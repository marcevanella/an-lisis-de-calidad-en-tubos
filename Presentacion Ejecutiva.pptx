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Proxima Nova"/>
      <p:regular r:id="rId46"/>
      <p:bold r:id="rId47"/>
      <p:italic r:id="rId48"/>
      <p:boldItalic r:id="rId49"/>
    </p:embeddedFont>
    <p:embeddedFont>
      <p:font typeface="Fira Sans SemiBold"/>
      <p:regular r:id="rId50"/>
      <p:bold r:id="rId51"/>
      <p:italic r:id="rId52"/>
      <p:boldItalic r:id="rId53"/>
    </p:embeddedFont>
    <p:embeddedFont>
      <p:font typeface="Fira Sans"/>
      <p:regular r:id="rId54"/>
      <p:bold r:id="rId55"/>
      <p:italic r:id="rId56"/>
      <p:boldItalic r:id="rId57"/>
    </p:embeddedFont>
    <p:embeddedFont>
      <p:font typeface="Proxima Nova Semibold"/>
      <p:regular r:id="rId58"/>
      <p:bold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Roboto-regular.fntdata"/><Relationship Id="rId41" Type="http://schemas.openxmlformats.org/officeDocument/2006/relationships/slide" Target="slides/slide34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ProximaNova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ProximaNova-italic.fntdata"/><Relationship Id="rId47" Type="http://schemas.openxmlformats.org/officeDocument/2006/relationships/font" Target="fonts/ProximaNova-bold.fntdata"/><Relationship Id="rId49" Type="http://schemas.openxmlformats.org/officeDocument/2006/relationships/font" Target="fonts/ProximaNova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ProximaNovaSemibold-bold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FiraSansSemiBold-bold.fntdata"/><Relationship Id="rId50" Type="http://schemas.openxmlformats.org/officeDocument/2006/relationships/font" Target="fonts/FiraSansSemiBold-regular.fntdata"/><Relationship Id="rId53" Type="http://schemas.openxmlformats.org/officeDocument/2006/relationships/font" Target="fonts/FiraSansSemiBold-boldItalic.fntdata"/><Relationship Id="rId52" Type="http://schemas.openxmlformats.org/officeDocument/2006/relationships/font" Target="fonts/FiraSansSemiBold-italic.fntdata"/><Relationship Id="rId11" Type="http://schemas.openxmlformats.org/officeDocument/2006/relationships/slide" Target="slides/slide4.xml"/><Relationship Id="rId55" Type="http://schemas.openxmlformats.org/officeDocument/2006/relationships/font" Target="fonts/FiraSans-bold.fntdata"/><Relationship Id="rId10" Type="http://schemas.openxmlformats.org/officeDocument/2006/relationships/slide" Target="slides/slide3.xml"/><Relationship Id="rId54" Type="http://schemas.openxmlformats.org/officeDocument/2006/relationships/font" Target="fonts/FiraSans-regular.fntdata"/><Relationship Id="rId13" Type="http://schemas.openxmlformats.org/officeDocument/2006/relationships/slide" Target="slides/slide6.xml"/><Relationship Id="rId57" Type="http://schemas.openxmlformats.org/officeDocument/2006/relationships/font" Target="fonts/FiraSans-boldItalic.fntdata"/><Relationship Id="rId12" Type="http://schemas.openxmlformats.org/officeDocument/2006/relationships/slide" Target="slides/slide5.xml"/><Relationship Id="rId56" Type="http://schemas.openxmlformats.org/officeDocument/2006/relationships/font" Target="fonts/FiraSans-italic.fntdata"/><Relationship Id="rId15" Type="http://schemas.openxmlformats.org/officeDocument/2006/relationships/slide" Target="slides/slide8.xml"/><Relationship Id="rId59" Type="http://schemas.openxmlformats.org/officeDocument/2006/relationships/font" Target="fonts/ProximaNovaSemibold-bold.fntdata"/><Relationship Id="rId14" Type="http://schemas.openxmlformats.org/officeDocument/2006/relationships/slide" Target="slides/slide7.xml"/><Relationship Id="rId58" Type="http://schemas.openxmlformats.org/officeDocument/2006/relationships/font" Target="fonts/ProximaNovaSemibold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47345047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47345047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d8ac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876d8ac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876d8aca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3876d8aca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876d8aca1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3876d8aca1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3876d8aca1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3876d8aca1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3876d8aca1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13876d8aca1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3876d8aca1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3876d8aca1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3876d8aca1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3876d8aca1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3876d8aca1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3876d8aca1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387c197d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387c197d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87c197dd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387c197dd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387c197ddd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387c197ddd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1387c197dd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1387c197dd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1387c197ddd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1387c197ddd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1387c197dd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1387c197dd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387c197ddd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1387c197ddd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493a73d1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493a73d1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tomó la decisión de comparar estos modelos ajustando sus hiperparámetros ya que el resto de los modelos clásicos resultaban muy pobres en un análisis borrador realizado aparte.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493a73d18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1493a73d18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1387c197ddd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1387c197ddd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399dae186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1399dae186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52ad33f3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52ad33f3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52ad33f3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52ad33f3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52ad33f33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52ad33f3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52ad33f33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52ad33f33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52ad33f33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52ad33f33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52b3b021c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52b3b021c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52b3b021c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152b3b021c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fecabb368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fecabb36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fecabb368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fecabb368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fecabb368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fecabb368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1387c197d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1387c197d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52dbea2d2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52dbea2d2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1387c197ddd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1387c197ddd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1399dae18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1399dae18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48950" y="410575"/>
            <a:ext cx="8238000" cy="10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48950" y="1467425"/>
            <a:ext cx="28455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C4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/>
        </p:nvSpPr>
        <p:spPr>
          <a:xfrm>
            <a:off x="1489500" y="536525"/>
            <a:ext cx="61650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Predicción de calidad de tubos de acero</a:t>
            </a:r>
            <a:endParaRPr b="1" i="1" sz="3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27"/>
          <p:cNvSpPr txBox="1"/>
          <p:nvPr>
            <p:ph idx="4294967295" type="title"/>
          </p:nvPr>
        </p:nvSpPr>
        <p:spPr>
          <a:xfrm>
            <a:off x="614125" y="2330549"/>
            <a:ext cx="70473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Integrantes: Duc, Pablo;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F3C43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 </a:t>
            </a: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Linares Luque, Mateo;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F3C43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</a:t>
            </a: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Narbais, Mariano;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F3C43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</a:t>
            </a: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Vanella, Marcelo.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Fecha: 29/08/2022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Contenido</a:t>
            </a:r>
            <a:endParaRPr/>
          </a:p>
        </p:txBody>
      </p:sp>
      <p:grpSp>
        <p:nvGrpSpPr>
          <p:cNvPr id="108" name="Google Shape;108;p28"/>
          <p:cNvGrpSpPr/>
          <p:nvPr/>
        </p:nvGrpSpPr>
        <p:grpSpPr>
          <a:xfrm>
            <a:off x="1340225" y="4076350"/>
            <a:ext cx="2696150" cy="622701"/>
            <a:chOff x="5990700" y="1272350"/>
            <a:chExt cx="2696150" cy="622701"/>
          </a:xfrm>
        </p:grpSpPr>
        <p:sp>
          <p:nvSpPr>
            <p:cNvPr id="109" name="Google Shape;109;p28"/>
            <p:cNvSpPr txBox="1"/>
            <p:nvPr/>
          </p:nvSpPr>
          <p:spPr>
            <a:xfrm>
              <a:off x="6663350" y="1272350"/>
              <a:ext cx="20235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Algoritmo y Métricas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0" name="Google Shape;110;p28"/>
            <p:cNvSpPr txBox="1"/>
            <p:nvPr/>
          </p:nvSpPr>
          <p:spPr>
            <a:xfrm>
              <a:off x="5990700" y="1523651"/>
              <a:ext cx="2696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Algoritmo de ML seleccionado y métricas de desempeño.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28"/>
          <p:cNvGrpSpPr/>
          <p:nvPr/>
        </p:nvGrpSpPr>
        <p:grpSpPr>
          <a:xfrm>
            <a:off x="5947799" y="1256510"/>
            <a:ext cx="2738993" cy="622689"/>
            <a:chOff x="5990675" y="2191175"/>
            <a:chExt cx="2696125" cy="622689"/>
          </a:xfrm>
        </p:grpSpPr>
        <p:sp>
          <p:nvSpPr>
            <p:cNvPr id="112" name="Google Shape;112;p28"/>
            <p:cNvSpPr txBox="1"/>
            <p:nvPr/>
          </p:nvSpPr>
          <p:spPr>
            <a:xfrm>
              <a:off x="5990675" y="2191175"/>
              <a:ext cx="26961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Optimización y Métricas Finales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3" name="Google Shape;113;p28"/>
            <p:cNvSpPr txBox="1"/>
            <p:nvPr/>
          </p:nvSpPr>
          <p:spPr>
            <a:xfrm>
              <a:off x="5990700" y="2442464"/>
              <a:ext cx="2696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Optimización de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hiper parámetros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del modelo y métrica final.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" name="Google Shape;114;p28"/>
          <p:cNvGrpSpPr/>
          <p:nvPr/>
        </p:nvGrpSpPr>
        <p:grpSpPr>
          <a:xfrm>
            <a:off x="5969250" y="2175327"/>
            <a:ext cx="2696150" cy="685885"/>
            <a:chOff x="5990700" y="3110002"/>
            <a:chExt cx="2696150" cy="685885"/>
          </a:xfrm>
        </p:grpSpPr>
        <p:sp>
          <p:nvSpPr>
            <p:cNvPr id="115" name="Google Shape;115;p28"/>
            <p:cNvSpPr txBox="1"/>
            <p:nvPr/>
          </p:nvSpPr>
          <p:spPr>
            <a:xfrm>
              <a:off x="6951950" y="3110002"/>
              <a:ext cx="1734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Futuras líneas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6" name="Google Shape;116;p28"/>
            <p:cNvSpPr txBox="1"/>
            <p:nvPr/>
          </p:nvSpPr>
          <p:spPr>
            <a:xfrm>
              <a:off x="5990700" y="3359087"/>
              <a:ext cx="2696100" cy="4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eploy del modelo y oportunidad de mejora.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" name="Google Shape;117;p28"/>
          <p:cNvGrpSpPr/>
          <p:nvPr/>
        </p:nvGrpSpPr>
        <p:grpSpPr>
          <a:xfrm>
            <a:off x="5969250" y="3107999"/>
            <a:ext cx="2696100" cy="689389"/>
            <a:chOff x="5990700" y="4042674"/>
            <a:chExt cx="2696100" cy="689389"/>
          </a:xfrm>
        </p:grpSpPr>
        <p:sp>
          <p:nvSpPr>
            <p:cNvPr id="118" name="Google Shape;118;p28"/>
            <p:cNvSpPr txBox="1"/>
            <p:nvPr/>
          </p:nvSpPr>
          <p:spPr>
            <a:xfrm>
              <a:off x="7042487" y="4042674"/>
              <a:ext cx="16443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Conclusiones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9" name="Google Shape;119;p28"/>
            <p:cNvSpPr txBox="1"/>
            <p:nvPr/>
          </p:nvSpPr>
          <p:spPr>
            <a:xfrm>
              <a:off x="5990700" y="4295263"/>
              <a:ext cx="2696100" cy="4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Conclusiones del proyecto y desempeño.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0" name="Google Shape;120;p28"/>
          <p:cNvSpPr/>
          <p:nvPr/>
        </p:nvSpPr>
        <p:spPr>
          <a:xfrm>
            <a:off x="457200" y="4037425"/>
            <a:ext cx="699900" cy="69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8"/>
          <p:cNvSpPr/>
          <p:nvPr/>
        </p:nvSpPr>
        <p:spPr>
          <a:xfrm>
            <a:off x="5086225" y="1233413"/>
            <a:ext cx="699900" cy="69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8"/>
          <p:cNvSpPr/>
          <p:nvPr/>
        </p:nvSpPr>
        <p:spPr>
          <a:xfrm>
            <a:off x="5086225" y="2168075"/>
            <a:ext cx="699900" cy="69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8"/>
          <p:cNvSpPr/>
          <p:nvPr/>
        </p:nvSpPr>
        <p:spPr>
          <a:xfrm>
            <a:off x="5086225" y="3102738"/>
            <a:ext cx="699900" cy="699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28"/>
          <p:cNvGrpSpPr/>
          <p:nvPr/>
        </p:nvGrpSpPr>
        <p:grpSpPr>
          <a:xfrm>
            <a:off x="1340225" y="1272350"/>
            <a:ext cx="2696100" cy="622701"/>
            <a:chOff x="5990700" y="1272350"/>
            <a:chExt cx="2696100" cy="622701"/>
          </a:xfrm>
        </p:grpSpPr>
        <p:sp>
          <p:nvSpPr>
            <p:cNvPr id="125" name="Google Shape;125;p28"/>
            <p:cNvSpPr txBox="1"/>
            <p:nvPr/>
          </p:nvSpPr>
          <p:spPr>
            <a:xfrm>
              <a:off x="6514725" y="1272350"/>
              <a:ext cx="21720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Problema de Negocio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6" name="Google Shape;126;p28"/>
            <p:cNvSpPr txBox="1"/>
            <p:nvPr/>
          </p:nvSpPr>
          <p:spPr>
            <a:xfrm>
              <a:off x="5990700" y="1523651"/>
              <a:ext cx="2696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Descripción del proceso productivo y oportunidad de mejora.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28"/>
          <p:cNvGrpSpPr/>
          <p:nvPr/>
        </p:nvGrpSpPr>
        <p:grpSpPr>
          <a:xfrm>
            <a:off x="1340200" y="2198425"/>
            <a:ext cx="2696125" cy="685887"/>
            <a:chOff x="5990700" y="3110000"/>
            <a:chExt cx="2696125" cy="685887"/>
          </a:xfrm>
        </p:grpSpPr>
        <p:sp>
          <p:nvSpPr>
            <p:cNvPr id="128" name="Google Shape;128;p28"/>
            <p:cNvSpPr txBox="1"/>
            <p:nvPr/>
          </p:nvSpPr>
          <p:spPr>
            <a:xfrm>
              <a:off x="6102925" y="3110000"/>
              <a:ext cx="2583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Objetivos y Datos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5990700" y="3359087"/>
              <a:ext cx="2696100" cy="4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Objetivos del modelo y descripción de los datos.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28"/>
          <p:cNvGrpSpPr/>
          <p:nvPr/>
        </p:nvGrpSpPr>
        <p:grpSpPr>
          <a:xfrm>
            <a:off x="1340200" y="3131099"/>
            <a:ext cx="2696100" cy="689389"/>
            <a:chOff x="5990700" y="4042674"/>
            <a:chExt cx="2696100" cy="689389"/>
          </a:xfrm>
        </p:grpSpPr>
        <p:sp>
          <p:nvSpPr>
            <p:cNvPr id="131" name="Google Shape;131;p28"/>
            <p:cNvSpPr txBox="1"/>
            <p:nvPr/>
          </p:nvSpPr>
          <p:spPr>
            <a:xfrm>
              <a:off x="7042487" y="4042674"/>
              <a:ext cx="16443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"/>
                  <a:ea typeface="Fira Sans"/>
                  <a:cs typeface="Fira Sans"/>
                  <a:sym typeface="Fira Sans"/>
                </a:rPr>
                <a:t>Hallazgos del EDA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2" name="Google Shape;132;p28"/>
            <p:cNvSpPr txBox="1"/>
            <p:nvPr/>
          </p:nvSpPr>
          <p:spPr>
            <a:xfrm>
              <a:off x="5990700" y="4295263"/>
              <a:ext cx="2696100" cy="4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Hallazgos y conclusiones extraídas del análisis exploratorio.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3" name="Google Shape;133;p28"/>
          <p:cNvSpPr/>
          <p:nvPr/>
        </p:nvSpPr>
        <p:spPr>
          <a:xfrm>
            <a:off x="457200" y="1233425"/>
            <a:ext cx="699900" cy="69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457175" y="2191175"/>
            <a:ext cx="699900" cy="69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/>
          <p:nvPr/>
        </p:nvSpPr>
        <p:spPr>
          <a:xfrm>
            <a:off x="457175" y="3125838"/>
            <a:ext cx="699900" cy="699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28"/>
          <p:cNvGrpSpPr/>
          <p:nvPr/>
        </p:nvGrpSpPr>
        <p:grpSpPr>
          <a:xfrm>
            <a:off x="636838" y="2371495"/>
            <a:ext cx="340573" cy="339271"/>
            <a:chOff x="2085450" y="842250"/>
            <a:chExt cx="483700" cy="481850"/>
          </a:xfrm>
        </p:grpSpPr>
        <p:sp>
          <p:nvSpPr>
            <p:cNvPr id="137" name="Google Shape;137;p28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8" name="Google Shape;138;p28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0" name="Google Shape;140;p28"/>
          <p:cNvGrpSpPr/>
          <p:nvPr/>
        </p:nvGrpSpPr>
        <p:grpSpPr>
          <a:xfrm>
            <a:off x="632115" y="1445648"/>
            <a:ext cx="350079" cy="350079"/>
            <a:chOff x="3497300" y="3227275"/>
            <a:chExt cx="296175" cy="296175"/>
          </a:xfrm>
        </p:grpSpPr>
        <p:sp>
          <p:nvSpPr>
            <p:cNvPr id="141" name="Google Shape;141;p28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8"/>
          <p:cNvGrpSpPr/>
          <p:nvPr/>
        </p:nvGrpSpPr>
        <p:grpSpPr>
          <a:xfrm>
            <a:off x="664532" y="3330319"/>
            <a:ext cx="285170" cy="290962"/>
            <a:chOff x="3357325" y="2093500"/>
            <a:chExt cx="311525" cy="322825"/>
          </a:xfrm>
        </p:grpSpPr>
        <p:sp>
          <p:nvSpPr>
            <p:cNvPr id="150" name="Google Shape;150;p28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3" name="Google Shape;153;p28"/>
          <p:cNvGrpSpPr/>
          <p:nvPr/>
        </p:nvGrpSpPr>
        <p:grpSpPr>
          <a:xfrm>
            <a:off x="637517" y="4217767"/>
            <a:ext cx="339258" cy="339253"/>
            <a:chOff x="2685825" y="840375"/>
            <a:chExt cx="481900" cy="481825"/>
          </a:xfrm>
        </p:grpSpPr>
        <p:sp>
          <p:nvSpPr>
            <p:cNvPr id="154" name="Google Shape;154;p28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6" name="Google Shape;156;p28"/>
          <p:cNvGrpSpPr/>
          <p:nvPr/>
        </p:nvGrpSpPr>
        <p:grpSpPr>
          <a:xfrm>
            <a:off x="5276166" y="1428684"/>
            <a:ext cx="320029" cy="309364"/>
            <a:chOff x="3858100" y="1435075"/>
            <a:chExt cx="487775" cy="481875"/>
          </a:xfrm>
        </p:grpSpPr>
        <p:sp>
          <p:nvSpPr>
            <p:cNvPr id="157" name="Google Shape;157;p28"/>
            <p:cNvSpPr/>
            <p:nvPr/>
          </p:nvSpPr>
          <p:spPr>
            <a:xfrm>
              <a:off x="3858100" y="1868750"/>
              <a:ext cx="55575" cy="48200"/>
            </a:xfrm>
            <a:custGeom>
              <a:rect b="b" l="l" r="r" t="t"/>
              <a:pathLst>
                <a:path extrusionOk="0" h="1928" w="2223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3917950" y="1808500"/>
              <a:ext cx="60350" cy="48525"/>
            </a:xfrm>
            <a:custGeom>
              <a:rect b="b" l="l" r="r" t="t"/>
              <a:pathLst>
                <a:path extrusionOk="0" h="1941" w="2414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3876450" y="1435075"/>
              <a:ext cx="450375" cy="251250"/>
            </a:xfrm>
            <a:custGeom>
              <a:rect b="b" l="l" r="r" t="t"/>
              <a:pathLst>
                <a:path extrusionOk="0" h="10050" w="18015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4094925" y="1456025"/>
              <a:ext cx="250950" cy="445250"/>
            </a:xfrm>
            <a:custGeom>
              <a:rect b="b" l="l" r="r" t="t"/>
              <a:pathLst>
                <a:path extrusionOk="0" h="17810" w="10038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3993575" y="1542825"/>
              <a:ext cx="245025" cy="242525"/>
            </a:xfrm>
            <a:custGeom>
              <a:rect b="b" l="l" r="r" t="t"/>
              <a:pathLst>
                <a:path extrusionOk="0" h="9701" w="9801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2" name="Google Shape;162;p28"/>
          <p:cNvGrpSpPr/>
          <p:nvPr/>
        </p:nvGrpSpPr>
        <p:grpSpPr>
          <a:xfrm>
            <a:off x="5276166" y="2358011"/>
            <a:ext cx="320026" cy="320039"/>
            <a:chOff x="1674750" y="3254050"/>
            <a:chExt cx="294575" cy="295375"/>
          </a:xfrm>
        </p:grpSpPr>
        <p:sp>
          <p:nvSpPr>
            <p:cNvPr id="163" name="Google Shape;163;p28"/>
            <p:cNvSpPr/>
            <p:nvPr/>
          </p:nvSpPr>
          <p:spPr>
            <a:xfrm>
              <a:off x="1691275" y="3351700"/>
              <a:ext cx="278050" cy="197725"/>
            </a:xfrm>
            <a:custGeom>
              <a:rect b="b" l="l" r="r" t="t"/>
              <a:pathLst>
                <a:path extrusionOk="0" h="7909" w="11122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1674750" y="3254050"/>
              <a:ext cx="277250" cy="197900"/>
            </a:xfrm>
            <a:custGeom>
              <a:rect b="b" l="l" r="r" t="t"/>
              <a:pathLst>
                <a:path extrusionOk="0" h="7916" w="1109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1727500" y="3306825"/>
              <a:ext cx="189075" cy="189050"/>
            </a:xfrm>
            <a:custGeom>
              <a:rect b="b" l="l" r="r" t="t"/>
              <a:pathLst>
                <a:path extrusionOk="0" h="7562" w="7563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28"/>
          <p:cNvGrpSpPr/>
          <p:nvPr/>
        </p:nvGrpSpPr>
        <p:grpSpPr>
          <a:xfrm>
            <a:off x="5276166" y="3271351"/>
            <a:ext cx="320046" cy="362695"/>
            <a:chOff x="3300325" y="249875"/>
            <a:chExt cx="433725" cy="480900"/>
          </a:xfrm>
        </p:grpSpPr>
        <p:sp>
          <p:nvSpPr>
            <p:cNvPr id="167" name="Google Shape;167;p28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</a:rPr>
              <a:t>Problema de Negocio</a:t>
            </a:r>
            <a:endParaRPr sz="5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>
            <a:off x="1002666" y="1311550"/>
            <a:ext cx="5620500" cy="531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/>
          <p:nvPr/>
        </p:nvSpPr>
        <p:spPr>
          <a:xfrm>
            <a:off x="987255" y="1311542"/>
            <a:ext cx="1155300" cy="5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0"/>
          <p:cNvSpPr/>
          <p:nvPr/>
        </p:nvSpPr>
        <p:spPr>
          <a:xfrm>
            <a:off x="627838" y="1268700"/>
            <a:ext cx="617700" cy="617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 txBox="1"/>
          <p:nvPr/>
        </p:nvSpPr>
        <p:spPr>
          <a:xfrm>
            <a:off x="3681150" y="1309425"/>
            <a:ext cx="1941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le da la forma al tubo y se lo corta para lotearlo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1200150" y="1309425"/>
            <a:ext cx="888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18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2464500" y="1307625"/>
            <a:ext cx="1048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Colada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30"/>
          <p:cNvSpPr/>
          <p:nvPr/>
        </p:nvSpPr>
        <p:spPr>
          <a:xfrm>
            <a:off x="947725" y="2122815"/>
            <a:ext cx="5665800" cy="531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/>
          <p:nvPr/>
        </p:nvSpPr>
        <p:spPr>
          <a:xfrm>
            <a:off x="947725" y="2123338"/>
            <a:ext cx="1164600" cy="5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 txBox="1"/>
          <p:nvPr/>
        </p:nvSpPr>
        <p:spPr>
          <a:xfrm>
            <a:off x="2464500" y="2123800"/>
            <a:ext cx="1048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Revenido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3681150" y="2122900"/>
            <a:ext cx="1941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sobrecalienta el tubo en hornos de inducción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1200150" y="2105275"/>
            <a:ext cx="888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18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627901" y="2080438"/>
            <a:ext cx="617700" cy="617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986241" y="2932772"/>
            <a:ext cx="5637300" cy="531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/>
          <p:nvPr/>
        </p:nvSpPr>
        <p:spPr>
          <a:xfrm>
            <a:off x="975437" y="2933142"/>
            <a:ext cx="1158600" cy="5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627901" y="2892113"/>
            <a:ext cx="617700" cy="61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2519100" y="2933525"/>
            <a:ext cx="9939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Temple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3681150" y="2938025"/>
            <a:ext cx="1941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 enfría el tubo con agua a grandes caudales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1200150" y="2930075"/>
            <a:ext cx="9429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18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986148" y="3732776"/>
            <a:ext cx="5637300" cy="540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/>
          <p:nvPr/>
        </p:nvSpPr>
        <p:spPr>
          <a:xfrm>
            <a:off x="975370" y="3735069"/>
            <a:ext cx="11586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627838" y="3703811"/>
            <a:ext cx="617700" cy="617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2519100" y="3739294"/>
            <a:ext cx="993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Calidad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3681150" y="3735400"/>
            <a:ext cx="1941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Inspección midiendo las propiedades mecánicas.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1200150" y="3735394"/>
            <a:ext cx="942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18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3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Proceso de Producción</a:t>
            </a:r>
            <a:endParaRPr/>
          </a:p>
        </p:txBody>
      </p:sp>
      <p:grpSp>
        <p:nvGrpSpPr>
          <p:cNvPr id="207" name="Google Shape;207;p30"/>
          <p:cNvGrpSpPr/>
          <p:nvPr/>
        </p:nvGrpSpPr>
        <p:grpSpPr>
          <a:xfrm>
            <a:off x="5702175" y="1157876"/>
            <a:ext cx="3096354" cy="3584795"/>
            <a:chOff x="4124800" y="2958225"/>
            <a:chExt cx="2175475" cy="2518650"/>
          </a:xfrm>
        </p:grpSpPr>
        <p:sp>
          <p:nvSpPr>
            <p:cNvPr id="208" name="Google Shape;208;p30"/>
            <p:cNvSpPr/>
            <p:nvPr/>
          </p:nvSpPr>
          <p:spPr>
            <a:xfrm>
              <a:off x="4124800" y="4774800"/>
              <a:ext cx="1114525" cy="702075"/>
            </a:xfrm>
            <a:custGeom>
              <a:rect b="b" l="l" r="r" t="t"/>
              <a:pathLst>
                <a:path extrusionOk="0" h="28083" w="44581">
                  <a:moveTo>
                    <a:pt x="1" y="0"/>
                  </a:moveTo>
                  <a:lnTo>
                    <a:pt x="1" y="2519"/>
                  </a:lnTo>
                  <a:lnTo>
                    <a:pt x="44580" y="28083"/>
                  </a:lnTo>
                  <a:lnTo>
                    <a:pt x="44580" y="254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5239300" y="4774800"/>
              <a:ext cx="1060975" cy="702075"/>
            </a:xfrm>
            <a:custGeom>
              <a:rect b="b" l="l" r="r" t="t"/>
              <a:pathLst>
                <a:path extrusionOk="0" h="28083" w="42439">
                  <a:moveTo>
                    <a:pt x="42439" y="0"/>
                  </a:moveTo>
                  <a:lnTo>
                    <a:pt x="0" y="25438"/>
                  </a:lnTo>
                  <a:lnTo>
                    <a:pt x="0" y="28083"/>
                  </a:lnTo>
                  <a:lnTo>
                    <a:pt x="42439" y="2645"/>
                  </a:lnTo>
                  <a:lnTo>
                    <a:pt x="42439" y="0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0"/>
            <p:cNvSpPr/>
            <p:nvPr/>
          </p:nvSpPr>
          <p:spPr>
            <a:xfrm>
              <a:off x="4124800" y="4652000"/>
              <a:ext cx="2175475" cy="758775"/>
            </a:xfrm>
            <a:custGeom>
              <a:rect b="b" l="l" r="r" t="t"/>
              <a:pathLst>
                <a:path extrusionOk="0" h="30351" w="87019">
                  <a:moveTo>
                    <a:pt x="8186" y="1"/>
                  </a:moveTo>
                  <a:lnTo>
                    <a:pt x="1" y="4912"/>
                  </a:lnTo>
                  <a:lnTo>
                    <a:pt x="44580" y="30350"/>
                  </a:lnTo>
                  <a:lnTo>
                    <a:pt x="87019" y="4912"/>
                  </a:lnTo>
                  <a:lnTo>
                    <a:pt x="79463" y="631"/>
                  </a:lnTo>
                  <a:lnTo>
                    <a:pt x="8186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4124800" y="4652000"/>
              <a:ext cx="2175475" cy="758775"/>
            </a:xfrm>
            <a:custGeom>
              <a:rect b="b" l="l" r="r" t="t"/>
              <a:pathLst>
                <a:path extrusionOk="0" fill="none" h="30351" w="87019">
                  <a:moveTo>
                    <a:pt x="79463" y="631"/>
                  </a:moveTo>
                  <a:lnTo>
                    <a:pt x="87019" y="4912"/>
                  </a:lnTo>
                  <a:lnTo>
                    <a:pt x="44580" y="30350"/>
                  </a:lnTo>
                  <a:lnTo>
                    <a:pt x="1" y="4912"/>
                  </a:lnTo>
                  <a:lnTo>
                    <a:pt x="8186" y="1"/>
                  </a:lnTo>
                  <a:lnTo>
                    <a:pt x="79463" y="6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4543525" y="3562700"/>
              <a:ext cx="692650" cy="1382125"/>
            </a:xfrm>
            <a:custGeom>
              <a:rect b="b" l="l" r="r" t="t"/>
              <a:pathLst>
                <a:path extrusionOk="0" h="55285" w="27706">
                  <a:moveTo>
                    <a:pt x="0" y="1"/>
                  </a:moveTo>
                  <a:lnTo>
                    <a:pt x="0" y="40299"/>
                  </a:lnTo>
                  <a:lnTo>
                    <a:pt x="27705" y="55285"/>
                  </a:lnTo>
                  <a:lnTo>
                    <a:pt x="27705" y="159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4543525" y="3562700"/>
              <a:ext cx="692650" cy="1382125"/>
            </a:xfrm>
            <a:custGeom>
              <a:rect b="b" l="l" r="r" t="t"/>
              <a:pathLst>
                <a:path extrusionOk="0" fill="none" h="55285" w="27706">
                  <a:moveTo>
                    <a:pt x="0" y="1"/>
                  </a:moveTo>
                  <a:lnTo>
                    <a:pt x="0" y="40299"/>
                  </a:lnTo>
                  <a:lnTo>
                    <a:pt x="27705" y="55285"/>
                  </a:lnTo>
                  <a:lnTo>
                    <a:pt x="27705" y="1599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4543525" y="3181750"/>
              <a:ext cx="1375825" cy="780800"/>
            </a:xfrm>
            <a:custGeom>
              <a:rect b="b" l="l" r="r" t="t"/>
              <a:pathLst>
                <a:path extrusionOk="0" h="31232" w="55033">
                  <a:moveTo>
                    <a:pt x="27453" y="1"/>
                  </a:moveTo>
                  <a:lnTo>
                    <a:pt x="0" y="15239"/>
                  </a:lnTo>
                  <a:lnTo>
                    <a:pt x="27705" y="31232"/>
                  </a:lnTo>
                  <a:lnTo>
                    <a:pt x="55032" y="16120"/>
                  </a:lnTo>
                  <a:lnTo>
                    <a:pt x="27453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5236150" y="3584750"/>
              <a:ext cx="683200" cy="1360075"/>
            </a:xfrm>
            <a:custGeom>
              <a:rect b="b" l="l" r="r" t="t"/>
              <a:pathLst>
                <a:path extrusionOk="0" h="54403" w="27328">
                  <a:moveTo>
                    <a:pt x="27327" y="0"/>
                  </a:moveTo>
                  <a:lnTo>
                    <a:pt x="0" y="15112"/>
                  </a:lnTo>
                  <a:lnTo>
                    <a:pt x="0" y="54403"/>
                  </a:lnTo>
                  <a:lnTo>
                    <a:pt x="27327" y="38283"/>
                  </a:lnTo>
                  <a:lnTo>
                    <a:pt x="27327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5236150" y="3584750"/>
              <a:ext cx="683200" cy="1360075"/>
            </a:xfrm>
            <a:custGeom>
              <a:rect b="b" l="l" r="r" t="t"/>
              <a:pathLst>
                <a:path extrusionOk="0" fill="none" h="54403" w="27328">
                  <a:moveTo>
                    <a:pt x="27327" y="0"/>
                  </a:moveTo>
                  <a:lnTo>
                    <a:pt x="27327" y="38283"/>
                  </a:lnTo>
                  <a:lnTo>
                    <a:pt x="0" y="54403"/>
                  </a:lnTo>
                  <a:lnTo>
                    <a:pt x="0" y="15112"/>
                  </a:lnTo>
                  <a:lnTo>
                    <a:pt x="273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5239300" y="4888125"/>
              <a:ext cx="188925" cy="160600"/>
            </a:xfrm>
            <a:custGeom>
              <a:rect b="b" l="l" r="r" t="t"/>
              <a:pathLst>
                <a:path extrusionOk="0" h="6424" w="7557">
                  <a:moveTo>
                    <a:pt x="0" y="1"/>
                  </a:moveTo>
                  <a:lnTo>
                    <a:pt x="0" y="1890"/>
                  </a:lnTo>
                  <a:lnTo>
                    <a:pt x="7556" y="6423"/>
                  </a:lnTo>
                  <a:lnTo>
                    <a:pt x="7556" y="42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5239300" y="4507200"/>
              <a:ext cx="872100" cy="488000"/>
            </a:xfrm>
            <a:custGeom>
              <a:rect b="b" l="l" r="r" t="t"/>
              <a:pathLst>
                <a:path extrusionOk="0" h="19520" w="34884">
                  <a:moveTo>
                    <a:pt x="27327" y="0"/>
                  </a:moveTo>
                  <a:lnTo>
                    <a:pt x="0" y="15238"/>
                  </a:lnTo>
                  <a:lnTo>
                    <a:pt x="7556" y="19519"/>
                  </a:lnTo>
                  <a:lnTo>
                    <a:pt x="34883" y="4408"/>
                  </a:lnTo>
                  <a:lnTo>
                    <a:pt x="27327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5428200" y="4617375"/>
              <a:ext cx="683200" cy="431350"/>
            </a:xfrm>
            <a:custGeom>
              <a:rect b="b" l="l" r="r" t="t"/>
              <a:pathLst>
                <a:path extrusionOk="0" h="17254" w="27328">
                  <a:moveTo>
                    <a:pt x="27327" y="1"/>
                  </a:moveTo>
                  <a:lnTo>
                    <a:pt x="0" y="15112"/>
                  </a:lnTo>
                  <a:lnTo>
                    <a:pt x="0" y="17253"/>
                  </a:lnTo>
                  <a:lnTo>
                    <a:pt x="27327" y="2016"/>
                  </a:lnTo>
                  <a:lnTo>
                    <a:pt x="27327" y="1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4235000" y="3776800"/>
              <a:ext cx="1004325" cy="585600"/>
            </a:xfrm>
            <a:custGeom>
              <a:rect b="b" l="l" r="r" t="t"/>
              <a:pathLst>
                <a:path extrusionOk="0" h="23424" w="40173">
                  <a:moveTo>
                    <a:pt x="12341" y="0"/>
                  </a:moveTo>
                  <a:lnTo>
                    <a:pt x="0" y="7178"/>
                  </a:lnTo>
                  <a:lnTo>
                    <a:pt x="27831" y="23423"/>
                  </a:lnTo>
                  <a:lnTo>
                    <a:pt x="40172" y="15993"/>
                  </a:lnTo>
                  <a:lnTo>
                    <a:pt x="12341" y="0"/>
                  </a:lnTo>
                  <a:close/>
                </a:path>
              </a:pathLst>
            </a:custGeom>
            <a:solidFill>
              <a:srgbClr val="F7F3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4543525" y="3839750"/>
              <a:ext cx="613950" cy="393575"/>
            </a:xfrm>
            <a:custGeom>
              <a:rect b="b" l="l" r="r" t="t"/>
              <a:pathLst>
                <a:path extrusionOk="0" h="15743" w="24558">
                  <a:moveTo>
                    <a:pt x="0" y="1"/>
                  </a:moveTo>
                  <a:lnTo>
                    <a:pt x="0" y="1764"/>
                  </a:lnTo>
                  <a:lnTo>
                    <a:pt x="24557" y="15742"/>
                  </a:lnTo>
                  <a:lnTo>
                    <a:pt x="24557" y="13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4313700" y="3839750"/>
              <a:ext cx="229850" cy="176325"/>
            </a:xfrm>
            <a:custGeom>
              <a:rect b="b" l="l" r="r" t="t"/>
              <a:pathLst>
                <a:path extrusionOk="0" h="7053" w="9194">
                  <a:moveTo>
                    <a:pt x="9193" y="1"/>
                  </a:moveTo>
                  <a:lnTo>
                    <a:pt x="0" y="5290"/>
                  </a:lnTo>
                  <a:lnTo>
                    <a:pt x="0" y="7053"/>
                  </a:lnTo>
                  <a:lnTo>
                    <a:pt x="9193" y="1764"/>
                  </a:lnTo>
                  <a:lnTo>
                    <a:pt x="9193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4930750" y="4176625"/>
              <a:ext cx="308575" cy="944500"/>
            </a:xfrm>
            <a:custGeom>
              <a:rect b="b" l="l" r="r" t="t"/>
              <a:pathLst>
                <a:path extrusionOk="0" h="37780" w="12343">
                  <a:moveTo>
                    <a:pt x="12342" y="0"/>
                  </a:moveTo>
                  <a:lnTo>
                    <a:pt x="1" y="7430"/>
                  </a:lnTo>
                  <a:lnTo>
                    <a:pt x="1" y="37780"/>
                  </a:lnTo>
                  <a:lnTo>
                    <a:pt x="12342" y="30602"/>
                  </a:lnTo>
                  <a:lnTo>
                    <a:pt x="12342" y="0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235000" y="3956250"/>
              <a:ext cx="695775" cy="1164875"/>
            </a:xfrm>
            <a:custGeom>
              <a:rect b="b" l="l" r="r" t="t"/>
              <a:pathLst>
                <a:path extrusionOk="0" h="46595" w="27831">
                  <a:moveTo>
                    <a:pt x="0" y="0"/>
                  </a:moveTo>
                  <a:lnTo>
                    <a:pt x="0" y="30098"/>
                  </a:lnTo>
                  <a:lnTo>
                    <a:pt x="27831" y="46595"/>
                  </a:lnTo>
                  <a:lnTo>
                    <a:pt x="27831" y="16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4235000" y="3956250"/>
              <a:ext cx="695775" cy="1164875"/>
            </a:xfrm>
            <a:custGeom>
              <a:rect b="b" l="l" r="r" t="t"/>
              <a:pathLst>
                <a:path extrusionOk="0" fill="none" h="46595" w="27831">
                  <a:moveTo>
                    <a:pt x="0" y="0"/>
                  </a:moveTo>
                  <a:lnTo>
                    <a:pt x="0" y="30098"/>
                  </a:lnTo>
                  <a:lnTo>
                    <a:pt x="27831" y="46595"/>
                  </a:lnTo>
                  <a:lnTo>
                    <a:pt x="27831" y="1624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4930750" y="4135700"/>
              <a:ext cx="308575" cy="226700"/>
            </a:xfrm>
            <a:custGeom>
              <a:rect b="b" l="l" r="r" t="t"/>
              <a:pathLst>
                <a:path extrusionOk="0" h="9068" w="12343">
                  <a:moveTo>
                    <a:pt x="9320" y="0"/>
                  </a:moveTo>
                  <a:lnTo>
                    <a:pt x="1" y="5667"/>
                  </a:lnTo>
                  <a:lnTo>
                    <a:pt x="1" y="9067"/>
                  </a:lnTo>
                  <a:lnTo>
                    <a:pt x="12342" y="1637"/>
                  </a:lnTo>
                  <a:lnTo>
                    <a:pt x="9320" y="0"/>
                  </a:lnTo>
                  <a:close/>
                </a:path>
              </a:pathLst>
            </a:custGeom>
            <a:solidFill>
              <a:srgbClr val="F7F3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4235000" y="3924750"/>
              <a:ext cx="695775" cy="437650"/>
            </a:xfrm>
            <a:custGeom>
              <a:rect b="b" l="l" r="r" t="t"/>
              <a:pathLst>
                <a:path extrusionOk="0" h="17506" w="27831">
                  <a:moveTo>
                    <a:pt x="3023" y="1"/>
                  </a:moveTo>
                  <a:lnTo>
                    <a:pt x="0" y="1260"/>
                  </a:lnTo>
                  <a:lnTo>
                    <a:pt x="27831" y="17505"/>
                  </a:lnTo>
                  <a:lnTo>
                    <a:pt x="27831" y="14357"/>
                  </a:lnTo>
                  <a:lnTo>
                    <a:pt x="3023" y="1"/>
                  </a:lnTo>
                  <a:close/>
                </a:path>
              </a:pathLst>
            </a:custGeom>
            <a:solidFill>
              <a:srgbClr val="F7F3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4382950" y="3883825"/>
              <a:ext cx="692650" cy="399850"/>
            </a:xfrm>
            <a:custGeom>
              <a:rect b="b" l="l" r="r" t="t"/>
              <a:pathLst>
                <a:path extrusionOk="0" h="15994" w="27706">
                  <a:moveTo>
                    <a:pt x="6423" y="1"/>
                  </a:moveTo>
                  <a:lnTo>
                    <a:pt x="1" y="3401"/>
                  </a:lnTo>
                  <a:lnTo>
                    <a:pt x="21913" y="15994"/>
                  </a:lnTo>
                  <a:lnTo>
                    <a:pt x="27706" y="12090"/>
                  </a:lnTo>
                  <a:lnTo>
                    <a:pt x="6423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5050400" y="4343475"/>
              <a:ext cx="107075" cy="113375"/>
            </a:xfrm>
            <a:custGeom>
              <a:rect b="b" l="l" r="r" t="t"/>
              <a:pathLst>
                <a:path extrusionOk="0" h="4535" w="4283">
                  <a:moveTo>
                    <a:pt x="2645" y="1"/>
                  </a:moveTo>
                  <a:lnTo>
                    <a:pt x="2141" y="127"/>
                  </a:lnTo>
                  <a:lnTo>
                    <a:pt x="1763" y="378"/>
                  </a:lnTo>
                  <a:lnTo>
                    <a:pt x="1386" y="630"/>
                  </a:lnTo>
                  <a:lnTo>
                    <a:pt x="630" y="1386"/>
                  </a:lnTo>
                  <a:lnTo>
                    <a:pt x="252" y="2142"/>
                  </a:lnTo>
                  <a:lnTo>
                    <a:pt x="126" y="2645"/>
                  </a:lnTo>
                  <a:lnTo>
                    <a:pt x="0" y="3149"/>
                  </a:lnTo>
                  <a:lnTo>
                    <a:pt x="126" y="3527"/>
                  </a:lnTo>
                  <a:lnTo>
                    <a:pt x="252" y="3905"/>
                  </a:lnTo>
                  <a:lnTo>
                    <a:pt x="378" y="4156"/>
                  </a:lnTo>
                  <a:lnTo>
                    <a:pt x="630" y="4408"/>
                  </a:lnTo>
                  <a:lnTo>
                    <a:pt x="1008" y="4534"/>
                  </a:lnTo>
                  <a:lnTo>
                    <a:pt x="1763" y="4534"/>
                  </a:lnTo>
                  <a:lnTo>
                    <a:pt x="2141" y="4408"/>
                  </a:lnTo>
                  <a:lnTo>
                    <a:pt x="2645" y="4156"/>
                  </a:lnTo>
                  <a:lnTo>
                    <a:pt x="3023" y="3905"/>
                  </a:lnTo>
                  <a:lnTo>
                    <a:pt x="3652" y="3149"/>
                  </a:lnTo>
                  <a:lnTo>
                    <a:pt x="4156" y="2393"/>
                  </a:lnTo>
                  <a:lnTo>
                    <a:pt x="4282" y="1890"/>
                  </a:lnTo>
                  <a:lnTo>
                    <a:pt x="4282" y="1386"/>
                  </a:lnTo>
                  <a:lnTo>
                    <a:pt x="4282" y="1008"/>
                  </a:lnTo>
                  <a:lnTo>
                    <a:pt x="4156" y="630"/>
                  </a:lnTo>
                  <a:lnTo>
                    <a:pt x="3904" y="378"/>
                  </a:lnTo>
                  <a:lnTo>
                    <a:pt x="3652" y="127"/>
                  </a:lnTo>
                  <a:lnTo>
                    <a:pt x="340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5075575" y="4359225"/>
              <a:ext cx="69300" cy="81875"/>
            </a:xfrm>
            <a:custGeom>
              <a:rect b="b" l="l" r="r" t="t"/>
              <a:pathLst>
                <a:path extrusionOk="0" h="3275" w="2772">
                  <a:moveTo>
                    <a:pt x="2016" y="0"/>
                  </a:moveTo>
                  <a:lnTo>
                    <a:pt x="2268" y="378"/>
                  </a:lnTo>
                  <a:lnTo>
                    <a:pt x="2394" y="882"/>
                  </a:lnTo>
                  <a:lnTo>
                    <a:pt x="2268" y="1637"/>
                  </a:lnTo>
                  <a:lnTo>
                    <a:pt x="1890" y="2141"/>
                  </a:lnTo>
                  <a:lnTo>
                    <a:pt x="1386" y="2771"/>
                  </a:lnTo>
                  <a:lnTo>
                    <a:pt x="882" y="3023"/>
                  </a:lnTo>
                  <a:lnTo>
                    <a:pt x="379" y="3149"/>
                  </a:lnTo>
                  <a:lnTo>
                    <a:pt x="1" y="3149"/>
                  </a:lnTo>
                  <a:lnTo>
                    <a:pt x="505" y="3275"/>
                  </a:lnTo>
                  <a:lnTo>
                    <a:pt x="1134" y="3149"/>
                  </a:lnTo>
                  <a:lnTo>
                    <a:pt x="1764" y="2897"/>
                  </a:lnTo>
                  <a:lnTo>
                    <a:pt x="2268" y="2393"/>
                  </a:lnTo>
                  <a:lnTo>
                    <a:pt x="2645" y="1763"/>
                  </a:lnTo>
                  <a:lnTo>
                    <a:pt x="2771" y="1134"/>
                  </a:lnTo>
                  <a:lnTo>
                    <a:pt x="2645" y="630"/>
                  </a:lnTo>
                  <a:lnTo>
                    <a:pt x="2519" y="378"/>
                  </a:lnTo>
                  <a:lnTo>
                    <a:pt x="2268" y="126"/>
                  </a:lnTo>
                  <a:lnTo>
                    <a:pt x="201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5066150" y="4359225"/>
              <a:ext cx="69275" cy="78725"/>
            </a:xfrm>
            <a:custGeom>
              <a:rect b="b" l="l" r="r" t="t"/>
              <a:pathLst>
                <a:path extrusionOk="0" h="3149" w="2771">
                  <a:moveTo>
                    <a:pt x="1511" y="0"/>
                  </a:moveTo>
                  <a:lnTo>
                    <a:pt x="1259" y="252"/>
                  </a:lnTo>
                  <a:lnTo>
                    <a:pt x="756" y="630"/>
                  </a:lnTo>
                  <a:lnTo>
                    <a:pt x="504" y="882"/>
                  </a:lnTo>
                  <a:lnTo>
                    <a:pt x="252" y="1260"/>
                  </a:lnTo>
                  <a:lnTo>
                    <a:pt x="0" y="2015"/>
                  </a:lnTo>
                  <a:lnTo>
                    <a:pt x="0" y="2141"/>
                  </a:lnTo>
                  <a:lnTo>
                    <a:pt x="0" y="2267"/>
                  </a:lnTo>
                  <a:lnTo>
                    <a:pt x="126" y="2771"/>
                  </a:lnTo>
                  <a:lnTo>
                    <a:pt x="378" y="3149"/>
                  </a:lnTo>
                  <a:lnTo>
                    <a:pt x="756" y="3149"/>
                  </a:lnTo>
                  <a:lnTo>
                    <a:pt x="1259" y="3023"/>
                  </a:lnTo>
                  <a:lnTo>
                    <a:pt x="1511" y="2897"/>
                  </a:lnTo>
                  <a:lnTo>
                    <a:pt x="1763" y="2771"/>
                  </a:lnTo>
                  <a:lnTo>
                    <a:pt x="2267" y="2267"/>
                  </a:lnTo>
                  <a:lnTo>
                    <a:pt x="2519" y="1889"/>
                  </a:lnTo>
                  <a:lnTo>
                    <a:pt x="2645" y="1512"/>
                  </a:lnTo>
                  <a:lnTo>
                    <a:pt x="2771" y="882"/>
                  </a:lnTo>
                  <a:lnTo>
                    <a:pt x="2645" y="378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4729275" y="4453675"/>
              <a:ext cx="116500" cy="204650"/>
            </a:xfrm>
            <a:custGeom>
              <a:rect b="b" l="l" r="r" t="t"/>
              <a:pathLst>
                <a:path extrusionOk="0" h="8186" w="4660">
                  <a:moveTo>
                    <a:pt x="0" y="0"/>
                  </a:moveTo>
                  <a:lnTo>
                    <a:pt x="0" y="5415"/>
                  </a:lnTo>
                  <a:lnTo>
                    <a:pt x="4660" y="8186"/>
                  </a:lnTo>
                  <a:lnTo>
                    <a:pt x="4660" y="2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4729275" y="4453675"/>
              <a:ext cx="116500" cy="204650"/>
            </a:xfrm>
            <a:custGeom>
              <a:rect b="b" l="l" r="r" t="t"/>
              <a:pathLst>
                <a:path extrusionOk="0" fill="none" h="8186" w="4660">
                  <a:moveTo>
                    <a:pt x="0" y="5415"/>
                  </a:moveTo>
                  <a:lnTo>
                    <a:pt x="0" y="0"/>
                  </a:lnTo>
                  <a:lnTo>
                    <a:pt x="4660" y="2771"/>
                  </a:lnTo>
                  <a:lnTo>
                    <a:pt x="4660" y="8186"/>
                  </a:lnTo>
                  <a:lnTo>
                    <a:pt x="0" y="54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4745025" y="4482000"/>
              <a:ext cx="85025" cy="148000"/>
            </a:xfrm>
            <a:custGeom>
              <a:rect b="b" l="l" r="r" t="t"/>
              <a:pathLst>
                <a:path extrusionOk="0" h="5920" w="3401">
                  <a:moveTo>
                    <a:pt x="0" y="1"/>
                  </a:moveTo>
                  <a:lnTo>
                    <a:pt x="0" y="1638"/>
                  </a:lnTo>
                  <a:lnTo>
                    <a:pt x="0" y="2141"/>
                  </a:lnTo>
                  <a:lnTo>
                    <a:pt x="0" y="2771"/>
                  </a:lnTo>
                  <a:lnTo>
                    <a:pt x="0" y="3149"/>
                  </a:lnTo>
                  <a:lnTo>
                    <a:pt x="0" y="3905"/>
                  </a:lnTo>
                  <a:lnTo>
                    <a:pt x="378" y="4156"/>
                  </a:lnTo>
                  <a:lnTo>
                    <a:pt x="1007" y="4534"/>
                  </a:lnTo>
                  <a:lnTo>
                    <a:pt x="1259" y="4660"/>
                  </a:lnTo>
                  <a:lnTo>
                    <a:pt x="1385" y="4786"/>
                  </a:lnTo>
                  <a:lnTo>
                    <a:pt x="3400" y="5919"/>
                  </a:lnTo>
                  <a:lnTo>
                    <a:pt x="3400" y="3653"/>
                  </a:lnTo>
                  <a:lnTo>
                    <a:pt x="3400" y="3401"/>
                  </a:lnTo>
                  <a:lnTo>
                    <a:pt x="3400" y="3149"/>
                  </a:lnTo>
                  <a:lnTo>
                    <a:pt x="3400" y="2393"/>
                  </a:lnTo>
                  <a:lnTo>
                    <a:pt x="3400" y="2016"/>
                  </a:lnTo>
                  <a:lnTo>
                    <a:pt x="2645" y="1512"/>
                  </a:lnTo>
                  <a:lnTo>
                    <a:pt x="2519" y="1386"/>
                  </a:lnTo>
                  <a:lnTo>
                    <a:pt x="1889" y="1134"/>
                  </a:lnTo>
                  <a:lnTo>
                    <a:pt x="1385" y="7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4745025" y="4482000"/>
              <a:ext cx="85025" cy="148000"/>
            </a:xfrm>
            <a:custGeom>
              <a:rect b="b" l="l" r="r" t="t"/>
              <a:pathLst>
                <a:path extrusionOk="0" fill="none" h="5920" w="3401">
                  <a:moveTo>
                    <a:pt x="2645" y="1512"/>
                  </a:moveTo>
                  <a:lnTo>
                    <a:pt x="2519" y="1386"/>
                  </a:lnTo>
                  <a:lnTo>
                    <a:pt x="1889" y="1134"/>
                  </a:lnTo>
                  <a:lnTo>
                    <a:pt x="1385" y="756"/>
                  </a:lnTo>
                  <a:lnTo>
                    <a:pt x="0" y="1"/>
                  </a:lnTo>
                  <a:lnTo>
                    <a:pt x="0" y="1638"/>
                  </a:lnTo>
                  <a:lnTo>
                    <a:pt x="0" y="2141"/>
                  </a:lnTo>
                  <a:lnTo>
                    <a:pt x="0" y="2771"/>
                  </a:lnTo>
                  <a:lnTo>
                    <a:pt x="0" y="3149"/>
                  </a:lnTo>
                  <a:lnTo>
                    <a:pt x="0" y="3905"/>
                  </a:lnTo>
                  <a:lnTo>
                    <a:pt x="378" y="4156"/>
                  </a:lnTo>
                  <a:lnTo>
                    <a:pt x="1007" y="4534"/>
                  </a:lnTo>
                  <a:lnTo>
                    <a:pt x="1259" y="4660"/>
                  </a:lnTo>
                  <a:lnTo>
                    <a:pt x="1385" y="4786"/>
                  </a:lnTo>
                  <a:lnTo>
                    <a:pt x="3400" y="5919"/>
                  </a:lnTo>
                  <a:lnTo>
                    <a:pt x="3400" y="3653"/>
                  </a:lnTo>
                  <a:lnTo>
                    <a:pt x="3400" y="3401"/>
                  </a:lnTo>
                  <a:lnTo>
                    <a:pt x="3400" y="3149"/>
                  </a:lnTo>
                  <a:lnTo>
                    <a:pt x="3400" y="2393"/>
                  </a:lnTo>
                  <a:lnTo>
                    <a:pt x="3400" y="2016"/>
                  </a:lnTo>
                  <a:lnTo>
                    <a:pt x="2645" y="15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4745025" y="4516625"/>
              <a:ext cx="66125" cy="44100"/>
            </a:xfrm>
            <a:custGeom>
              <a:rect b="b" l="l" r="r" t="t"/>
              <a:pathLst>
                <a:path extrusionOk="0" h="1764" w="2645">
                  <a:moveTo>
                    <a:pt x="2519" y="1"/>
                  </a:moveTo>
                  <a:lnTo>
                    <a:pt x="0" y="1386"/>
                  </a:lnTo>
                  <a:lnTo>
                    <a:pt x="0" y="1764"/>
                  </a:lnTo>
                  <a:lnTo>
                    <a:pt x="2645" y="127"/>
                  </a:lnTo>
                  <a:lnTo>
                    <a:pt x="2519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4745025" y="4516625"/>
              <a:ext cx="66125" cy="44100"/>
            </a:xfrm>
            <a:custGeom>
              <a:rect b="b" l="l" r="r" t="t"/>
              <a:pathLst>
                <a:path extrusionOk="0" fill="none" h="1764" w="2645">
                  <a:moveTo>
                    <a:pt x="2519" y="1"/>
                  </a:moveTo>
                  <a:lnTo>
                    <a:pt x="0" y="1386"/>
                  </a:lnTo>
                  <a:lnTo>
                    <a:pt x="0" y="1764"/>
                  </a:lnTo>
                  <a:lnTo>
                    <a:pt x="2645" y="127"/>
                  </a:lnTo>
                  <a:lnTo>
                    <a:pt x="25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4745025" y="4510350"/>
              <a:ext cx="62975" cy="40950"/>
            </a:xfrm>
            <a:custGeom>
              <a:rect b="b" l="l" r="r" t="t"/>
              <a:pathLst>
                <a:path extrusionOk="0" h="1638" w="2519">
                  <a:moveTo>
                    <a:pt x="1889" y="0"/>
                  </a:moveTo>
                  <a:lnTo>
                    <a:pt x="0" y="1007"/>
                  </a:lnTo>
                  <a:lnTo>
                    <a:pt x="0" y="1637"/>
                  </a:lnTo>
                  <a:lnTo>
                    <a:pt x="2519" y="252"/>
                  </a:lnTo>
                  <a:lnTo>
                    <a:pt x="1889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4745025" y="4510350"/>
              <a:ext cx="62975" cy="40950"/>
            </a:xfrm>
            <a:custGeom>
              <a:rect b="b" l="l" r="r" t="t"/>
              <a:pathLst>
                <a:path extrusionOk="0" fill="none" h="1638" w="2519">
                  <a:moveTo>
                    <a:pt x="1889" y="0"/>
                  </a:moveTo>
                  <a:lnTo>
                    <a:pt x="0" y="1007"/>
                  </a:lnTo>
                  <a:lnTo>
                    <a:pt x="0" y="1637"/>
                  </a:lnTo>
                  <a:lnTo>
                    <a:pt x="2519" y="252"/>
                  </a:lnTo>
                  <a:lnTo>
                    <a:pt x="188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4745025" y="4500900"/>
              <a:ext cx="47225" cy="34650"/>
            </a:xfrm>
            <a:custGeom>
              <a:rect b="b" l="l" r="r" t="t"/>
              <a:pathLst>
                <a:path extrusionOk="0" h="1386" w="1889">
                  <a:moveTo>
                    <a:pt x="1385" y="0"/>
                  </a:moveTo>
                  <a:lnTo>
                    <a:pt x="0" y="882"/>
                  </a:lnTo>
                  <a:lnTo>
                    <a:pt x="0" y="1385"/>
                  </a:lnTo>
                  <a:lnTo>
                    <a:pt x="1889" y="378"/>
                  </a:lnTo>
                  <a:lnTo>
                    <a:pt x="1385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4745025" y="4500900"/>
              <a:ext cx="47225" cy="34650"/>
            </a:xfrm>
            <a:custGeom>
              <a:rect b="b" l="l" r="r" t="t"/>
              <a:pathLst>
                <a:path extrusionOk="0" fill="none" h="1386" w="1889">
                  <a:moveTo>
                    <a:pt x="1385" y="0"/>
                  </a:moveTo>
                  <a:lnTo>
                    <a:pt x="0" y="882"/>
                  </a:lnTo>
                  <a:lnTo>
                    <a:pt x="0" y="1385"/>
                  </a:lnTo>
                  <a:lnTo>
                    <a:pt x="1889" y="378"/>
                  </a:lnTo>
                  <a:lnTo>
                    <a:pt x="138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4745025" y="4482000"/>
              <a:ext cx="34650" cy="40950"/>
            </a:xfrm>
            <a:custGeom>
              <a:rect b="b" l="l" r="r" t="t"/>
              <a:pathLst>
                <a:path extrusionOk="0" h="1638" w="1386">
                  <a:moveTo>
                    <a:pt x="0" y="1"/>
                  </a:moveTo>
                  <a:lnTo>
                    <a:pt x="0" y="1638"/>
                  </a:lnTo>
                  <a:lnTo>
                    <a:pt x="1385" y="7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4754450" y="4541825"/>
              <a:ext cx="75600" cy="53550"/>
            </a:xfrm>
            <a:custGeom>
              <a:rect b="b" l="l" r="r" t="t"/>
              <a:pathLst>
                <a:path extrusionOk="0" h="2142" w="3024">
                  <a:moveTo>
                    <a:pt x="3023" y="0"/>
                  </a:moveTo>
                  <a:lnTo>
                    <a:pt x="1" y="1763"/>
                  </a:lnTo>
                  <a:lnTo>
                    <a:pt x="630" y="2141"/>
                  </a:lnTo>
                  <a:lnTo>
                    <a:pt x="3023" y="756"/>
                  </a:lnTo>
                  <a:lnTo>
                    <a:pt x="3023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4754450" y="4541825"/>
              <a:ext cx="75600" cy="53550"/>
            </a:xfrm>
            <a:custGeom>
              <a:rect b="b" l="l" r="r" t="t"/>
              <a:pathLst>
                <a:path extrusionOk="0" fill="none" h="2142" w="3024">
                  <a:moveTo>
                    <a:pt x="3023" y="0"/>
                  </a:moveTo>
                  <a:lnTo>
                    <a:pt x="1" y="1763"/>
                  </a:lnTo>
                  <a:lnTo>
                    <a:pt x="630" y="2141"/>
                  </a:lnTo>
                  <a:lnTo>
                    <a:pt x="3023" y="756"/>
                  </a:lnTo>
                  <a:lnTo>
                    <a:pt x="302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4745025" y="4519775"/>
              <a:ext cx="85025" cy="66150"/>
            </a:xfrm>
            <a:custGeom>
              <a:rect b="b" l="l" r="r" t="t"/>
              <a:pathLst>
                <a:path extrusionOk="0" h="2646" w="3401">
                  <a:moveTo>
                    <a:pt x="2645" y="1"/>
                  </a:moveTo>
                  <a:lnTo>
                    <a:pt x="0" y="1638"/>
                  </a:lnTo>
                  <a:lnTo>
                    <a:pt x="0" y="2394"/>
                  </a:lnTo>
                  <a:lnTo>
                    <a:pt x="378" y="2645"/>
                  </a:lnTo>
                  <a:lnTo>
                    <a:pt x="3400" y="882"/>
                  </a:lnTo>
                  <a:lnTo>
                    <a:pt x="3400" y="505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4779650" y="4573300"/>
              <a:ext cx="50400" cy="56700"/>
            </a:xfrm>
            <a:custGeom>
              <a:rect b="b" l="l" r="r" t="t"/>
              <a:pathLst>
                <a:path extrusionOk="0" h="2268" w="2016">
                  <a:moveTo>
                    <a:pt x="2015" y="1"/>
                  </a:moveTo>
                  <a:lnTo>
                    <a:pt x="0" y="1134"/>
                  </a:lnTo>
                  <a:lnTo>
                    <a:pt x="2015" y="2267"/>
                  </a:lnTo>
                  <a:lnTo>
                    <a:pt x="2015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4779650" y="4573300"/>
              <a:ext cx="50400" cy="56700"/>
            </a:xfrm>
            <a:custGeom>
              <a:rect b="b" l="l" r="r" t="t"/>
              <a:pathLst>
                <a:path extrusionOk="0" fill="none" h="2268" w="2016">
                  <a:moveTo>
                    <a:pt x="2015" y="1"/>
                  </a:moveTo>
                  <a:lnTo>
                    <a:pt x="0" y="1134"/>
                  </a:lnTo>
                  <a:lnTo>
                    <a:pt x="2015" y="2267"/>
                  </a:lnTo>
                  <a:lnTo>
                    <a:pt x="20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4776500" y="4567000"/>
              <a:ext cx="53550" cy="34675"/>
            </a:xfrm>
            <a:custGeom>
              <a:rect b="b" l="l" r="r" t="t"/>
              <a:pathLst>
                <a:path extrusionOk="0" h="1387" w="2142">
                  <a:moveTo>
                    <a:pt x="2141" y="1"/>
                  </a:moveTo>
                  <a:lnTo>
                    <a:pt x="0" y="1260"/>
                  </a:lnTo>
                  <a:lnTo>
                    <a:pt x="126" y="1386"/>
                  </a:lnTo>
                  <a:lnTo>
                    <a:pt x="2141" y="253"/>
                  </a:lnTo>
                  <a:lnTo>
                    <a:pt x="214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4776500" y="4567000"/>
              <a:ext cx="53550" cy="34675"/>
            </a:xfrm>
            <a:custGeom>
              <a:rect b="b" l="l" r="r" t="t"/>
              <a:pathLst>
                <a:path extrusionOk="0" fill="none" h="1387" w="2142">
                  <a:moveTo>
                    <a:pt x="2141" y="1"/>
                  </a:moveTo>
                  <a:lnTo>
                    <a:pt x="0" y="1260"/>
                  </a:lnTo>
                  <a:lnTo>
                    <a:pt x="126" y="1386"/>
                  </a:lnTo>
                  <a:lnTo>
                    <a:pt x="2141" y="253"/>
                  </a:lnTo>
                  <a:lnTo>
                    <a:pt x="214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4770200" y="4560700"/>
              <a:ext cx="59850" cy="37825"/>
            </a:xfrm>
            <a:custGeom>
              <a:rect b="b" l="l" r="r" t="t"/>
              <a:pathLst>
                <a:path extrusionOk="0" h="1513" w="2394">
                  <a:moveTo>
                    <a:pt x="2393" y="1"/>
                  </a:moveTo>
                  <a:lnTo>
                    <a:pt x="0" y="1386"/>
                  </a:lnTo>
                  <a:lnTo>
                    <a:pt x="252" y="1512"/>
                  </a:lnTo>
                  <a:lnTo>
                    <a:pt x="2393" y="253"/>
                  </a:lnTo>
                  <a:lnTo>
                    <a:pt x="2393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4729275" y="4453675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0" y="0"/>
                  </a:moveTo>
                  <a:lnTo>
                    <a:pt x="630" y="1134"/>
                  </a:lnTo>
                  <a:lnTo>
                    <a:pt x="4030" y="3149"/>
                  </a:lnTo>
                  <a:lnTo>
                    <a:pt x="4660" y="2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4729275" y="4579600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630" y="1"/>
                  </a:moveTo>
                  <a:lnTo>
                    <a:pt x="0" y="378"/>
                  </a:lnTo>
                  <a:lnTo>
                    <a:pt x="4660" y="3149"/>
                  </a:lnTo>
                  <a:lnTo>
                    <a:pt x="4030" y="2015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4745025" y="4576450"/>
              <a:ext cx="85025" cy="53550"/>
            </a:xfrm>
            <a:custGeom>
              <a:rect b="b" l="l" r="r" t="t"/>
              <a:pathLst>
                <a:path extrusionOk="0" h="2142" w="3401">
                  <a:moveTo>
                    <a:pt x="252" y="1"/>
                  </a:moveTo>
                  <a:lnTo>
                    <a:pt x="0" y="127"/>
                  </a:lnTo>
                  <a:lnTo>
                    <a:pt x="3400" y="2141"/>
                  </a:lnTo>
                  <a:lnTo>
                    <a:pt x="3400" y="1890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4745025" y="4482000"/>
              <a:ext cx="6300" cy="97625"/>
            </a:xfrm>
            <a:custGeom>
              <a:rect b="b" l="l" r="r" t="t"/>
              <a:pathLst>
                <a:path extrusionOk="0" h="3905" w="252">
                  <a:moveTo>
                    <a:pt x="0" y="1"/>
                  </a:moveTo>
                  <a:lnTo>
                    <a:pt x="0" y="3905"/>
                  </a:lnTo>
                  <a:lnTo>
                    <a:pt x="252" y="3779"/>
                  </a:lnTo>
                  <a:lnTo>
                    <a:pt x="252" y="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4845750" y="4519775"/>
              <a:ext cx="6325" cy="138550"/>
            </a:xfrm>
            <a:custGeom>
              <a:rect b="b" l="l" r="r" t="t"/>
              <a:pathLst>
                <a:path extrusionOk="0" h="5542" w="253">
                  <a:moveTo>
                    <a:pt x="253" y="1"/>
                  </a:moveTo>
                  <a:lnTo>
                    <a:pt x="1" y="127"/>
                  </a:lnTo>
                  <a:lnTo>
                    <a:pt x="1" y="5542"/>
                  </a:lnTo>
                  <a:lnTo>
                    <a:pt x="253" y="541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4729275" y="4450525"/>
              <a:ext cx="122800" cy="72425"/>
            </a:xfrm>
            <a:custGeom>
              <a:rect b="b" l="l" r="r" t="t"/>
              <a:pathLst>
                <a:path extrusionOk="0" h="2897" w="4912">
                  <a:moveTo>
                    <a:pt x="252" y="0"/>
                  </a:moveTo>
                  <a:lnTo>
                    <a:pt x="0" y="126"/>
                  </a:lnTo>
                  <a:lnTo>
                    <a:pt x="4660" y="2897"/>
                  </a:lnTo>
                  <a:lnTo>
                    <a:pt x="4912" y="2771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5752450" y="4135700"/>
              <a:ext cx="116525" cy="204650"/>
            </a:xfrm>
            <a:custGeom>
              <a:rect b="b" l="l" r="r" t="t"/>
              <a:pathLst>
                <a:path extrusionOk="0" h="8186" w="4661">
                  <a:moveTo>
                    <a:pt x="4660" y="0"/>
                  </a:moveTo>
                  <a:lnTo>
                    <a:pt x="1" y="2771"/>
                  </a:lnTo>
                  <a:lnTo>
                    <a:pt x="1" y="8186"/>
                  </a:lnTo>
                  <a:lnTo>
                    <a:pt x="4660" y="5415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5752450" y="4135700"/>
              <a:ext cx="116525" cy="204650"/>
            </a:xfrm>
            <a:custGeom>
              <a:rect b="b" l="l" r="r" t="t"/>
              <a:pathLst>
                <a:path extrusionOk="0" fill="none" h="8186" w="4661">
                  <a:moveTo>
                    <a:pt x="4660" y="5415"/>
                  </a:moveTo>
                  <a:lnTo>
                    <a:pt x="4660" y="0"/>
                  </a:lnTo>
                  <a:lnTo>
                    <a:pt x="1" y="2771"/>
                  </a:lnTo>
                  <a:lnTo>
                    <a:pt x="1" y="8186"/>
                  </a:lnTo>
                  <a:lnTo>
                    <a:pt x="4660" y="54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5768200" y="4164025"/>
              <a:ext cx="85025" cy="148000"/>
            </a:xfrm>
            <a:custGeom>
              <a:rect b="b" l="l" r="r" t="t"/>
              <a:pathLst>
                <a:path extrusionOk="0" h="5920" w="3401">
                  <a:moveTo>
                    <a:pt x="3401" y="1"/>
                  </a:moveTo>
                  <a:lnTo>
                    <a:pt x="2016" y="756"/>
                  </a:lnTo>
                  <a:lnTo>
                    <a:pt x="1512" y="1008"/>
                  </a:lnTo>
                  <a:lnTo>
                    <a:pt x="1008" y="1386"/>
                  </a:lnTo>
                  <a:lnTo>
                    <a:pt x="756" y="1512"/>
                  </a:lnTo>
                  <a:lnTo>
                    <a:pt x="1" y="2015"/>
                  </a:lnTo>
                  <a:lnTo>
                    <a:pt x="1" y="2393"/>
                  </a:lnTo>
                  <a:lnTo>
                    <a:pt x="1" y="3023"/>
                  </a:lnTo>
                  <a:lnTo>
                    <a:pt x="1" y="3275"/>
                  </a:lnTo>
                  <a:lnTo>
                    <a:pt x="1" y="3527"/>
                  </a:lnTo>
                  <a:lnTo>
                    <a:pt x="1" y="5919"/>
                  </a:lnTo>
                  <a:lnTo>
                    <a:pt x="2016" y="4660"/>
                  </a:lnTo>
                  <a:lnTo>
                    <a:pt x="2141" y="4534"/>
                  </a:lnTo>
                  <a:lnTo>
                    <a:pt x="2393" y="4408"/>
                  </a:lnTo>
                  <a:lnTo>
                    <a:pt x="3023" y="4156"/>
                  </a:lnTo>
                  <a:lnTo>
                    <a:pt x="3401" y="3904"/>
                  </a:lnTo>
                  <a:lnTo>
                    <a:pt x="3401" y="3023"/>
                  </a:lnTo>
                  <a:lnTo>
                    <a:pt x="3401" y="2771"/>
                  </a:lnTo>
                  <a:lnTo>
                    <a:pt x="3401" y="2141"/>
                  </a:lnTo>
                  <a:lnTo>
                    <a:pt x="3401" y="1512"/>
                  </a:lnTo>
                  <a:lnTo>
                    <a:pt x="34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5768200" y="4164025"/>
              <a:ext cx="85025" cy="148000"/>
            </a:xfrm>
            <a:custGeom>
              <a:rect b="b" l="l" r="r" t="t"/>
              <a:pathLst>
                <a:path extrusionOk="0" fill="none" h="5920" w="3401">
                  <a:moveTo>
                    <a:pt x="756" y="1512"/>
                  </a:moveTo>
                  <a:lnTo>
                    <a:pt x="1008" y="1386"/>
                  </a:lnTo>
                  <a:lnTo>
                    <a:pt x="1512" y="1008"/>
                  </a:lnTo>
                  <a:lnTo>
                    <a:pt x="2016" y="756"/>
                  </a:lnTo>
                  <a:lnTo>
                    <a:pt x="3401" y="1"/>
                  </a:lnTo>
                  <a:lnTo>
                    <a:pt x="3401" y="1512"/>
                  </a:lnTo>
                  <a:lnTo>
                    <a:pt x="3401" y="2141"/>
                  </a:lnTo>
                  <a:lnTo>
                    <a:pt x="3401" y="2771"/>
                  </a:lnTo>
                  <a:lnTo>
                    <a:pt x="3401" y="3023"/>
                  </a:lnTo>
                  <a:lnTo>
                    <a:pt x="3401" y="3904"/>
                  </a:lnTo>
                  <a:lnTo>
                    <a:pt x="3023" y="4156"/>
                  </a:lnTo>
                  <a:lnTo>
                    <a:pt x="2393" y="4408"/>
                  </a:lnTo>
                  <a:lnTo>
                    <a:pt x="2141" y="4534"/>
                  </a:lnTo>
                  <a:lnTo>
                    <a:pt x="2016" y="4660"/>
                  </a:lnTo>
                  <a:lnTo>
                    <a:pt x="1" y="5919"/>
                  </a:lnTo>
                  <a:lnTo>
                    <a:pt x="1" y="3527"/>
                  </a:lnTo>
                  <a:lnTo>
                    <a:pt x="1" y="3275"/>
                  </a:lnTo>
                  <a:lnTo>
                    <a:pt x="1" y="3023"/>
                  </a:lnTo>
                  <a:lnTo>
                    <a:pt x="1" y="2393"/>
                  </a:lnTo>
                  <a:lnTo>
                    <a:pt x="1" y="2015"/>
                  </a:lnTo>
                  <a:lnTo>
                    <a:pt x="756" y="15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5787100" y="4198650"/>
              <a:ext cx="66125" cy="40950"/>
            </a:xfrm>
            <a:custGeom>
              <a:rect b="b" l="l" r="r" t="t"/>
              <a:pathLst>
                <a:path extrusionOk="0" h="1638" w="2645">
                  <a:moveTo>
                    <a:pt x="252" y="1"/>
                  </a:moveTo>
                  <a:lnTo>
                    <a:pt x="0" y="127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5787100" y="4198650"/>
              <a:ext cx="66125" cy="40950"/>
            </a:xfrm>
            <a:custGeom>
              <a:rect b="b" l="l" r="r" t="t"/>
              <a:pathLst>
                <a:path extrusionOk="0" fill="none" h="1638" w="2645">
                  <a:moveTo>
                    <a:pt x="252" y="1"/>
                  </a:moveTo>
                  <a:lnTo>
                    <a:pt x="252" y="1"/>
                  </a:lnTo>
                  <a:lnTo>
                    <a:pt x="0" y="127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5793400" y="4189225"/>
              <a:ext cx="59825" cy="44100"/>
            </a:xfrm>
            <a:custGeom>
              <a:rect b="b" l="l" r="r" t="t"/>
              <a:pathLst>
                <a:path extrusionOk="0" h="1764" w="2393">
                  <a:moveTo>
                    <a:pt x="504" y="0"/>
                  </a:moveTo>
                  <a:lnTo>
                    <a:pt x="0" y="378"/>
                  </a:lnTo>
                  <a:lnTo>
                    <a:pt x="2393" y="1763"/>
                  </a:lnTo>
                  <a:lnTo>
                    <a:pt x="2393" y="1133"/>
                  </a:lnTo>
                  <a:lnTo>
                    <a:pt x="504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5793400" y="4189225"/>
              <a:ext cx="59825" cy="44100"/>
            </a:xfrm>
            <a:custGeom>
              <a:rect b="b" l="l" r="r" t="t"/>
              <a:pathLst>
                <a:path extrusionOk="0" fill="none" h="1764" w="2393">
                  <a:moveTo>
                    <a:pt x="504" y="0"/>
                  </a:moveTo>
                  <a:lnTo>
                    <a:pt x="2393" y="1133"/>
                  </a:lnTo>
                  <a:lnTo>
                    <a:pt x="2393" y="1763"/>
                  </a:lnTo>
                  <a:lnTo>
                    <a:pt x="0" y="378"/>
                  </a:lnTo>
                  <a:lnTo>
                    <a:pt x="50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5805975" y="4182925"/>
              <a:ext cx="47250" cy="34650"/>
            </a:xfrm>
            <a:custGeom>
              <a:rect b="b" l="l" r="r" t="t"/>
              <a:pathLst>
                <a:path extrusionOk="0" h="1386" w="1890">
                  <a:moveTo>
                    <a:pt x="505" y="0"/>
                  </a:moveTo>
                  <a:lnTo>
                    <a:pt x="1" y="252"/>
                  </a:lnTo>
                  <a:lnTo>
                    <a:pt x="1890" y="1385"/>
                  </a:lnTo>
                  <a:lnTo>
                    <a:pt x="1890" y="75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5805975" y="4182925"/>
              <a:ext cx="47250" cy="34650"/>
            </a:xfrm>
            <a:custGeom>
              <a:rect b="b" l="l" r="r" t="t"/>
              <a:pathLst>
                <a:path extrusionOk="0" fill="none" h="1386" w="1890">
                  <a:moveTo>
                    <a:pt x="505" y="0"/>
                  </a:moveTo>
                  <a:lnTo>
                    <a:pt x="505" y="0"/>
                  </a:lnTo>
                  <a:lnTo>
                    <a:pt x="1" y="252"/>
                  </a:lnTo>
                  <a:lnTo>
                    <a:pt x="1890" y="1385"/>
                  </a:lnTo>
                  <a:lnTo>
                    <a:pt x="1890" y="756"/>
                  </a:lnTo>
                  <a:lnTo>
                    <a:pt x="5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5818575" y="4164025"/>
              <a:ext cx="34650" cy="37800"/>
            </a:xfrm>
            <a:custGeom>
              <a:rect b="b" l="l" r="r" t="t"/>
              <a:pathLst>
                <a:path extrusionOk="0" h="1512" w="1386">
                  <a:moveTo>
                    <a:pt x="1386" y="1"/>
                  </a:moveTo>
                  <a:lnTo>
                    <a:pt x="1" y="756"/>
                  </a:lnTo>
                  <a:lnTo>
                    <a:pt x="1386" y="1512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5768200" y="4223850"/>
              <a:ext cx="75575" cy="50400"/>
            </a:xfrm>
            <a:custGeom>
              <a:rect b="b" l="l" r="r" t="t"/>
              <a:pathLst>
                <a:path extrusionOk="0" h="2016" w="3023">
                  <a:moveTo>
                    <a:pt x="1" y="0"/>
                  </a:moveTo>
                  <a:lnTo>
                    <a:pt x="1" y="630"/>
                  </a:lnTo>
                  <a:lnTo>
                    <a:pt x="2393" y="2015"/>
                  </a:lnTo>
                  <a:lnTo>
                    <a:pt x="3023" y="17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5768200" y="4223850"/>
              <a:ext cx="75575" cy="50400"/>
            </a:xfrm>
            <a:custGeom>
              <a:rect b="b" l="l" r="r" t="t"/>
              <a:pathLst>
                <a:path extrusionOk="0" fill="none" h="2016" w="3023">
                  <a:moveTo>
                    <a:pt x="1" y="0"/>
                  </a:moveTo>
                  <a:lnTo>
                    <a:pt x="1" y="630"/>
                  </a:lnTo>
                  <a:lnTo>
                    <a:pt x="2393" y="2015"/>
                  </a:lnTo>
                  <a:lnTo>
                    <a:pt x="3023" y="176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5768200" y="4201800"/>
              <a:ext cx="85025" cy="66150"/>
            </a:xfrm>
            <a:custGeom>
              <a:rect b="b" l="l" r="r" t="t"/>
              <a:pathLst>
                <a:path extrusionOk="0" h="2646" w="3401">
                  <a:moveTo>
                    <a:pt x="756" y="1"/>
                  </a:moveTo>
                  <a:lnTo>
                    <a:pt x="1" y="504"/>
                  </a:lnTo>
                  <a:lnTo>
                    <a:pt x="1" y="882"/>
                  </a:lnTo>
                  <a:lnTo>
                    <a:pt x="3023" y="2645"/>
                  </a:lnTo>
                  <a:lnTo>
                    <a:pt x="3401" y="2393"/>
                  </a:lnTo>
                  <a:lnTo>
                    <a:pt x="3401" y="1512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5768200" y="4252175"/>
              <a:ext cx="50400" cy="59850"/>
            </a:xfrm>
            <a:custGeom>
              <a:rect b="b" l="l" r="r" t="t"/>
              <a:pathLst>
                <a:path extrusionOk="0" h="2394" w="2016">
                  <a:moveTo>
                    <a:pt x="1" y="1"/>
                  </a:moveTo>
                  <a:lnTo>
                    <a:pt x="1" y="2393"/>
                  </a:lnTo>
                  <a:lnTo>
                    <a:pt x="2016" y="1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5768200" y="4252175"/>
              <a:ext cx="50400" cy="59850"/>
            </a:xfrm>
            <a:custGeom>
              <a:rect b="b" l="l" r="r" t="t"/>
              <a:pathLst>
                <a:path extrusionOk="0" fill="none" h="2394" w="2016">
                  <a:moveTo>
                    <a:pt x="1" y="1"/>
                  </a:moveTo>
                  <a:lnTo>
                    <a:pt x="2016" y="1134"/>
                  </a:lnTo>
                  <a:lnTo>
                    <a:pt x="1" y="239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5768200" y="4245875"/>
              <a:ext cx="53550" cy="34675"/>
            </a:xfrm>
            <a:custGeom>
              <a:rect b="b" l="l" r="r" t="t"/>
              <a:pathLst>
                <a:path extrusionOk="0" h="1387" w="2142">
                  <a:moveTo>
                    <a:pt x="1" y="1"/>
                  </a:moveTo>
                  <a:lnTo>
                    <a:pt x="1" y="253"/>
                  </a:lnTo>
                  <a:lnTo>
                    <a:pt x="2016" y="1386"/>
                  </a:lnTo>
                  <a:lnTo>
                    <a:pt x="2141" y="1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5768200" y="4245875"/>
              <a:ext cx="53550" cy="34675"/>
            </a:xfrm>
            <a:custGeom>
              <a:rect b="b" l="l" r="r" t="t"/>
              <a:pathLst>
                <a:path extrusionOk="0" fill="none" h="1387" w="2142">
                  <a:moveTo>
                    <a:pt x="1" y="1"/>
                  </a:moveTo>
                  <a:lnTo>
                    <a:pt x="1" y="253"/>
                  </a:lnTo>
                  <a:lnTo>
                    <a:pt x="2016" y="1386"/>
                  </a:lnTo>
                  <a:lnTo>
                    <a:pt x="2141" y="126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5768200" y="4239575"/>
              <a:ext cx="59850" cy="37825"/>
            </a:xfrm>
            <a:custGeom>
              <a:rect b="b" l="l" r="r" t="t"/>
              <a:pathLst>
                <a:path extrusionOk="0" h="1513" w="2394">
                  <a:moveTo>
                    <a:pt x="1" y="1"/>
                  </a:moveTo>
                  <a:lnTo>
                    <a:pt x="1" y="253"/>
                  </a:lnTo>
                  <a:lnTo>
                    <a:pt x="2141" y="1512"/>
                  </a:lnTo>
                  <a:lnTo>
                    <a:pt x="2393" y="13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5752450" y="4135700"/>
              <a:ext cx="116525" cy="78725"/>
            </a:xfrm>
            <a:custGeom>
              <a:rect b="b" l="l" r="r" t="t"/>
              <a:pathLst>
                <a:path extrusionOk="0" h="3149" w="4661">
                  <a:moveTo>
                    <a:pt x="4660" y="0"/>
                  </a:moveTo>
                  <a:lnTo>
                    <a:pt x="1" y="2771"/>
                  </a:lnTo>
                  <a:lnTo>
                    <a:pt x="631" y="3148"/>
                  </a:lnTo>
                  <a:lnTo>
                    <a:pt x="4031" y="1134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5752450" y="4261625"/>
              <a:ext cx="116525" cy="78725"/>
            </a:xfrm>
            <a:custGeom>
              <a:rect b="b" l="l" r="r" t="t"/>
              <a:pathLst>
                <a:path extrusionOk="0" h="3149" w="4661">
                  <a:moveTo>
                    <a:pt x="4031" y="0"/>
                  </a:moveTo>
                  <a:lnTo>
                    <a:pt x="631" y="2015"/>
                  </a:lnTo>
                  <a:lnTo>
                    <a:pt x="1" y="3149"/>
                  </a:lnTo>
                  <a:lnTo>
                    <a:pt x="4660" y="378"/>
                  </a:lnTo>
                  <a:lnTo>
                    <a:pt x="4031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5768200" y="4258475"/>
              <a:ext cx="85025" cy="53550"/>
            </a:xfrm>
            <a:custGeom>
              <a:rect b="b" l="l" r="r" t="t"/>
              <a:pathLst>
                <a:path extrusionOk="0" h="2142" w="3401">
                  <a:moveTo>
                    <a:pt x="3149" y="1"/>
                  </a:moveTo>
                  <a:lnTo>
                    <a:pt x="1" y="1889"/>
                  </a:lnTo>
                  <a:lnTo>
                    <a:pt x="1" y="2141"/>
                  </a:lnTo>
                  <a:lnTo>
                    <a:pt x="3401" y="126"/>
                  </a:lnTo>
                  <a:lnTo>
                    <a:pt x="3149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5846900" y="4164025"/>
              <a:ext cx="6325" cy="97625"/>
            </a:xfrm>
            <a:custGeom>
              <a:rect b="b" l="l" r="r" t="t"/>
              <a:pathLst>
                <a:path extrusionOk="0" h="3905" w="253">
                  <a:moveTo>
                    <a:pt x="253" y="1"/>
                  </a:moveTo>
                  <a:lnTo>
                    <a:pt x="1" y="127"/>
                  </a:lnTo>
                  <a:lnTo>
                    <a:pt x="1" y="3779"/>
                  </a:lnTo>
                  <a:lnTo>
                    <a:pt x="253" y="3904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5746175" y="4198650"/>
              <a:ext cx="6300" cy="141700"/>
            </a:xfrm>
            <a:custGeom>
              <a:rect b="b" l="l" r="r" t="t"/>
              <a:pathLst>
                <a:path extrusionOk="0" h="5668" w="252">
                  <a:moveTo>
                    <a:pt x="0" y="1"/>
                  </a:moveTo>
                  <a:lnTo>
                    <a:pt x="0" y="5542"/>
                  </a:lnTo>
                  <a:lnTo>
                    <a:pt x="252" y="5668"/>
                  </a:lnTo>
                  <a:lnTo>
                    <a:pt x="252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5746175" y="4132550"/>
              <a:ext cx="122800" cy="72425"/>
            </a:xfrm>
            <a:custGeom>
              <a:rect b="b" l="l" r="r" t="t"/>
              <a:pathLst>
                <a:path extrusionOk="0" h="2897" w="4912">
                  <a:moveTo>
                    <a:pt x="4660" y="0"/>
                  </a:moveTo>
                  <a:lnTo>
                    <a:pt x="0" y="2645"/>
                  </a:lnTo>
                  <a:lnTo>
                    <a:pt x="252" y="2897"/>
                  </a:lnTo>
                  <a:lnTo>
                    <a:pt x="4911" y="126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5327450" y="4378100"/>
              <a:ext cx="116500" cy="204675"/>
            </a:xfrm>
            <a:custGeom>
              <a:rect b="b" l="l" r="r" t="t"/>
              <a:pathLst>
                <a:path extrusionOk="0" h="8187" w="4660">
                  <a:moveTo>
                    <a:pt x="4660" y="1"/>
                  </a:moveTo>
                  <a:lnTo>
                    <a:pt x="0" y="2645"/>
                  </a:lnTo>
                  <a:lnTo>
                    <a:pt x="0" y="8186"/>
                  </a:lnTo>
                  <a:lnTo>
                    <a:pt x="4660" y="5290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5327450" y="4378100"/>
              <a:ext cx="116500" cy="204675"/>
            </a:xfrm>
            <a:custGeom>
              <a:rect b="b" l="l" r="r" t="t"/>
              <a:pathLst>
                <a:path extrusionOk="0" fill="none" h="8187" w="4660">
                  <a:moveTo>
                    <a:pt x="4660" y="5290"/>
                  </a:moveTo>
                  <a:lnTo>
                    <a:pt x="4660" y="1"/>
                  </a:lnTo>
                  <a:lnTo>
                    <a:pt x="0" y="2645"/>
                  </a:lnTo>
                  <a:lnTo>
                    <a:pt x="0" y="8186"/>
                  </a:lnTo>
                  <a:lnTo>
                    <a:pt x="4660" y="529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5343175" y="4403300"/>
              <a:ext cx="85050" cy="151150"/>
            </a:xfrm>
            <a:custGeom>
              <a:rect b="b" l="l" r="r" t="t"/>
              <a:pathLst>
                <a:path extrusionOk="0" h="6046" w="3402">
                  <a:moveTo>
                    <a:pt x="3401" y="0"/>
                  </a:moveTo>
                  <a:lnTo>
                    <a:pt x="2016" y="882"/>
                  </a:lnTo>
                  <a:lnTo>
                    <a:pt x="1512" y="1134"/>
                  </a:lnTo>
                  <a:lnTo>
                    <a:pt x="1008" y="1512"/>
                  </a:lnTo>
                  <a:lnTo>
                    <a:pt x="757" y="1637"/>
                  </a:lnTo>
                  <a:lnTo>
                    <a:pt x="1" y="2015"/>
                  </a:lnTo>
                  <a:lnTo>
                    <a:pt x="1" y="2519"/>
                  </a:lnTo>
                  <a:lnTo>
                    <a:pt x="1" y="3149"/>
                  </a:lnTo>
                  <a:lnTo>
                    <a:pt x="1" y="3401"/>
                  </a:lnTo>
                  <a:lnTo>
                    <a:pt x="1" y="3652"/>
                  </a:lnTo>
                  <a:lnTo>
                    <a:pt x="1" y="6045"/>
                  </a:lnTo>
                  <a:lnTo>
                    <a:pt x="2016" y="4786"/>
                  </a:lnTo>
                  <a:lnTo>
                    <a:pt x="2142" y="4660"/>
                  </a:lnTo>
                  <a:lnTo>
                    <a:pt x="2394" y="4534"/>
                  </a:lnTo>
                  <a:lnTo>
                    <a:pt x="3023" y="4156"/>
                  </a:lnTo>
                  <a:lnTo>
                    <a:pt x="3401" y="4030"/>
                  </a:lnTo>
                  <a:lnTo>
                    <a:pt x="3401" y="3149"/>
                  </a:lnTo>
                  <a:lnTo>
                    <a:pt x="3401" y="2897"/>
                  </a:lnTo>
                  <a:lnTo>
                    <a:pt x="3401" y="2141"/>
                  </a:lnTo>
                  <a:lnTo>
                    <a:pt x="3401" y="1637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5343175" y="4403300"/>
              <a:ext cx="85050" cy="151150"/>
            </a:xfrm>
            <a:custGeom>
              <a:rect b="b" l="l" r="r" t="t"/>
              <a:pathLst>
                <a:path extrusionOk="0" fill="none" h="6046" w="3402">
                  <a:moveTo>
                    <a:pt x="757" y="1637"/>
                  </a:moveTo>
                  <a:lnTo>
                    <a:pt x="1008" y="1512"/>
                  </a:lnTo>
                  <a:lnTo>
                    <a:pt x="1512" y="1134"/>
                  </a:lnTo>
                  <a:lnTo>
                    <a:pt x="2016" y="882"/>
                  </a:lnTo>
                  <a:lnTo>
                    <a:pt x="3401" y="0"/>
                  </a:lnTo>
                  <a:lnTo>
                    <a:pt x="3401" y="1637"/>
                  </a:lnTo>
                  <a:lnTo>
                    <a:pt x="3401" y="2141"/>
                  </a:lnTo>
                  <a:lnTo>
                    <a:pt x="3401" y="2897"/>
                  </a:lnTo>
                  <a:lnTo>
                    <a:pt x="3401" y="3149"/>
                  </a:lnTo>
                  <a:lnTo>
                    <a:pt x="3401" y="4030"/>
                  </a:lnTo>
                  <a:lnTo>
                    <a:pt x="3023" y="4156"/>
                  </a:lnTo>
                  <a:lnTo>
                    <a:pt x="2394" y="4534"/>
                  </a:lnTo>
                  <a:lnTo>
                    <a:pt x="2142" y="4660"/>
                  </a:lnTo>
                  <a:lnTo>
                    <a:pt x="2016" y="4786"/>
                  </a:lnTo>
                  <a:lnTo>
                    <a:pt x="1" y="6045"/>
                  </a:lnTo>
                  <a:lnTo>
                    <a:pt x="1" y="3652"/>
                  </a:lnTo>
                  <a:lnTo>
                    <a:pt x="1" y="3401"/>
                  </a:lnTo>
                  <a:lnTo>
                    <a:pt x="1" y="3149"/>
                  </a:lnTo>
                  <a:lnTo>
                    <a:pt x="1" y="2519"/>
                  </a:lnTo>
                  <a:lnTo>
                    <a:pt x="1" y="2015"/>
                  </a:lnTo>
                  <a:lnTo>
                    <a:pt x="757" y="163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5362075" y="4441075"/>
              <a:ext cx="66150" cy="40950"/>
            </a:xfrm>
            <a:custGeom>
              <a:rect b="b" l="l" r="r" t="t"/>
              <a:pathLst>
                <a:path extrusionOk="0" h="1638" w="2646">
                  <a:moveTo>
                    <a:pt x="252" y="1"/>
                  </a:moveTo>
                  <a:lnTo>
                    <a:pt x="1" y="126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5362075" y="4441075"/>
              <a:ext cx="66150" cy="40950"/>
            </a:xfrm>
            <a:custGeom>
              <a:rect b="b" l="l" r="r" t="t"/>
              <a:pathLst>
                <a:path extrusionOk="0" fill="none" h="1638" w="2646">
                  <a:moveTo>
                    <a:pt x="252" y="1"/>
                  </a:moveTo>
                  <a:lnTo>
                    <a:pt x="252" y="1"/>
                  </a:lnTo>
                  <a:lnTo>
                    <a:pt x="1" y="126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5368375" y="4431625"/>
              <a:ext cx="59850" cy="44100"/>
            </a:xfrm>
            <a:custGeom>
              <a:rect b="b" l="l" r="r" t="t"/>
              <a:pathLst>
                <a:path extrusionOk="0" h="1764" w="2394">
                  <a:moveTo>
                    <a:pt x="504" y="1"/>
                  </a:moveTo>
                  <a:lnTo>
                    <a:pt x="0" y="379"/>
                  </a:lnTo>
                  <a:lnTo>
                    <a:pt x="2393" y="1764"/>
                  </a:lnTo>
                  <a:lnTo>
                    <a:pt x="2393" y="1008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5368375" y="4431625"/>
              <a:ext cx="59850" cy="44100"/>
            </a:xfrm>
            <a:custGeom>
              <a:rect b="b" l="l" r="r" t="t"/>
              <a:pathLst>
                <a:path extrusionOk="0" fill="none" h="1764" w="2394">
                  <a:moveTo>
                    <a:pt x="504" y="1"/>
                  </a:moveTo>
                  <a:lnTo>
                    <a:pt x="2393" y="1008"/>
                  </a:lnTo>
                  <a:lnTo>
                    <a:pt x="2393" y="1764"/>
                  </a:lnTo>
                  <a:lnTo>
                    <a:pt x="0" y="379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5380975" y="4425325"/>
              <a:ext cx="47250" cy="31525"/>
            </a:xfrm>
            <a:custGeom>
              <a:rect b="b" l="l" r="r" t="t"/>
              <a:pathLst>
                <a:path extrusionOk="0" h="1261" w="1890">
                  <a:moveTo>
                    <a:pt x="504" y="1"/>
                  </a:moveTo>
                  <a:lnTo>
                    <a:pt x="0" y="253"/>
                  </a:lnTo>
                  <a:lnTo>
                    <a:pt x="1889" y="1260"/>
                  </a:lnTo>
                  <a:lnTo>
                    <a:pt x="1889" y="75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5380975" y="4425325"/>
              <a:ext cx="47250" cy="31525"/>
            </a:xfrm>
            <a:custGeom>
              <a:rect b="b" l="l" r="r" t="t"/>
              <a:pathLst>
                <a:path extrusionOk="0" fill="none" h="1261" w="1890">
                  <a:moveTo>
                    <a:pt x="504" y="1"/>
                  </a:moveTo>
                  <a:lnTo>
                    <a:pt x="504" y="1"/>
                  </a:lnTo>
                  <a:lnTo>
                    <a:pt x="0" y="253"/>
                  </a:lnTo>
                  <a:lnTo>
                    <a:pt x="1889" y="1260"/>
                  </a:lnTo>
                  <a:lnTo>
                    <a:pt x="1889" y="756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5393550" y="4403300"/>
              <a:ext cx="34675" cy="40950"/>
            </a:xfrm>
            <a:custGeom>
              <a:rect b="b" l="l" r="r" t="t"/>
              <a:pathLst>
                <a:path extrusionOk="0" h="1638" w="1387">
                  <a:moveTo>
                    <a:pt x="1386" y="0"/>
                  </a:moveTo>
                  <a:lnTo>
                    <a:pt x="1" y="882"/>
                  </a:lnTo>
                  <a:lnTo>
                    <a:pt x="1386" y="1637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5343175" y="4466250"/>
              <a:ext cx="75600" cy="50400"/>
            </a:xfrm>
            <a:custGeom>
              <a:rect b="b" l="l" r="r" t="t"/>
              <a:pathLst>
                <a:path extrusionOk="0" h="2016" w="3024">
                  <a:moveTo>
                    <a:pt x="1" y="1"/>
                  </a:moveTo>
                  <a:lnTo>
                    <a:pt x="1" y="631"/>
                  </a:lnTo>
                  <a:lnTo>
                    <a:pt x="2394" y="2016"/>
                  </a:lnTo>
                  <a:lnTo>
                    <a:pt x="3023" y="16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5343175" y="4466250"/>
              <a:ext cx="75600" cy="50400"/>
            </a:xfrm>
            <a:custGeom>
              <a:rect b="b" l="l" r="r" t="t"/>
              <a:pathLst>
                <a:path extrusionOk="0" fill="none" h="2016" w="3024">
                  <a:moveTo>
                    <a:pt x="1" y="1"/>
                  </a:moveTo>
                  <a:lnTo>
                    <a:pt x="1" y="631"/>
                  </a:lnTo>
                  <a:lnTo>
                    <a:pt x="2394" y="2016"/>
                  </a:lnTo>
                  <a:lnTo>
                    <a:pt x="3023" y="163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5343175" y="4444225"/>
              <a:ext cx="85050" cy="63000"/>
            </a:xfrm>
            <a:custGeom>
              <a:rect b="b" l="l" r="r" t="t"/>
              <a:pathLst>
                <a:path extrusionOk="0" h="2520" w="3402">
                  <a:moveTo>
                    <a:pt x="757" y="0"/>
                  </a:moveTo>
                  <a:lnTo>
                    <a:pt x="1" y="378"/>
                  </a:lnTo>
                  <a:lnTo>
                    <a:pt x="1" y="882"/>
                  </a:lnTo>
                  <a:lnTo>
                    <a:pt x="3023" y="2519"/>
                  </a:lnTo>
                  <a:lnTo>
                    <a:pt x="3401" y="2393"/>
                  </a:lnTo>
                  <a:lnTo>
                    <a:pt x="3401" y="1512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343175" y="4494600"/>
              <a:ext cx="50400" cy="59850"/>
            </a:xfrm>
            <a:custGeom>
              <a:rect b="b" l="l" r="r" t="t"/>
              <a:pathLst>
                <a:path extrusionOk="0" h="2394" w="2016">
                  <a:moveTo>
                    <a:pt x="1" y="0"/>
                  </a:moveTo>
                  <a:lnTo>
                    <a:pt x="1" y="2393"/>
                  </a:lnTo>
                  <a:lnTo>
                    <a:pt x="2016" y="1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343175" y="4494600"/>
              <a:ext cx="50400" cy="59850"/>
            </a:xfrm>
            <a:custGeom>
              <a:rect b="b" l="l" r="r" t="t"/>
              <a:pathLst>
                <a:path extrusionOk="0" fill="none" h="2394" w="2016">
                  <a:moveTo>
                    <a:pt x="1" y="0"/>
                  </a:moveTo>
                  <a:lnTo>
                    <a:pt x="2016" y="1134"/>
                  </a:lnTo>
                  <a:lnTo>
                    <a:pt x="1" y="239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5343175" y="4488300"/>
              <a:ext cx="53550" cy="34650"/>
            </a:xfrm>
            <a:custGeom>
              <a:rect b="b" l="l" r="r" t="t"/>
              <a:pathLst>
                <a:path extrusionOk="0" h="1386" w="2142">
                  <a:moveTo>
                    <a:pt x="1" y="1"/>
                  </a:moveTo>
                  <a:lnTo>
                    <a:pt x="1" y="252"/>
                  </a:lnTo>
                  <a:lnTo>
                    <a:pt x="2016" y="1386"/>
                  </a:lnTo>
                  <a:lnTo>
                    <a:pt x="2142" y="1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5343175" y="4488300"/>
              <a:ext cx="53550" cy="34650"/>
            </a:xfrm>
            <a:custGeom>
              <a:rect b="b" l="l" r="r" t="t"/>
              <a:pathLst>
                <a:path extrusionOk="0" fill="none" h="1386" w="2142">
                  <a:moveTo>
                    <a:pt x="1" y="1"/>
                  </a:moveTo>
                  <a:lnTo>
                    <a:pt x="1" y="252"/>
                  </a:lnTo>
                  <a:lnTo>
                    <a:pt x="2016" y="1386"/>
                  </a:lnTo>
                  <a:lnTo>
                    <a:pt x="2142" y="126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5343175" y="4482000"/>
              <a:ext cx="59850" cy="37800"/>
            </a:xfrm>
            <a:custGeom>
              <a:rect b="b" l="l" r="r" t="t"/>
              <a:pathLst>
                <a:path extrusionOk="0" h="1512" w="2394">
                  <a:moveTo>
                    <a:pt x="1" y="1"/>
                  </a:moveTo>
                  <a:lnTo>
                    <a:pt x="1" y="253"/>
                  </a:lnTo>
                  <a:lnTo>
                    <a:pt x="2142" y="1512"/>
                  </a:lnTo>
                  <a:lnTo>
                    <a:pt x="2394" y="13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5327450" y="4378100"/>
              <a:ext cx="116500" cy="75600"/>
            </a:xfrm>
            <a:custGeom>
              <a:rect b="b" l="l" r="r" t="t"/>
              <a:pathLst>
                <a:path extrusionOk="0" h="3024" w="4660">
                  <a:moveTo>
                    <a:pt x="4660" y="1"/>
                  </a:moveTo>
                  <a:lnTo>
                    <a:pt x="0" y="2645"/>
                  </a:lnTo>
                  <a:lnTo>
                    <a:pt x="630" y="3023"/>
                  </a:lnTo>
                  <a:lnTo>
                    <a:pt x="4030" y="1008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5327450" y="4504050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4030" y="0"/>
                  </a:moveTo>
                  <a:lnTo>
                    <a:pt x="630" y="2015"/>
                  </a:lnTo>
                  <a:lnTo>
                    <a:pt x="0" y="3148"/>
                  </a:lnTo>
                  <a:lnTo>
                    <a:pt x="0" y="3148"/>
                  </a:lnTo>
                  <a:lnTo>
                    <a:pt x="4660" y="252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343175" y="4497750"/>
              <a:ext cx="85050" cy="56700"/>
            </a:xfrm>
            <a:custGeom>
              <a:rect b="b" l="l" r="r" t="t"/>
              <a:pathLst>
                <a:path extrusionOk="0" h="2268" w="3402">
                  <a:moveTo>
                    <a:pt x="3149" y="0"/>
                  </a:moveTo>
                  <a:lnTo>
                    <a:pt x="1" y="2015"/>
                  </a:lnTo>
                  <a:lnTo>
                    <a:pt x="1" y="2267"/>
                  </a:lnTo>
                  <a:lnTo>
                    <a:pt x="3401" y="252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5421900" y="4403300"/>
              <a:ext cx="6325" cy="100775"/>
            </a:xfrm>
            <a:custGeom>
              <a:rect b="b" l="l" r="r" t="t"/>
              <a:pathLst>
                <a:path extrusionOk="0" h="4031" w="253">
                  <a:moveTo>
                    <a:pt x="252" y="0"/>
                  </a:moveTo>
                  <a:lnTo>
                    <a:pt x="0" y="126"/>
                  </a:lnTo>
                  <a:lnTo>
                    <a:pt x="0" y="3778"/>
                  </a:lnTo>
                  <a:lnTo>
                    <a:pt x="252" y="4030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5321150" y="4441075"/>
              <a:ext cx="6325" cy="141700"/>
            </a:xfrm>
            <a:custGeom>
              <a:rect b="b" l="l" r="r" t="t"/>
              <a:pathLst>
                <a:path extrusionOk="0" h="5668" w="253">
                  <a:moveTo>
                    <a:pt x="0" y="1"/>
                  </a:moveTo>
                  <a:lnTo>
                    <a:pt x="0" y="5416"/>
                  </a:lnTo>
                  <a:lnTo>
                    <a:pt x="252" y="5667"/>
                  </a:lnTo>
                  <a:lnTo>
                    <a:pt x="252" y="1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5321150" y="4371825"/>
              <a:ext cx="122800" cy="72425"/>
            </a:xfrm>
            <a:custGeom>
              <a:rect b="b" l="l" r="r" t="t"/>
              <a:pathLst>
                <a:path extrusionOk="0" h="2897" w="4912">
                  <a:moveTo>
                    <a:pt x="4660" y="0"/>
                  </a:moveTo>
                  <a:lnTo>
                    <a:pt x="0" y="2771"/>
                  </a:lnTo>
                  <a:lnTo>
                    <a:pt x="252" y="2896"/>
                  </a:lnTo>
                  <a:lnTo>
                    <a:pt x="4912" y="252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5547825" y="4245875"/>
              <a:ext cx="116500" cy="204675"/>
            </a:xfrm>
            <a:custGeom>
              <a:rect b="b" l="l" r="r" t="t"/>
              <a:pathLst>
                <a:path extrusionOk="0" h="8187" w="4660">
                  <a:moveTo>
                    <a:pt x="4660" y="1"/>
                  </a:moveTo>
                  <a:lnTo>
                    <a:pt x="0" y="2771"/>
                  </a:lnTo>
                  <a:lnTo>
                    <a:pt x="0" y="8186"/>
                  </a:lnTo>
                  <a:lnTo>
                    <a:pt x="4660" y="5416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5547825" y="4245875"/>
              <a:ext cx="116500" cy="204675"/>
            </a:xfrm>
            <a:custGeom>
              <a:rect b="b" l="l" r="r" t="t"/>
              <a:pathLst>
                <a:path extrusionOk="0" fill="none" h="8187" w="4660">
                  <a:moveTo>
                    <a:pt x="4660" y="5416"/>
                  </a:moveTo>
                  <a:lnTo>
                    <a:pt x="4660" y="1"/>
                  </a:lnTo>
                  <a:lnTo>
                    <a:pt x="0" y="2771"/>
                  </a:lnTo>
                  <a:lnTo>
                    <a:pt x="0" y="8186"/>
                  </a:lnTo>
                  <a:lnTo>
                    <a:pt x="4660" y="5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5563575" y="4274225"/>
              <a:ext cx="85025" cy="147975"/>
            </a:xfrm>
            <a:custGeom>
              <a:rect b="b" l="l" r="r" t="t"/>
              <a:pathLst>
                <a:path extrusionOk="0" h="5919" w="3401">
                  <a:moveTo>
                    <a:pt x="3400" y="0"/>
                  </a:moveTo>
                  <a:lnTo>
                    <a:pt x="2015" y="756"/>
                  </a:lnTo>
                  <a:lnTo>
                    <a:pt x="1511" y="1008"/>
                  </a:lnTo>
                  <a:lnTo>
                    <a:pt x="882" y="1385"/>
                  </a:lnTo>
                  <a:lnTo>
                    <a:pt x="630" y="1511"/>
                  </a:lnTo>
                  <a:lnTo>
                    <a:pt x="0" y="2015"/>
                  </a:lnTo>
                  <a:lnTo>
                    <a:pt x="0" y="2393"/>
                  </a:lnTo>
                  <a:lnTo>
                    <a:pt x="0" y="3023"/>
                  </a:lnTo>
                  <a:lnTo>
                    <a:pt x="0" y="3274"/>
                  </a:lnTo>
                  <a:lnTo>
                    <a:pt x="0" y="3526"/>
                  </a:lnTo>
                  <a:lnTo>
                    <a:pt x="0" y="5919"/>
                  </a:lnTo>
                  <a:lnTo>
                    <a:pt x="2015" y="4660"/>
                  </a:lnTo>
                  <a:lnTo>
                    <a:pt x="2141" y="4534"/>
                  </a:lnTo>
                  <a:lnTo>
                    <a:pt x="2393" y="4408"/>
                  </a:lnTo>
                  <a:lnTo>
                    <a:pt x="3022" y="4156"/>
                  </a:lnTo>
                  <a:lnTo>
                    <a:pt x="3400" y="3904"/>
                  </a:lnTo>
                  <a:lnTo>
                    <a:pt x="3400" y="3023"/>
                  </a:lnTo>
                  <a:lnTo>
                    <a:pt x="3400" y="2771"/>
                  </a:lnTo>
                  <a:lnTo>
                    <a:pt x="3400" y="2141"/>
                  </a:lnTo>
                  <a:lnTo>
                    <a:pt x="3400" y="1511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5563575" y="4274225"/>
              <a:ext cx="85025" cy="147975"/>
            </a:xfrm>
            <a:custGeom>
              <a:rect b="b" l="l" r="r" t="t"/>
              <a:pathLst>
                <a:path extrusionOk="0" fill="none" h="5919" w="3401">
                  <a:moveTo>
                    <a:pt x="630" y="1511"/>
                  </a:moveTo>
                  <a:lnTo>
                    <a:pt x="882" y="1385"/>
                  </a:lnTo>
                  <a:lnTo>
                    <a:pt x="1511" y="1008"/>
                  </a:lnTo>
                  <a:lnTo>
                    <a:pt x="2015" y="756"/>
                  </a:lnTo>
                  <a:lnTo>
                    <a:pt x="3400" y="0"/>
                  </a:lnTo>
                  <a:lnTo>
                    <a:pt x="3400" y="1511"/>
                  </a:lnTo>
                  <a:lnTo>
                    <a:pt x="3400" y="2141"/>
                  </a:lnTo>
                  <a:lnTo>
                    <a:pt x="3400" y="2771"/>
                  </a:lnTo>
                  <a:lnTo>
                    <a:pt x="3400" y="3023"/>
                  </a:lnTo>
                  <a:lnTo>
                    <a:pt x="3400" y="3904"/>
                  </a:lnTo>
                  <a:lnTo>
                    <a:pt x="3022" y="4156"/>
                  </a:lnTo>
                  <a:lnTo>
                    <a:pt x="2393" y="4408"/>
                  </a:lnTo>
                  <a:lnTo>
                    <a:pt x="2141" y="4534"/>
                  </a:lnTo>
                  <a:lnTo>
                    <a:pt x="2015" y="4660"/>
                  </a:lnTo>
                  <a:lnTo>
                    <a:pt x="0" y="5919"/>
                  </a:lnTo>
                  <a:lnTo>
                    <a:pt x="0" y="3526"/>
                  </a:lnTo>
                  <a:lnTo>
                    <a:pt x="0" y="3274"/>
                  </a:lnTo>
                  <a:lnTo>
                    <a:pt x="0" y="3023"/>
                  </a:lnTo>
                  <a:lnTo>
                    <a:pt x="0" y="2393"/>
                  </a:lnTo>
                  <a:lnTo>
                    <a:pt x="0" y="2015"/>
                  </a:lnTo>
                  <a:lnTo>
                    <a:pt x="630" y="15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5579300" y="4308850"/>
              <a:ext cx="69300" cy="40950"/>
            </a:xfrm>
            <a:custGeom>
              <a:rect b="b" l="l" r="r" t="t"/>
              <a:pathLst>
                <a:path extrusionOk="0" h="1638" w="2772">
                  <a:moveTo>
                    <a:pt x="253" y="0"/>
                  </a:moveTo>
                  <a:lnTo>
                    <a:pt x="1" y="126"/>
                  </a:lnTo>
                  <a:lnTo>
                    <a:pt x="2771" y="1638"/>
                  </a:lnTo>
                  <a:lnTo>
                    <a:pt x="2771" y="138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5579300" y="4308850"/>
              <a:ext cx="69300" cy="40950"/>
            </a:xfrm>
            <a:custGeom>
              <a:rect b="b" l="l" r="r" t="t"/>
              <a:pathLst>
                <a:path extrusionOk="0" fill="none" h="1638" w="2772">
                  <a:moveTo>
                    <a:pt x="253" y="0"/>
                  </a:moveTo>
                  <a:lnTo>
                    <a:pt x="253" y="0"/>
                  </a:lnTo>
                  <a:lnTo>
                    <a:pt x="1" y="126"/>
                  </a:lnTo>
                  <a:lnTo>
                    <a:pt x="2771" y="1638"/>
                  </a:lnTo>
                  <a:lnTo>
                    <a:pt x="2771" y="1386"/>
                  </a:lnTo>
                  <a:lnTo>
                    <a:pt x="25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5585600" y="4299400"/>
              <a:ext cx="63000" cy="44100"/>
            </a:xfrm>
            <a:custGeom>
              <a:rect b="b" l="l" r="r" t="t"/>
              <a:pathLst>
                <a:path extrusionOk="0" h="1764" w="2520">
                  <a:moveTo>
                    <a:pt x="630" y="1"/>
                  </a:moveTo>
                  <a:lnTo>
                    <a:pt x="1" y="378"/>
                  </a:lnTo>
                  <a:lnTo>
                    <a:pt x="2519" y="1764"/>
                  </a:lnTo>
                  <a:lnTo>
                    <a:pt x="2519" y="1134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5585600" y="4299400"/>
              <a:ext cx="63000" cy="44100"/>
            </a:xfrm>
            <a:custGeom>
              <a:rect b="b" l="l" r="r" t="t"/>
              <a:pathLst>
                <a:path extrusionOk="0" fill="none" h="1764" w="2520">
                  <a:moveTo>
                    <a:pt x="630" y="1"/>
                  </a:moveTo>
                  <a:lnTo>
                    <a:pt x="2519" y="1134"/>
                  </a:lnTo>
                  <a:lnTo>
                    <a:pt x="2519" y="1764"/>
                  </a:lnTo>
                  <a:lnTo>
                    <a:pt x="1" y="378"/>
                  </a:lnTo>
                  <a:lnTo>
                    <a:pt x="63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5601350" y="4293100"/>
              <a:ext cx="47250" cy="34650"/>
            </a:xfrm>
            <a:custGeom>
              <a:rect b="b" l="l" r="r" t="t"/>
              <a:pathLst>
                <a:path extrusionOk="0" h="1386" w="1890">
                  <a:moveTo>
                    <a:pt x="504" y="1"/>
                  </a:moveTo>
                  <a:lnTo>
                    <a:pt x="0" y="253"/>
                  </a:lnTo>
                  <a:lnTo>
                    <a:pt x="1889" y="1386"/>
                  </a:lnTo>
                  <a:lnTo>
                    <a:pt x="1889" y="75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5601350" y="4293100"/>
              <a:ext cx="47250" cy="34650"/>
            </a:xfrm>
            <a:custGeom>
              <a:rect b="b" l="l" r="r" t="t"/>
              <a:pathLst>
                <a:path extrusionOk="0" fill="none" h="1386" w="1890">
                  <a:moveTo>
                    <a:pt x="504" y="1"/>
                  </a:moveTo>
                  <a:lnTo>
                    <a:pt x="504" y="1"/>
                  </a:lnTo>
                  <a:lnTo>
                    <a:pt x="0" y="253"/>
                  </a:lnTo>
                  <a:lnTo>
                    <a:pt x="1889" y="1386"/>
                  </a:lnTo>
                  <a:lnTo>
                    <a:pt x="1889" y="756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5613950" y="4274225"/>
              <a:ext cx="34650" cy="37800"/>
            </a:xfrm>
            <a:custGeom>
              <a:rect b="b" l="l" r="r" t="t"/>
              <a:pathLst>
                <a:path extrusionOk="0" h="1512" w="1386">
                  <a:moveTo>
                    <a:pt x="1385" y="0"/>
                  </a:moveTo>
                  <a:lnTo>
                    <a:pt x="0" y="756"/>
                  </a:lnTo>
                  <a:lnTo>
                    <a:pt x="1385" y="1511"/>
                  </a:lnTo>
                  <a:lnTo>
                    <a:pt x="1385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5563575" y="4334025"/>
              <a:ext cx="75575" cy="50400"/>
            </a:xfrm>
            <a:custGeom>
              <a:rect b="b" l="l" r="r" t="t"/>
              <a:pathLst>
                <a:path extrusionOk="0" h="2016" w="3023">
                  <a:moveTo>
                    <a:pt x="0" y="1"/>
                  </a:moveTo>
                  <a:lnTo>
                    <a:pt x="0" y="631"/>
                  </a:lnTo>
                  <a:lnTo>
                    <a:pt x="2393" y="2016"/>
                  </a:lnTo>
                  <a:lnTo>
                    <a:pt x="3022" y="17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5563575" y="4334025"/>
              <a:ext cx="75575" cy="50400"/>
            </a:xfrm>
            <a:custGeom>
              <a:rect b="b" l="l" r="r" t="t"/>
              <a:pathLst>
                <a:path extrusionOk="0" fill="none" h="2016" w="3023">
                  <a:moveTo>
                    <a:pt x="0" y="1"/>
                  </a:moveTo>
                  <a:lnTo>
                    <a:pt x="0" y="631"/>
                  </a:lnTo>
                  <a:lnTo>
                    <a:pt x="2393" y="2016"/>
                  </a:lnTo>
                  <a:lnTo>
                    <a:pt x="3022" y="176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5563575" y="4312000"/>
              <a:ext cx="85025" cy="66125"/>
            </a:xfrm>
            <a:custGeom>
              <a:rect b="b" l="l" r="r" t="t"/>
              <a:pathLst>
                <a:path extrusionOk="0" h="2645" w="3401">
                  <a:moveTo>
                    <a:pt x="630" y="0"/>
                  </a:moveTo>
                  <a:lnTo>
                    <a:pt x="0" y="504"/>
                  </a:lnTo>
                  <a:lnTo>
                    <a:pt x="0" y="882"/>
                  </a:lnTo>
                  <a:lnTo>
                    <a:pt x="3022" y="2645"/>
                  </a:lnTo>
                  <a:lnTo>
                    <a:pt x="3400" y="2393"/>
                  </a:lnTo>
                  <a:lnTo>
                    <a:pt x="3400" y="1512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5563575" y="4362375"/>
              <a:ext cx="50400" cy="59825"/>
            </a:xfrm>
            <a:custGeom>
              <a:rect b="b" l="l" r="r" t="t"/>
              <a:pathLst>
                <a:path extrusionOk="0" h="2393" w="2016">
                  <a:moveTo>
                    <a:pt x="0" y="0"/>
                  </a:moveTo>
                  <a:lnTo>
                    <a:pt x="0" y="2393"/>
                  </a:lnTo>
                  <a:lnTo>
                    <a:pt x="2015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5563575" y="4362375"/>
              <a:ext cx="50400" cy="59825"/>
            </a:xfrm>
            <a:custGeom>
              <a:rect b="b" l="l" r="r" t="t"/>
              <a:pathLst>
                <a:path extrusionOk="0" fill="none" h="2393" w="2016">
                  <a:moveTo>
                    <a:pt x="0" y="0"/>
                  </a:moveTo>
                  <a:lnTo>
                    <a:pt x="2015" y="1134"/>
                  </a:lnTo>
                  <a:lnTo>
                    <a:pt x="0" y="239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5563575" y="4356075"/>
              <a:ext cx="53525" cy="34650"/>
            </a:xfrm>
            <a:custGeom>
              <a:rect b="b" l="l" r="r" t="t"/>
              <a:pathLst>
                <a:path extrusionOk="0" h="1386" w="2141">
                  <a:moveTo>
                    <a:pt x="0" y="0"/>
                  </a:moveTo>
                  <a:lnTo>
                    <a:pt x="0" y="252"/>
                  </a:lnTo>
                  <a:lnTo>
                    <a:pt x="2015" y="1386"/>
                  </a:lnTo>
                  <a:lnTo>
                    <a:pt x="2141" y="1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5563575" y="4356075"/>
              <a:ext cx="53525" cy="34650"/>
            </a:xfrm>
            <a:custGeom>
              <a:rect b="b" l="l" r="r" t="t"/>
              <a:pathLst>
                <a:path extrusionOk="0" fill="none" h="1386" w="2141">
                  <a:moveTo>
                    <a:pt x="0" y="0"/>
                  </a:moveTo>
                  <a:lnTo>
                    <a:pt x="0" y="252"/>
                  </a:lnTo>
                  <a:lnTo>
                    <a:pt x="2015" y="1386"/>
                  </a:lnTo>
                  <a:lnTo>
                    <a:pt x="2141" y="126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5563575" y="4349775"/>
              <a:ext cx="59825" cy="37800"/>
            </a:xfrm>
            <a:custGeom>
              <a:rect b="b" l="l" r="r" t="t"/>
              <a:pathLst>
                <a:path extrusionOk="0" h="1512" w="2393">
                  <a:moveTo>
                    <a:pt x="0" y="1"/>
                  </a:moveTo>
                  <a:lnTo>
                    <a:pt x="0" y="252"/>
                  </a:lnTo>
                  <a:lnTo>
                    <a:pt x="2141" y="1512"/>
                  </a:lnTo>
                  <a:lnTo>
                    <a:pt x="2393" y="13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5547825" y="4245875"/>
              <a:ext cx="116500" cy="78750"/>
            </a:xfrm>
            <a:custGeom>
              <a:rect b="b" l="l" r="r" t="t"/>
              <a:pathLst>
                <a:path extrusionOk="0" h="3150" w="4660">
                  <a:moveTo>
                    <a:pt x="4660" y="1"/>
                  </a:moveTo>
                  <a:lnTo>
                    <a:pt x="0" y="2771"/>
                  </a:lnTo>
                  <a:lnTo>
                    <a:pt x="630" y="3149"/>
                  </a:lnTo>
                  <a:lnTo>
                    <a:pt x="4030" y="1134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5547825" y="4371825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4030" y="0"/>
                  </a:moveTo>
                  <a:lnTo>
                    <a:pt x="630" y="2015"/>
                  </a:lnTo>
                  <a:lnTo>
                    <a:pt x="0" y="3148"/>
                  </a:lnTo>
                  <a:lnTo>
                    <a:pt x="4660" y="378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5563575" y="4368675"/>
              <a:ext cx="85025" cy="53525"/>
            </a:xfrm>
            <a:custGeom>
              <a:rect b="b" l="l" r="r" t="t"/>
              <a:pathLst>
                <a:path extrusionOk="0" h="2141" w="3401">
                  <a:moveTo>
                    <a:pt x="3148" y="0"/>
                  </a:moveTo>
                  <a:lnTo>
                    <a:pt x="0" y="1889"/>
                  </a:lnTo>
                  <a:lnTo>
                    <a:pt x="0" y="2141"/>
                  </a:lnTo>
                  <a:lnTo>
                    <a:pt x="3400" y="126"/>
                  </a:lnTo>
                  <a:lnTo>
                    <a:pt x="314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5642275" y="4274225"/>
              <a:ext cx="6325" cy="97625"/>
            </a:xfrm>
            <a:custGeom>
              <a:rect b="b" l="l" r="r" t="t"/>
              <a:pathLst>
                <a:path extrusionOk="0" h="3905" w="253">
                  <a:moveTo>
                    <a:pt x="252" y="0"/>
                  </a:moveTo>
                  <a:lnTo>
                    <a:pt x="0" y="126"/>
                  </a:lnTo>
                  <a:lnTo>
                    <a:pt x="0" y="3778"/>
                  </a:lnTo>
                  <a:lnTo>
                    <a:pt x="252" y="3904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5541525" y="4308850"/>
              <a:ext cx="6325" cy="141700"/>
            </a:xfrm>
            <a:custGeom>
              <a:rect b="b" l="l" r="r" t="t"/>
              <a:pathLst>
                <a:path extrusionOk="0" h="5668" w="253">
                  <a:moveTo>
                    <a:pt x="1" y="0"/>
                  </a:moveTo>
                  <a:lnTo>
                    <a:pt x="1" y="5541"/>
                  </a:lnTo>
                  <a:lnTo>
                    <a:pt x="252" y="5667"/>
                  </a:lnTo>
                  <a:lnTo>
                    <a:pt x="252" y="2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5541525" y="4242725"/>
              <a:ext cx="122800" cy="72450"/>
            </a:xfrm>
            <a:custGeom>
              <a:rect b="b" l="l" r="r" t="t"/>
              <a:pathLst>
                <a:path extrusionOk="0" h="2898" w="4912">
                  <a:moveTo>
                    <a:pt x="4660" y="1"/>
                  </a:moveTo>
                  <a:lnTo>
                    <a:pt x="1" y="2645"/>
                  </a:lnTo>
                  <a:lnTo>
                    <a:pt x="252" y="2897"/>
                  </a:lnTo>
                  <a:lnTo>
                    <a:pt x="4912" y="127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5752450" y="3773650"/>
              <a:ext cx="116525" cy="204650"/>
            </a:xfrm>
            <a:custGeom>
              <a:rect b="b" l="l" r="r" t="t"/>
              <a:pathLst>
                <a:path extrusionOk="0" h="8186" w="4661">
                  <a:moveTo>
                    <a:pt x="4660" y="0"/>
                  </a:moveTo>
                  <a:lnTo>
                    <a:pt x="1" y="2771"/>
                  </a:lnTo>
                  <a:lnTo>
                    <a:pt x="1" y="8186"/>
                  </a:lnTo>
                  <a:lnTo>
                    <a:pt x="4660" y="5415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5752450" y="3773650"/>
              <a:ext cx="116525" cy="204650"/>
            </a:xfrm>
            <a:custGeom>
              <a:rect b="b" l="l" r="r" t="t"/>
              <a:pathLst>
                <a:path extrusionOk="0" fill="none" h="8186" w="4661">
                  <a:moveTo>
                    <a:pt x="4660" y="5415"/>
                  </a:moveTo>
                  <a:lnTo>
                    <a:pt x="4660" y="0"/>
                  </a:lnTo>
                  <a:lnTo>
                    <a:pt x="1" y="2771"/>
                  </a:lnTo>
                  <a:lnTo>
                    <a:pt x="1" y="8186"/>
                  </a:lnTo>
                  <a:lnTo>
                    <a:pt x="4660" y="54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5768200" y="3801975"/>
              <a:ext cx="85025" cy="148000"/>
            </a:xfrm>
            <a:custGeom>
              <a:rect b="b" l="l" r="r" t="t"/>
              <a:pathLst>
                <a:path extrusionOk="0" h="5920" w="3401">
                  <a:moveTo>
                    <a:pt x="3401" y="0"/>
                  </a:moveTo>
                  <a:lnTo>
                    <a:pt x="2016" y="756"/>
                  </a:lnTo>
                  <a:lnTo>
                    <a:pt x="1512" y="1008"/>
                  </a:lnTo>
                  <a:lnTo>
                    <a:pt x="1008" y="1386"/>
                  </a:lnTo>
                  <a:lnTo>
                    <a:pt x="756" y="1512"/>
                  </a:lnTo>
                  <a:lnTo>
                    <a:pt x="1" y="2015"/>
                  </a:lnTo>
                  <a:lnTo>
                    <a:pt x="1" y="2393"/>
                  </a:lnTo>
                  <a:lnTo>
                    <a:pt x="1" y="3023"/>
                  </a:lnTo>
                  <a:lnTo>
                    <a:pt x="1" y="3275"/>
                  </a:lnTo>
                  <a:lnTo>
                    <a:pt x="1" y="3527"/>
                  </a:lnTo>
                  <a:lnTo>
                    <a:pt x="1" y="5919"/>
                  </a:lnTo>
                  <a:lnTo>
                    <a:pt x="2016" y="4660"/>
                  </a:lnTo>
                  <a:lnTo>
                    <a:pt x="2141" y="4534"/>
                  </a:lnTo>
                  <a:lnTo>
                    <a:pt x="2393" y="4408"/>
                  </a:lnTo>
                  <a:lnTo>
                    <a:pt x="3023" y="4156"/>
                  </a:lnTo>
                  <a:lnTo>
                    <a:pt x="3401" y="3904"/>
                  </a:lnTo>
                  <a:lnTo>
                    <a:pt x="3401" y="3023"/>
                  </a:lnTo>
                  <a:lnTo>
                    <a:pt x="3401" y="2771"/>
                  </a:lnTo>
                  <a:lnTo>
                    <a:pt x="3401" y="2141"/>
                  </a:lnTo>
                  <a:lnTo>
                    <a:pt x="3401" y="1512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5768200" y="3801975"/>
              <a:ext cx="85025" cy="148000"/>
            </a:xfrm>
            <a:custGeom>
              <a:rect b="b" l="l" r="r" t="t"/>
              <a:pathLst>
                <a:path extrusionOk="0" fill="none" h="5920" w="3401">
                  <a:moveTo>
                    <a:pt x="756" y="1512"/>
                  </a:moveTo>
                  <a:lnTo>
                    <a:pt x="1008" y="1386"/>
                  </a:lnTo>
                  <a:lnTo>
                    <a:pt x="1512" y="1008"/>
                  </a:lnTo>
                  <a:lnTo>
                    <a:pt x="2016" y="756"/>
                  </a:lnTo>
                  <a:lnTo>
                    <a:pt x="3401" y="0"/>
                  </a:lnTo>
                  <a:lnTo>
                    <a:pt x="3401" y="1512"/>
                  </a:lnTo>
                  <a:lnTo>
                    <a:pt x="3401" y="2141"/>
                  </a:lnTo>
                  <a:lnTo>
                    <a:pt x="3401" y="2771"/>
                  </a:lnTo>
                  <a:lnTo>
                    <a:pt x="3401" y="3023"/>
                  </a:lnTo>
                  <a:lnTo>
                    <a:pt x="3401" y="3904"/>
                  </a:lnTo>
                  <a:lnTo>
                    <a:pt x="3023" y="4156"/>
                  </a:lnTo>
                  <a:lnTo>
                    <a:pt x="2393" y="4408"/>
                  </a:lnTo>
                  <a:lnTo>
                    <a:pt x="2141" y="4534"/>
                  </a:lnTo>
                  <a:lnTo>
                    <a:pt x="2016" y="4660"/>
                  </a:lnTo>
                  <a:lnTo>
                    <a:pt x="1" y="5919"/>
                  </a:lnTo>
                  <a:lnTo>
                    <a:pt x="1" y="3527"/>
                  </a:lnTo>
                  <a:lnTo>
                    <a:pt x="1" y="3275"/>
                  </a:lnTo>
                  <a:lnTo>
                    <a:pt x="1" y="3023"/>
                  </a:lnTo>
                  <a:lnTo>
                    <a:pt x="1" y="2393"/>
                  </a:lnTo>
                  <a:lnTo>
                    <a:pt x="1" y="2015"/>
                  </a:lnTo>
                  <a:lnTo>
                    <a:pt x="756" y="15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5787100" y="3836600"/>
              <a:ext cx="66125" cy="40950"/>
            </a:xfrm>
            <a:custGeom>
              <a:rect b="b" l="l" r="r" t="t"/>
              <a:pathLst>
                <a:path extrusionOk="0" h="1638" w="2645">
                  <a:moveTo>
                    <a:pt x="252" y="1"/>
                  </a:moveTo>
                  <a:lnTo>
                    <a:pt x="0" y="127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787100" y="3836600"/>
              <a:ext cx="66125" cy="40950"/>
            </a:xfrm>
            <a:custGeom>
              <a:rect b="b" l="l" r="r" t="t"/>
              <a:pathLst>
                <a:path extrusionOk="0" fill="none" h="1638" w="2645">
                  <a:moveTo>
                    <a:pt x="252" y="1"/>
                  </a:moveTo>
                  <a:lnTo>
                    <a:pt x="252" y="1"/>
                  </a:lnTo>
                  <a:lnTo>
                    <a:pt x="0" y="127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5793400" y="3827150"/>
              <a:ext cx="59825" cy="44100"/>
            </a:xfrm>
            <a:custGeom>
              <a:rect b="b" l="l" r="r" t="t"/>
              <a:pathLst>
                <a:path extrusionOk="0" h="1764" w="2393">
                  <a:moveTo>
                    <a:pt x="504" y="1"/>
                  </a:moveTo>
                  <a:lnTo>
                    <a:pt x="0" y="379"/>
                  </a:lnTo>
                  <a:lnTo>
                    <a:pt x="2393" y="1764"/>
                  </a:lnTo>
                  <a:lnTo>
                    <a:pt x="2393" y="1134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5793400" y="3827150"/>
              <a:ext cx="59825" cy="44100"/>
            </a:xfrm>
            <a:custGeom>
              <a:rect b="b" l="l" r="r" t="t"/>
              <a:pathLst>
                <a:path extrusionOk="0" fill="none" h="1764" w="2393">
                  <a:moveTo>
                    <a:pt x="504" y="1"/>
                  </a:moveTo>
                  <a:lnTo>
                    <a:pt x="2393" y="1134"/>
                  </a:lnTo>
                  <a:lnTo>
                    <a:pt x="2393" y="1764"/>
                  </a:lnTo>
                  <a:lnTo>
                    <a:pt x="0" y="379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5805975" y="3820875"/>
              <a:ext cx="47250" cy="34650"/>
            </a:xfrm>
            <a:custGeom>
              <a:rect b="b" l="l" r="r" t="t"/>
              <a:pathLst>
                <a:path extrusionOk="0" h="1386" w="1890">
                  <a:moveTo>
                    <a:pt x="505" y="0"/>
                  </a:moveTo>
                  <a:lnTo>
                    <a:pt x="1" y="252"/>
                  </a:lnTo>
                  <a:lnTo>
                    <a:pt x="1890" y="1385"/>
                  </a:lnTo>
                  <a:lnTo>
                    <a:pt x="1890" y="75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5805975" y="3820875"/>
              <a:ext cx="47250" cy="34650"/>
            </a:xfrm>
            <a:custGeom>
              <a:rect b="b" l="l" r="r" t="t"/>
              <a:pathLst>
                <a:path extrusionOk="0" fill="none" h="1386" w="1890">
                  <a:moveTo>
                    <a:pt x="505" y="0"/>
                  </a:moveTo>
                  <a:lnTo>
                    <a:pt x="505" y="0"/>
                  </a:lnTo>
                  <a:lnTo>
                    <a:pt x="1" y="252"/>
                  </a:lnTo>
                  <a:lnTo>
                    <a:pt x="1890" y="1385"/>
                  </a:lnTo>
                  <a:lnTo>
                    <a:pt x="1890" y="756"/>
                  </a:lnTo>
                  <a:lnTo>
                    <a:pt x="5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5818575" y="3801975"/>
              <a:ext cx="34650" cy="37800"/>
            </a:xfrm>
            <a:custGeom>
              <a:rect b="b" l="l" r="r" t="t"/>
              <a:pathLst>
                <a:path extrusionOk="0" h="1512" w="1386">
                  <a:moveTo>
                    <a:pt x="1386" y="0"/>
                  </a:moveTo>
                  <a:lnTo>
                    <a:pt x="1" y="756"/>
                  </a:lnTo>
                  <a:lnTo>
                    <a:pt x="1386" y="1512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5768200" y="3861800"/>
              <a:ext cx="75575" cy="50400"/>
            </a:xfrm>
            <a:custGeom>
              <a:rect b="b" l="l" r="r" t="t"/>
              <a:pathLst>
                <a:path extrusionOk="0" h="2016" w="3023">
                  <a:moveTo>
                    <a:pt x="1" y="0"/>
                  </a:moveTo>
                  <a:lnTo>
                    <a:pt x="1" y="630"/>
                  </a:lnTo>
                  <a:lnTo>
                    <a:pt x="2393" y="2015"/>
                  </a:lnTo>
                  <a:lnTo>
                    <a:pt x="3023" y="17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5768200" y="3861800"/>
              <a:ext cx="75575" cy="50400"/>
            </a:xfrm>
            <a:custGeom>
              <a:rect b="b" l="l" r="r" t="t"/>
              <a:pathLst>
                <a:path extrusionOk="0" fill="none" h="2016" w="3023">
                  <a:moveTo>
                    <a:pt x="1" y="0"/>
                  </a:moveTo>
                  <a:lnTo>
                    <a:pt x="1" y="630"/>
                  </a:lnTo>
                  <a:lnTo>
                    <a:pt x="2393" y="2015"/>
                  </a:lnTo>
                  <a:lnTo>
                    <a:pt x="3023" y="176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5768200" y="3839750"/>
              <a:ext cx="85025" cy="66150"/>
            </a:xfrm>
            <a:custGeom>
              <a:rect b="b" l="l" r="r" t="t"/>
              <a:pathLst>
                <a:path extrusionOk="0" h="2646" w="3401">
                  <a:moveTo>
                    <a:pt x="756" y="1"/>
                  </a:moveTo>
                  <a:lnTo>
                    <a:pt x="1" y="504"/>
                  </a:lnTo>
                  <a:lnTo>
                    <a:pt x="1" y="882"/>
                  </a:lnTo>
                  <a:lnTo>
                    <a:pt x="3023" y="2645"/>
                  </a:lnTo>
                  <a:lnTo>
                    <a:pt x="3401" y="2393"/>
                  </a:lnTo>
                  <a:lnTo>
                    <a:pt x="3401" y="1512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5768200" y="3890125"/>
              <a:ext cx="50400" cy="59850"/>
            </a:xfrm>
            <a:custGeom>
              <a:rect b="b" l="l" r="r" t="t"/>
              <a:pathLst>
                <a:path extrusionOk="0" h="2394" w="2016">
                  <a:moveTo>
                    <a:pt x="1" y="1"/>
                  </a:moveTo>
                  <a:lnTo>
                    <a:pt x="1" y="2393"/>
                  </a:lnTo>
                  <a:lnTo>
                    <a:pt x="2016" y="1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5768200" y="3890125"/>
              <a:ext cx="50400" cy="59850"/>
            </a:xfrm>
            <a:custGeom>
              <a:rect b="b" l="l" r="r" t="t"/>
              <a:pathLst>
                <a:path extrusionOk="0" fill="none" h="2394" w="2016">
                  <a:moveTo>
                    <a:pt x="1" y="1"/>
                  </a:moveTo>
                  <a:lnTo>
                    <a:pt x="2016" y="1134"/>
                  </a:lnTo>
                  <a:lnTo>
                    <a:pt x="1" y="239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5768200" y="3883825"/>
              <a:ext cx="53550" cy="34650"/>
            </a:xfrm>
            <a:custGeom>
              <a:rect b="b" l="l" r="r" t="t"/>
              <a:pathLst>
                <a:path extrusionOk="0" h="1386" w="2142">
                  <a:moveTo>
                    <a:pt x="1" y="1"/>
                  </a:moveTo>
                  <a:lnTo>
                    <a:pt x="1" y="253"/>
                  </a:lnTo>
                  <a:lnTo>
                    <a:pt x="2016" y="1386"/>
                  </a:lnTo>
                  <a:lnTo>
                    <a:pt x="2141" y="1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5768200" y="3883825"/>
              <a:ext cx="53550" cy="34650"/>
            </a:xfrm>
            <a:custGeom>
              <a:rect b="b" l="l" r="r" t="t"/>
              <a:pathLst>
                <a:path extrusionOk="0" fill="none" h="1386" w="2142">
                  <a:moveTo>
                    <a:pt x="1" y="1"/>
                  </a:moveTo>
                  <a:lnTo>
                    <a:pt x="1" y="253"/>
                  </a:lnTo>
                  <a:lnTo>
                    <a:pt x="2016" y="1386"/>
                  </a:lnTo>
                  <a:lnTo>
                    <a:pt x="2141" y="126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5768200" y="3877525"/>
              <a:ext cx="59850" cy="37800"/>
            </a:xfrm>
            <a:custGeom>
              <a:rect b="b" l="l" r="r" t="t"/>
              <a:pathLst>
                <a:path extrusionOk="0" h="1512" w="2394">
                  <a:moveTo>
                    <a:pt x="1" y="1"/>
                  </a:moveTo>
                  <a:lnTo>
                    <a:pt x="1" y="253"/>
                  </a:lnTo>
                  <a:lnTo>
                    <a:pt x="2141" y="1512"/>
                  </a:lnTo>
                  <a:lnTo>
                    <a:pt x="2393" y="13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5752450" y="3773650"/>
              <a:ext cx="116525" cy="78725"/>
            </a:xfrm>
            <a:custGeom>
              <a:rect b="b" l="l" r="r" t="t"/>
              <a:pathLst>
                <a:path extrusionOk="0" h="3149" w="4661">
                  <a:moveTo>
                    <a:pt x="4660" y="0"/>
                  </a:moveTo>
                  <a:lnTo>
                    <a:pt x="1" y="2771"/>
                  </a:lnTo>
                  <a:lnTo>
                    <a:pt x="631" y="3148"/>
                  </a:lnTo>
                  <a:lnTo>
                    <a:pt x="4031" y="1133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5752450" y="3899575"/>
              <a:ext cx="116525" cy="78725"/>
            </a:xfrm>
            <a:custGeom>
              <a:rect b="b" l="l" r="r" t="t"/>
              <a:pathLst>
                <a:path extrusionOk="0" h="3149" w="4661">
                  <a:moveTo>
                    <a:pt x="4031" y="0"/>
                  </a:moveTo>
                  <a:lnTo>
                    <a:pt x="631" y="2015"/>
                  </a:lnTo>
                  <a:lnTo>
                    <a:pt x="1" y="3149"/>
                  </a:lnTo>
                  <a:lnTo>
                    <a:pt x="4660" y="378"/>
                  </a:lnTo>
                  <a:lnTo>
                    <a:pt x="4031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5768200" y="3896425"/>
              <a:ext cx="85025" cy="53550"/>
            </a:xfrm>
            <a:custGeom>
              <a:rect b="b" l="l" r="r" t="t"/>
              <a:pathLst>
                <a:path extrusionOk="0" h="2142" w="3401">
                  <a:moveTo>
                    <a:pt x="3149" y="0"/>
                  </a:moveTo>
                  <a:lnTo>
                    <a:pt x="1" y="1889"/>
                  </a:lnTo>
                  <a:lnTo>
                    <a:pt x="1" y="2141"/>
                  </a:lnTo>
                  <a:lnTo>
                    <a:pt x="3401" y="126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5846900" y="3801975"/>
              <a:ext cx="6325" cy="97625"/>
            </a:xfrm>
            <a:custGeom>
              <a:rect b="b" l="l" r="r" t="t"/>
              <a:pathLst>
                <a:path extrusionOk="0" h="3905" w="253">
                  <a:moveTo>
                    <a:pt x="253" y="0"/>
                  </a:moveTo>
                  <a:lnTo>
                    <a:pt x="1" y="126"/>
                  </a:lnTo>
                  <a:lnTo>
                    <a:pt x="1" y="3778"/>
                  </a:lnTo>
                  <a:lnTo>
                    <a:pt x="253" y="390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5746175" y="3836600"/>
              <a:ext cx="6300" cy="141700"/>
            </a:xfrm>
            <a:custGeom>
              <a:rect b="b" l="l" r="r" t="t"/>
              <a:pathLst>
                <a:path extrusionOk="0" h="5668" w="252">
                  <a:moveTo>
                    <a:pt x="0" y="1"/>
                  </a:moveTo>
                  <a:lnTo>
                    <a:pt x="0" y="5542"/>
                  </a:lnTo>
                  <a:lnTo>
                    <a:pt x="252" y="5668"/>
                  </a:lnTo>
                  <a:lnTo>
                    <a:pt x="252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5746175" y="3770500"/>
              <a:ext cx="122800" cy="72425"/>
            </a:xfrm>
            <a:custGeom>
              <a:rect b="b" l="l" r="r" t="t"/>
              <a:pathLst>
                <a:path extrusionOk="0" h="2897" w="4912">
                  <a:moveTo>
                    <a:pt x="4660" y="0"/>
                  </a:moveTo>
                  <a:lnTo>
                    <a:pt x="0" y="2645"/>
                  </a:lnTo>
                  <a:lnTo>
                    <a:pt x="252" y="2897"/>
                  </a:lnTo>
                  <a:lnTo>
                    <a:pt x="4911" y="126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5327450" y="4016050"/>
              <a:ext cx="116500" cy="204675"/>
            </a:xfrm>
            <a:custGeom>
              <a:rect b="b" l="l" r="r" t="t"/>
              <a:pathLst>
                <a:path extrusionOk="0" h="8187" w="4660">
                  <a:moveTo>
                    <a:pt x="4660" y="1"/>
                  </a:moveTo>
                  <a:lnTo>
                    <a:pt x="0" y="2645"/>
                  </a:lnTo>
                  <a:lnTo>
                    <a:pt x="0" y="8186"/>
                  </a:lnTo>
                  <a:lnTo>
                    <a:pt x="4660" y="5416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5327450" y="4016050"/>
              <a:ext cx="116500" cy="204675"/>
            </a:xfrm>
            <a:custGeom>
              <a:rect b="b" l="l" r="r" t="t"/>
              <a:pathLst>
                <a:path extrusionOk="0" fill="none" h="8187" w="4660">
                  <a:moveTo>
                    <a:pt x="4660" y="5416"/>
                  </a:moveTo>
                  <a:lnTo>
                    <a:pt x="4660" y="1"/>
                  </a:lnTo>
                  <a:lnTo>
                    <a:pt x="0" y="2645"/>
                  </a:lnTo>
                  <a:lnTo>
                    <a:pt x="0" y="8186"/>
                  </a:lnTo>
                  <a:lnTo>
                    <a:pt x="4660" y="5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5343175" y="4044400"/>
              <a:ext cx="85050" cy="147975"/>
            </a:xfrm>
            <a:custGeom>
              <a:rect b="b" l="l" r="r" t="t"/>
              <a:pathLst>
                <a:path extrusionOk="0" h="5919" w="3402">
                  <a:moveTo>
                    <a:pt x="3401" y="0"/>
                  </a:moveTo>
                  <a:lnTo>
                    <a:pt x="2016" y="756"/>
                  </a:lnTo>
                  <a:lnTo>
                    <a:pt x="1512" y="1008"/>
                  </a:lnTo>
                  <a:lnTo>
                    <a:pt x="1008" y="1385"/>
                  </a:lnTo>
                  <a:lnTo>
                    <a:pt x="757" y="1511"/>
                  </a:lnTo>
                  <a:lnTo>
                    <a:pt x="1" y="1889"/>
                  </a:lnTo>
                  <a:lnTo>
                    <a:pt x="1" y="2393"/>
                  </a:lnTo>
                  <a:lnTo>
                    <a:pt x="1" y="3023"/>
                  </a:lnTo>
                  <a:lnTo>
                    <a:pt x="1" y="3274"/>
                  </a:lnTo>
                  <a:lnTo>
                    <a:pt x="1" y="3526"/>
                  </a:lnTo>
                  <a:lnTo>
                    <a:pt x="1" y="5919"/>
                  </a:lnTo>
                  <a:lnTo>
                    <a:pt x="2016" y="4660"/>
                  </a:lnTo>
                  <a:lnTo>
                    <a:pt x="2142" y="4534"/>
                  </a:lnTo>
                  <a:lnTo>
                    <a:pt x="2394" y="4408"/>
                  </a:lnTo>
                  <a:lnTo>
                    <a:pt x="3023" y="4030"/>
                  </a:lnTo>
                  <a:lnTo>
                    <a:pt x="3401" y="3904"/>
                  </a:lnTo>
                  <a:lnTo>
                    <a:pt x="3401" y="3023"/>
                  </a:lnTo>
                  <a:lnTo>
                    <a:pt x="3401" y="2771"/>
                  </a:lnTo>
                  <a:lnTo>
                    <a:pt x="3401" y="2015"/>
                  </a:lnTo>
                  <a:lnTo>
                    <a:pt x="3401" y="1511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343175" y="4044400"/>
              <a:ext cx="85050" cy="147975"/>
            </a:xfrm>
            <a:custGeom>
              <a:rect b="b" l="l" r="r" t="t"/>
              <a:pathLst>
                <a:path extrusionOk="0" fill="none" h="5919" w="3402">
                  <a:moveTo>
                    <a:pt x="757" y="1511"/>
                  </a:moveTo>
                  <a:lnTo>
                    <a:pt x="1008" y="1385"/>
                  </a:lnTo>
                  <a:lnTo>
                    <a:pt x="1512" y="1008"/>
                  </a:lnTo>
                  <a:lnTo>
                    <a:pt x="2016" y="756"/>
                  </a:lnTo>
                  <a:lnTo>
                    <a:pt x="3401" y="0"/>
                  </a:lnTo>
                  <a:lnTo>
                    <a:pt x="3401" y="1511"/>
                  </a:lnTo>
                  <a:lnTo>
                    <a:pt x="3401" y="2015"/>
                  </a:lnTo>
                  <a:lnTo>
                    <a:pt x="3401" y="2771"/>
                  </a:lnTo>
                  <a:lnTo>
                    <a:pt x="3401" y="3023"/>
                  </a:lnTo>
                  <a:lnTo>
                    <a:pt x="3401" y="3904"/>
                  </a:lnTo>
                  <a:lnTo>
                    <a:pt x="3023" y="4030"/>
                  </a:lnTo>
                  <a:lnTo>
                    <a:pt x="2394" y="4408"/>
                  </a:lnTo>
                  <a:lnTo>
                    <a:pt x="2142" y="4534"/>
                  </a:lnTo>
                  <a:lnTo>
                    <a:pt x="2016" y="4660"/>
                  </a:lnTo>
                  <a:lnTo>
                    <a:pt x="1" y="5919"/>
                  </a:lnTo>
                  <a:lnTo>
                    <a:pt x="1" y="3526"/>
                  </a:lnTo>
                  <a:lnTo>
                    <a:pt x="1" y="3274"/>
                  </a:lnTo>
                  <a:lnTo>
                    <a:pt x="1" y="3023"/>
                  </a:lnTo>
                  <a:lnTo>
                    <a:pt x="1" y="2393"/>
                  </a:lnTo>
                  <a:lnTo>
                    <a:pt x="1" y="1889"/>
                  </a:lnTo>
                  <a:lnTo>
                    <a:pt x="757" y="15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5362075" y="4079025"/>
              <a:ext cx="66150" cy="40950"/>
            </a:xfrm>
            <a:custGeom>
              <a:rect b="b" l="l" r="r" t="t"/>
              <a:pathLst>
                <a:path extrusionOk="0" h="1638" w="2646">
                  <a:moveTo>
                    <a:pt x="252" y="0"/>
                  </a:moveTo>
                  <a:lnTo>
                    <a:pt x="1" y="126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5362075" y="4079025"/>
              <a:ext cx="66150" cy="40950"/>
            </a:xfrm>
            <a:custGeom>
              <a:rect b="b" l="l" r="r" t="t"/>
              <a:pathLst>
                <a:path extrusionOk="0" fill="none" h="1638" w="2646">
                  <a:moveTo>
                    <a:pt x="252" y="0"/>
                  </a:moveTo>
                  <a:lnTo>
                    <a:pt x="252" y="0"/>
                  </a:lnTo>
                  <a:lnTo>
                    <a:pt x="1" y="126"/>
                  </a:lnTo>
                  <a:lnTo>
                    <a:pt x="2645" y="1638"/>
                  </a:lnTo>
                  <a:lnTo>
                    <a:pt x="2645" y="1386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5368375" y="4069575"/>
              <a:ext cx="59850" cy="44100"/>
            </a:xfrm>
            <a:custGeom>
              <a:rect b="b" l="l" r="r" t="t"/>
              <a:pathLst>
                <a:path extrusionOk="0" h="1764" w="2394">
                  <a:moveTo>
                    <a:pt x="504" y="1"/>
                  </a:moveTo>
                  <a:lnTo>
                    <a:pt x="0" y="378"/>
                  </a:lnTo>
                  <a:lnTo>
                    <a:pt x="2393" y="1764"/>
                  </a:lnTo>
                  <a:lnTo>
                    <a:pt x="2393" y="1008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5368375" y="4069575"/>
              <a:ext cx="59850" cy="44100"/>
            </a:xfrm>
            <a:custGeom>
              <a:rect b="b" l="l" r="r" t="t"/>
              <a:pathLst>
                <a:path extrusionOk="0" fill="none" h="1764" w="2394">
                  <a:moveTo>
                    <a:pt x="504" y="1"/>
                  </a:moveTo>
                  <a:lnTo>
                    <a:pt x="2393" y="1008"/>
                  </a:lnTo>
                  <a:lnTo>
                    <a:pt x="2393" y="1764"/>
                  </a:lnTo>
                  <a:lnTo>
                    <a:pt x="0" y="378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5380975" y="4063275"/>
              <a:ext cx="47250" cy="31525"/>
            </a:xfrm>
            <a:custGeom>
              <a:rect b="b" l="l" r="r" t="t"/>
              <a:pathLst>
                <a:path extrusionOk="0" h="1261" w="1890">
                  <a:moveTo>
                    <a:pt x="504" y="1"/>
                  </a:moveTo>
                  <a:lnTo>
                    <a:pt x="0" y="253"/>
                  </a:lnTo>
                  <a:lnTo>
                    <a:pt x="1889" y="1260"/>
                  </a:lnTo>
                  <a:lnTo>
                    <a:pt x="1889" y="75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5380975" y="4063275"/>
              <a:ext cx="47250" cy="31525"/>
            </a:xfrm>
            <a:custGeom>
              <a:rect b="b" l="l" r="r" t="t"/>
              <a:pathLst>
                <a:path extrusionOk="0" fill="none" h="1261" w="1890">
                  <a:moveTo>
                    <a:pt x="504" y="1"/>
                  </a:moveTo>
                  <a:lnTo>
                    <a:pt x="504" y="1"/>
                  </a:lnTo>
                  <a:lnTo>
                    <a:pt x="0" y="253"/>
                  </a:lnTo>
                  <a:lnTo>
                    <a:pt x="1889" y="1260"/>
                  </a:lnTo>
                  <a:lnTo>
                    <a:pt x="1889" y="756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5393550" y="4044400"/>
              <a:ext cx="34675" cy="37800"/>
            </a:xfrm>
            <a:custGeom>
              <a:rect b="b" l="l" r="r" t="t"/>
              <a:pathLst>
                <a:path extrusionOk="0" h="1512" w="1387">
                  <a:moveTo>
                    <a:pt x="1386" y="0"/>
                  </a:moveTo>
                  <a:lnTo>
                    <a:pt x="1" y="756"/>
                  </a:lnTo>
                  <a:lnTo>
                    <a:pt x="1386" y="15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5343175" y="4104200"/>
              <a:ext cx="75600" cy="50400"/>
            </a:xfrm>
            <a:custGeom>
              <a:rect b="b" l="l" r="r" t="t"/>
              <a:pathLst>
                <a:path extrusionOk="0" h="2016" w="3024">
                  <a:moveTo>
                    <a:pt x="1" y="1"/>
                  </a:moveTo>
                  <a:lnTo>
                    <a:pt x="1" y="631"/>
                  </a:lnTo>
                  <a:lnTo>
                    <a:pt x="2394" y="2016"/>
                  </a:lnTo>
                  <a:lnTo>
                    <a:pt x="3023" y="16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5343175" y="4104200"/>
              <a:ext cx="75600" cy="50400"/>
            </a:xfrm>
            <a:custGeom>
              <a:rect b="b" l="l" r="r" t="t"/>
              <a:pathLst>
                <a:path extrusionOk="0" fill="none" h="2016" w="3024">
                  <a:moveTo>
                    <a:pt x="1" y="1"/>
                  </a:moveTo>
                  <a:lnTo>
                    <a:pt x="1" y="631"/>
                  </a:lnTo>
                  <a:lnTo>
                    <a:pt x="2394" y="2016"/>
                  </a:lnTo>
                  <a:lnTo>
                    <a:pt x="3023" y="163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5343175" y="4082175"/>
              <a:ext cx="85050" cy="62975"/>
            </a:xfrm>
            <a:custGeom>
              <a:rect b="b" l="l" r="r" t="t"/>
              <a:pathLst>
                <a:path extrusionOk="0" h="2519" w="3402">
                  <a:moveTo>
                    <a:pt x="757" y="0"/>
                  </a:moveTo>
                  <a:lnTo>
                    <a:pt x="1" y="378"/>
                  </a:lnTo>
                  <a:lnTo>
                    <a:pt x="1" y="882"/>
                  </a:lnTo>
                  <a:lnTo>
                    <a:pt x="3023" y="2519"/>
                  </a:lnTo>
                  <a:lnTo>
                    <a:pt x="3401" y="2393"/>
                  </a:lnTo>
                  <a:lnTo>
                    <a:pt x="3401" y="1512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5343175" y="4132550"/>
              <a:ext cx="50400" cy="59825"/>
            </a:xfrm>
            <a:custGeom>
              <a:rect b="b" l="l" r="r" t="t"/>
              <a:pathLst>
                <a:path extrusionOk="0" h="2393" w="2016">
                  <a:moveTo>
                    <a:pt x="1" y="0"/>
                  </a:moveTo>
                  <a:lnTo>
                    <a:pt x="1" y="2393"/>
                  </a:lnTo>
                  <a:lnTo>
                    <a:pt x="2016" y="1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5343175" y="4132550"/>
              <a:ext cx="50400" cy="59825"/>
            </a:xfrm>
            <a:custGeom>
              <a:rect b="b" l="l" r="r" t="t"/>
              <a:pathLst>
                <a:path extrusionOk="0" fill="none" h="2393" w="2016">
                  <a:moveTo>
                    <a:pt x="1" y="0"/>
                  </a:moveTo>
                  <a:lnTo>
                    <a:pt x="2016" y="1134"/>
                  </a:lnTo>
                  <a:lnTo>
                    <a:pt x="1" y="239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5343175" y="4126250"/>
              <a:ext cx="53550" cy="34650"/>
            </a:xfrm>
            <a:custGeom>
              <a:rect b="b" l="l" r="r" t="t"/>
              <a:pathLst>
                <a:path extrusionOk="0" h="1386" w="2142">
                  <a:moveTo>
                    <a:pt x="1" y="0"/>
                  </a:moveTo>
                  <a:lnTo>
                    <a:pt x="1" y="252"/>
                  </a:lnTo>
                  <a:lnTo>
                    <a:pt x="2016" y="1386"/>
                  </a:lnTo>
                  <a:lnTo>
                    <a:pt x="2142" y="12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5343175" y="4126250"/>
              <a:ext cx="53550" cy="34650"/>
            </a:xfrm>
            <a:custGeom>
              <a:rect b="b" l="l" r="r" t="t"/>
              <a:pathLst>
                <a:path extrusionOk="0" fill="none" h="1386" w="2142">
                  <a:moveTo>
                    <a:pt x="1" y="0"/>
                  </a:moveTo>
                  <a:lnTo>
                    <a:pt x="1" y="252"/>
                  </a:lnTo>
                  <a:lnTo>
                    <a:pt x="2016" y="1386"/>
                  </a:lnTo>
                  <a:lnTo>
                    <a:pt x="2142" y="126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5343175" y="4119950"/>
              <a:ext cx="59850" cy="37800"/>
            </a:xfrm>
            <a:custGeom>
              <a:rect b="b" l="l" r="r" t="t"/>
              <a:pathLst>
                <a:path extrusionOk="0" h="1512" w="2394">
                  <a:moveTo>
                    <a:pt x="1" y="1"/>
                  </a:moveTo>
                  <a:lnTo>
                    <a:pt x="1" y="252"/>
                  </a:lnTo>
                  <a:lnTo>
                    <a:pt x="2142" y="1512"/>
                  </a:lnTo>
                  <a:lnTo>
                    <a:pt x="2394" y="13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5327450" y="4016050"/>
              <a:ext cx="116500" cy="75600"/>
            </a:xfrm>
            <a:custGeom>
              <a:rect b="b" l="l" r="r" t="t"/>
              <a:pathLst>
                <a:path extrusionOk="0" h="3024" w="4660">
                  <a:moveTo>
                    <a:pt x="4660" y="1"/>
                  </a:moveTo>
                  <a:lnTo>
                    <a:pt x="0" y="2645"/>
                  </a:lnTo>
                  <a:lnTo>
                    <a:pt x="630" y="3023"/>
                  </a:lnTo>
                  <a:lnTo>
                    <a:pt x="4030" y="1134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5327450" y="4142000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4030" y="0"/>
                  </a:moveTo>
                  <a:lnTo>
                    <a:pt x="630" y="2015"/>
                  </a:lnTo>
                  <a:lnTo>
                    <a:pt x="0" y="3148"/>
                  </a:lnTo>
                  <a:lnTo>
                    <a:pt x="4660" y="378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5343175" y="4135700"/>
              <a:ext cx="85050" cy="56675"/>
            </a:xfrm>
            <a:custGeom>
              <a:rect b="b" l="l" r="r" t="t"/>
              <a:pathLst>
                <a:path extrusionOk="0" h="2267" w="3402">
                  <a:moveTo>
                    <a:pt x="3149" y="0"/>
                  </a:moveTo>
                  <a:lnTo>
                    <a:pt x="1" y="2015"/>
                  </a:lnTo>
                  <a:lnTo>
                    <a:pt x="1" y="2267"/>
                  </a:lnTo>
                  <a:lnTo>
                    <a:pt x="3401" y="252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5421900" y="4044400"/>
              <a:ext cx="6325" cy="97625"/>
            </a:xfrm>
            <a:custGeom>
              <a:rect b="b" l="l" r="r" t="t"/>
              <a:pathLst>
                <a:path extrusionOk="0" h="3905" w="253">
                  <a:moveTo>
                    <a:pt x="0" y="0"/>
                  </a:moveTo>
                  <a:lnTo>
                    <a:pt x="0" y="3652"/>
                  </a:lnTo>
                  <a:lnTo>
                    <a:pt x="252" y="3904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5321150" y="4079025"/>
              <a:ext cx="6325" cy="141700"/>
            </a:xfrm>
            <a:custGeom>
              <a:rect b="b" l="l" r="r" t="t"/>
              <a:pathLst>
                <a:path extrusionOk="0" h="5668" w="253">
                  <a:moveTo>
                    <a:pt x="0" y="0"/>
                  </a:moveTo>
                  <a:lnTo>
                    <a:pt x="0" y="5415"/>
                  </a:lnTo>
                  <a:lnTo>
                    <a:pt x="252" y="5667"/>
                  </a:lnTo>
                  <a:lnTo>
                    <a:pt x="252" y="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321150" y="4009750"/>
              <a:ext cx="122800" cy="72450"/>
            </a:xfrm>
            <a:custGeom>
              <a:rect b="b" l="l" r="r" t="t"/>
              <a:pathLst>
                <a:path extrusionOk="0" h="2898" w="4912">
                  <a:moveTo>
                    <a:pt x="4660" y="1"/>
                  </a:moveTo>
                  <a:lnTo>
                    <a:pt x="0" y="2771"/>
                  </a:lnTo>
                  <a:lnTo>
                    <a:pt x="252" y="2897"/>
                  </a:lnTo>
                  <a:lnTo>
                    <a:pt x="4912" y="253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5547825" y="3883825"/>
              <a:ext cx="116500" cy="204675"/>
            </a:xfrm>
            <a:custGeom>
              <a:rect b="b" l="l" r="r" t="t"/>
              <a:pathLst>
                <a:path extrusionOk="0" h="8187" w="4660">
                  <a:moveTo>
                    <a:pt x="4660" y="1"/>
                  </a:moveTo>
                  <a:lnTo>
                    <a:pt x="0" y="2771"/>
                  </a:lnTo>
                  <a:lnTo>
                    <a:pt x="0" y="8186"/>
                  </a:lnTo>
                  <a:lnTo>
                    <a:pt x="4660" y="5416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5547825" y="3883825"/>
              <a:ext cx="116500" cy="204675"/>
            </a:xfrm>
            <a:custGeom>
              <a:rect b="b" l="l" r="r" t="t"/>
              <a:pathLst>
                <a:path extrusionOk="0" fill="none" h="8187" w="4660">
                  <a:moveTo>
                    <a:pt x="4660" y="5416"/>
                  </a:moveTo>
                  <a:lnTo>
                    <a:pt x="4660" y="1"/>
                  </a:lnTo>
                  <a:lnTo>
                    <a:pt x="0" y="2771"/>
                  </a:lnTo>
                  <a:lnTo>
                    <a:pt x="0" y="8186"/>
                  </a:lnTo>
                  <a:lnTo>
                    <a:pt x="4660" y="5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5563575" y="3912175"/>
              <a:ext cx="85025" cy="147975"/>
            </a:xfrm>
            <a:custGeom>
              <a:rect b="b" l="l" r="r" t="t"/>
              <a:pathLst>
                <a:path extrusionOk="0" h="5919" w="3401">
                  <a:moveTo>
                    <a:pt x="3400" y="0"/>
                  </a:moveTo>
                  <a:lnTo>
                    <a:pt x="2015" y="756"/>
                  </a:lnTo>
                  <a:lnTo>
                    <a:pt x="1511" y="1008"/>
                  </a:lnTo>
                  <a:lnTo>
                    <a:pt x="882" y="1385"/>
                  </a:lnTo>
                  <a:lnTo>
                    <a:pt x="630" y="1511"/>
                  </a:lnTo>
                  <a:lnTo>
                    <a:pt x="0" y="2015"/>
                  </a:lnTo>
                  <a:lnTo>
                    <a:pt x="0" y="2393"/>
                  </a:lnTo>
                  <a:lnTo>
                    <a:pt x="0" y="3022"/>
                  </a:lnTo>
                  <a:lnTo>
                    <a:pt x="0" y="3274"/>
                  </a:lnTo>
                  <a:lnTo>
                    <a:pt x="0" y="3526"/>
                  </a:lnTo>
                  <a:lnTo>
                    <a:pt x="0" y="5919"/>
                  </a:lnTo>
                  <a:lnTo>
                    <a:pt x="2015" y="4660"/>
                  </a:lnTo>
                  <a:lnTo>
                    <a:pt x="2141" y="4534"/>
                  </a:lnTo>
                  <a:lnTo>
                    <a:pt x="2393" y="4408"/>
                  </a:lnTo>
                  <a:lnTo>
                    <a:pt x="3022" y="4156"/>
                  </a:lnTo>
                  <a:lnTo>
                    <a:pt x="3400" y="3904"/>
                  </a:lnTo>
                  <a:lnTo>
                    <a:pt x="3400" y="3022"/>
                  </a:lnTo>
                  <a:lnTo>
                    <a:pt x="3400" y="2771"/>
                  </a:lnTo>
                  <a:lnTo>
                    <a:pt x="3400" y="2141"/>
                  </a:lnTo>
                  <a:lnTo>
                    <a:pt x="3400" y="1511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5563575" y="3912175"/>
              <a:ext cx="85025" cy="147975"/>
            </a:xfrm>
            <a:custGeom>
              <a:rect b="b" l="l" r="r" t="t"/>
              <a:pathLst>
                <a:path extrusionOk="0" fill="none" h="5919" w="3401">
                  <a:moveTo>
                    <a:pt x="630" y="1511"/>
                  </a:moveTo>
                  <a:lnTo>
                    <a:pt x="882" y="1385"/>
                  </a:lnTo>
                  <a:lnTo>
                    <a:pt x="1511" y="1008"/>
                  </a:lnTo>
                  <a:lnTo>
                    <a:pt x="2015" y="756"/>
                  </a:lnTo>
                  <a:lnTo>
                    <a:pt x="3400" y="0"/>
                  </a:lnTo>
                  <a:lnTo>
                    <a:pt x="3400" y="1511"/>
                  </a:lnTo>
                  <a:lnTo>
                    <a:pt x="3400" y="2141"/>
                  </a:lnTo>
                  <a:lnTo>
                    <a:pt x="3400" y="2771"/>
                  </a:lnTo>
                  <a:lnTo>
                    <a:pt x="3400" y="3022"/>
                  </a:lnTo>
                  <a:lnTo>
                    <a:pt x="3400" y="3904"/>
                  </a:lnTo>
                  <a:lnTo>
                    <a:pt x="3022" y="4156"/>
                  </a:lnTo>
                  <a:lnTo>
                    <a:pt x="2393" y="4408"/>
                  </a:lnTo>
                  <a:lnTo>
                    <a:pt x="2141" y="4534"/>
                  </a:lnTo>
                  <a:lnTo>
                    <a:pt x="2015" y="4660"/>
                  </a:lnTo>
                  <a:lnTo>
                    <a:pt x="0" y="5919"/>
                  </a:lnTo>
                  <a:lnTo>
                    <a:pt x="0" y="3526"/>
                  </a:lnTo>
                  <a:lnTo>
                    <a:pt x="0" y="3274"/>
                  </a:lnTo>
                  <a:lnTo>
                    <a:pt x="0" y="3022"/>
                  </a:lnTo>
                  <a:lnTo>
                    <a:pt x="0" y="2393"/>
                  </a:lnTo>
                  <a:lnTo>
                    <a:pt x="0" y="2015"/>
                  </a:lnTo>
                  <a:lnTo>
                    <a:pt x="630" y="15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5579300" y="3946800"/>
              <a:ext cx="69300" cy="40950"/>
            </a:xfrm>
            <a:custGeom>
              <a:rect b="b" l="l" r="r" t="t"/>
              <a:pathLst>
                <a:path extrusionOk="0" h="1638" w="2772">
                  <a:moveTo>
                    <a:pt x="253" y="0"/>
                  </a:moveTo>
                  <a:lnTo>
                    <a:pt x="1" y="126"/>
                  </a:lnTo>
                  <a:lnTo>
                    <a:pt x="2771" y="1637"/>
                  </a:lnTo>
                  <a:lnTo>
                    <a:pt x="2771" y="138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5579300" y="3946800"/>
              <a:ext cx="69300" cy="40950"/>
            </a:xfrm>
            <a:custGeom>
              <a:rect b="b" l="l" r="r" t="t"/>
              <a:pathLst>
                <a:path extrusionOk="0" fill="none" h="1638" w="2772">
                  <a:moveTo>
                    <a:pt x="253" y="0"/>
                  </a:moveTo>
                  <a:lnTo>
                    <a:pt x="253" y="0"/>
                  </a:lnTo>
                  <a:lnTo>
                    <a:pt x="1" y="126"/>
                  </a:lnTo>
                  <a:lnTo>
                    <a:pt x="2771" y="1637"/>
                  </a:lnTo>
                  <a:lnTo>
                    <a:pt x="2771" y="1386"/>
                  </a:lnTo>
                  <a:lnTo>
                    <a:pt x="25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5585600" y="3937350"/>
              <a:ext cx="63000" cy="44100"/>
            </a:xfrm>
            <a:custGeom>
              <a:rect b="b" l="l" r="r" t="t"/>
              <a:pathLst>
                <a:path extrusionOk="0" h="1764" w="2520">
                  <a:moveTo>
                    <a:pt x="630" y="1"/>
                  </a:moveTo>
                  <a:lnTo>
                    <a:pt x="1" y="378"/>
                  </a:lnTo>
                  <a:lnTo>
                    <a:pt x="2519" y="1764"/>
                  </a:lnTo>
                  <a:lnTo>
                    <a:pt x="2519" y="1134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5585600" y="3937350"/>
              <a:ext cx="63000" cy="44100"/>
            </a:xfrm>
            <a:custGeom>
              <a:rect b="b" l="l" r="r" t="t"/>
              <a:pathLst>
                <a:path extrusionOk="0" fill="none" h="1764" w="2520">
                  <a:moveTo>
                    <a:pt x="630" y="1"/>
                  </a:moveTo>
                  <a:lnTo>
                    <a:pt x="2519" y="1134"/>
                  </a:lnTo>
                  <a:lnTo>
                    <a:pt x="2519" y="1764"/>
                  </a:lnTo>
                  <a:lnTo>
                    <a:pt x="1" y="378"/>
                  </a:lnTo>
                  <a:lnTo>
                    <a:pt x="63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5601350" y="3931050"/>
              <a:ext cx="47250" cy="34650"/>
            </a:xfrm>
            <a:custGeom>
              <a:rect b="b" l="l" r="r" t="t"/>
              <a:pathLst>
                <a:path extrusionOk="0" h="1386" w="1890">
                  <a:moveTo>
                    <a:pt x="504" y="1"/>
                  </a:moveTo>
                  <a:lnTo>
                    <a:pt x="0" y="253"/>
                  </a:lnTo>
                  <a:lnTo>
                    <a:pt x="1889" y="1386"/>
                  </a:lnTo>
                  <a:lnTo>
                    <a:pt x="1889" y="756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5601350" y="3931050"/>
              <a:ext cx="47250" cy="34650"/>
            </a:xfrm>
            <a:custGeom>
              <a:rect b="b" l="l" r="r" t="t"/>
              <a:pathLst>
                <a:path extrusionOk="0" fill="none" h="1386" w="1890">
                  <a:moveTo>
                    <a:pt x="504" y="1"/>
                  </a:moveTo>
                  <a:lnTo>
                    <a:pt x="504" y="1"/>
                  </a:lnTo>
                  <a:lnTo>
                    <a:pt x="0" y="253"/>
                  </a:lnTo>
                  <a:lnTo>
                    <a:pt x="1889" y="1386"/>
                  </a:lnTo>
                  <a:lnTo>
                    <a:pt x="1889" y="756"/>
                  </a:lnTo>
                  <a:lnTo>
                    <a:pt x="5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5613950" y="3912175"/>
              <a:ext cx="34650" cy="37800"/>
            </a:xfrm>
            <a:custGeom>
              <a:rect b="b" l="l" r="r" t="t"/>
              <a:pathLst>
                <a:path extrusionOk="0" h="1512" w="1386">
                  <a:moveTo>
                    <a:pt x="1385" y="0"/>
                  </a:moveTo>
                  <a:lnTo>
                    <a:pt x="0" y="756"/>
                  </a:lnTo>
                  <a:lnTo>
                    <a:pt x="1385" y="1511"/>
                  </a:lnTo>
                  <a:lnTo>
                    <a:pt x="1385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5563575" y="3971975"/>
              <a:ext cx="75575" cy="50400"/>
            </a:xfrm>
            <a:custGeom>
              <a:rect b="b" l="l" r="r" t="t"/>
              <a:pathLst>
                <a:path extrusionOk="0" h="2016" w="3023">
                  <a:moveTo>
                    <a:pt x="0" y="1"/>
                  </a:moveTo>
                  <a:lnTo>
                    <a:pt x="0" y="630"/>
                  </a:lnTo>
                  <a:lnTo>
                    <a:pt x="2393" y="2016"/>
                  </a:lnTo>
                  <a:lnTo>
                    <a:pt x="3022" y="17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5563575" y="3971975"/>
              <a:ext cx="75575" cy="50400"/>
            </a:xfrm>
            <a:custGeom>
              <a:rect b="b" l="l" r="r" t="t"/>
              <a:pathLst>
                <a:path extrusionOk="0" fill="none" h="2016" w="3023">
                  <a:moveTo>
                    <a:pt x="0" y="1"/>
                  </a:moveTo>
                  <a:lnTo>
                    <a:pt x="0" y="630"/>
                  </a:lnTo>
                  <a:lnTo>
                    <a:pt x="2393" y="2016"/>
                  </a:lnTo>
                  <a:lnTo>
                    <a:pt x="3022" y="176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5563575" y="3949950"/>
              <a:ext cx="85025" cy="66125"/>
            </a:xfrm>
            <a:custGeom>
              <a:rect b="b" l="l" r="r" t="t"/>
              <a:pathLst>
                <a:path extrusionOk="0" h="2645" w="3401">
                  <a:moveTo>
                    <a:pt x="630" y="0"/>
                  </a:moveTo>
                  <a:lnTo>
                    <a:pt x="0" y="504"/>
                  </a:lnTo>
                  <a:lnTo>
                    <a:pt x="0" y="882"/>
                  </a:lnTo>
                  <a:lnTo>
                    <a:pt x="3022" y="2645"/>
                  </a:lnTo>
                  <a:lnTo>
                    <a:pt x="3400" y="2393"/>
                  </a:lnTo>
                  <a:lnTo>
                    <a:pt x="3400" y="1511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5563575" y="4000325"/>
              <a:ext cx="50400" cy="59825"/>
            </a:xfrm>
            <a:custGeom>
              <a:rect b="b" l="l" r="r" t="t"/>
              <a:pathLst>
                <a:path extrusionOk="0" h="2393" w="2016">
                  <a:moveTo>
                    <a:pt x="0" y="0"/>
                  </a:moveTo>
                  <a:lnTo>
                    <a:pt x="0" y="2393"/>
                  </a:lnTo>
                  <a:lnTo>
                    <a:pt x="2015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5563575" y="4000325"/>
              <a:ext cx="50400" cy="59825"/>
            </a:xfrm>
            <a:custGeom>
              <a:rect b="b" l="l" r="r" t="t"/>
              <a:pathLst>
                <a:path extrusionOk="0" fill="none" h="2393" w="2016">
                  <a:moveTo>
                    <a:pt x="0" y="0"/>
                  </a:moveTo>
                  <a:lnTo>
                    <a:pt x="2015" y="1134"/>
                  </a:lnTo>
                  <a:lnTo>
                    <a:pt x="0" y="239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5563575" y="3994025"/>
              <a:ext cx="53525" cy="34650"/>
            </a:xfrm>
            <a:custGeom>
              <a:rect b="b" l="l" r="r" t="t"/>
              <a:pathLst>
                <a:path extrusionOk="0" h="1386" w="2141">
                  <a:moveTo>
                    <a:pt x="0" y="0"/>
                  </a:moveTo>
                  <a:lnTo>
                    <a:pt x="0" y="252"/>
                  </a:lnTo>
                  <a:lnTo>
                    <a:pt x="2015" y="1386"/>
                  </a:lnTo>
                  <a:lnTo>
                    <a:pt x="2141" y="1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5563575" y="3994025"/>
              <a:ext cx="53525" cy="34650"/>
            </a:xfrm>
            <a:custGeom>
              <a:rect b="b" l="l" r="r" t="t"/>
              <a:pathLst>
                <a:path extrusionOk="0" fill="none" h="1386" w="2141">
                  <a:moveTo>
                    <a:pt x="0" y="0"/>
                  </a:moveTo>
                  <a:lnTo>
                    <a:pt x="0" y="252"/>
                  </a:lnTo>
                  <a:lnTo>
                    <a:pt x="2015" y="1386"/>
                  </a:lnTo>
                  <a:lnTo>
                    <a:pt x="2141" y="126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5563575" y="3987725"/>
              <a:ext cx="59825" cy="37800"/>
            </a:xfrm>
            <a:custGeom>
              <a:rect b="b" l="l" r="r" t="t"/>
              <a:pathLst>
                <a:path extrusionOk="0" h="1512" w="2393">
                  <a:moveTo>
                    <a:pt x="0" y="0"/>
                  </a:moveTo>
                  <a:lnTo>
                    <a:pt x="0" y="252"/>
                  </a:lnTo>
                  <a:lnTo>
                    <a:pt x="2141" y="1512"/>
                  </a:lnTo>
                  <a:lnTo>
                    <a:pt x="2393" y="1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5547825" y="3883825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4660" y="1"/>
                  </a:moveTo>
                  <a:lnTo>
                    <a:pt x="0" y="2771"/>
                  </a:lnTo>
                  <a:lnTo>
                    <a:pt x="630" y="3149"/>
                  </a:lnTo>
                  <a:lnTo>
                    <a:pt x="4030" y="1134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5547825" y="4009750"/>
              <a:ext cx="116500" cy="78750"/>
            </a:xfrm>
            <a:custGeom>
              <a:rect b="b" l="l" r="r" t="t"/>
              <a:pathLst>
                <a:path extrusionOk="0" h="3150" w="4660">
                  <a:moveTo>
                    <a:pt x="4030" y="1"/>
                  </a:moveTo>
                  <a:lnTo>
                    <a:pt x="630" y="2016"/>
                  </a:lnTo>
                  <a:lnTo>
                    <a:pt x="0" y="3149"/>
                  </a:lnTo>
                  <a:lnTo>
                    <a:pt x="4660" y="379"/>
                  </a:lnTo>
                  <a:lnTo>
                    <a:pt x="403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5563575" y="4006625"/>
              <a:ext cx="85025" cy="53525"/>
            </a:xfrm>
            <a:custGeom>
              <a:rect b="b" l="l" r="r" t="t"/>
              <a:pathLst>
                <a:path extrusionOk="0" h="2141" w="3401">
                  <a:moveTo>
                    <a:pt x="3148" y="0"/>
                  </a:moveTo>
                  <a:lnTo>
                    <a:pt x="0" y="1889"/>
                  </a:lnTo>
                  <a:lnTo>
                    <a:pt x="0" y="2141"/>
                  </a:lnTo>
                  <a:lnTo>
                    <a:pt x="3400" y="126"/>
                  </a:lnTo>
                  <a:lnTo>
                    <a:pt x="314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5642275" y="3912175"/>
              <a:ext cx="6325" cy="97600"/>
            </a:xfrm>
            <a:custGeom>
              <a:rect b="b" l="l" r="r" t="t"/>
              <a:pathLst>
                <a:path extrusionOk="0" h="3904" w="253">
                  <a:moveTo>
                    <a:pt x="252" y="0"/>
                  </a:moveTo>
                  <a:lnTo>
                    <a:pt x="0" y="126"/>
                  </a:lnTo>
                  <a:lnTo>
                    <a:pt x="0" y="3778"/>
                  </a:lnTo>
                  <a:lnTo>
                    <a:pt x="252" y="3904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5541525" y="3946800"/>
              <a:ext cx="6325" cy="141700"/>
            </a:xfrm>
            <a:custGeom>
              <a:rect b="b" l="l" r="r" t="t"/>
              <a:pathLst>
                <a:path extrusionOk="0" h="5668" w="253">
                  <a:moveTo>
                    <a:pt x="1" y="0"/>
                  </a:moveTo>
                  <a:lnTo>
                    <a:pt x="1" y="5541"/>
                  </a:lnTo>
                  <a:lnTo>
                    <a:pt x="252" y="5667"/>
                  </a:lnTo>
                  <a:lnTo>
                    <a:pt x="252" y="2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5541525" y="3880675"/>
              <a:ext cx="122800" cy="72450"/>
            </a:xfrm>
            <a:custGeom>
              <a:rect b="b" l="l" r="r" t="t"/>
              <a:pathLst>
                <a:path extrusionOk="0" h="2898" w="4912">
                  <a:moveTo>
                    <a:pt x="4660" y="1"/>
                  </a:moveTo>
                  <a:lnTo>
                    <a:pt x="1" y="2645"/>
                  </a:lnTo>
                  <a:lnTo>
                    <a:pt x="252" y="2897"/>
                  </a:lnTo>
                  <a:lnTo>
                    <a:pt x="4912" y="127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4729275" y="4674050"/>
              <a:ext cx="116500" cy="204675"/>
            </a:xfrm>
            <a:custGeom>
              <a:rect b="b" l="l" r="r" t="t"/>
              <a:pathLst>
                <a:path extrusionOk="0" h="8187" w="4660">
                  <a:moveTo>
                    <a:pt x="0" y="0"/>
                  </a:moveTo>
                  <a:lnTo>
                    <a:pt x="0" y="5416"/>
                  </a:lnTo>
                  <a:lnTo>
                    <a:pt x="4660" y="8186"/>
                  </a:lnTo>
                  <a:lnTo>
                    <a:pt x="4660" y="2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4729275" y="4674050"/>
              <a:ext cx="116500" cy="204675"/>
            </a:xfrm>
            <a:custGeom>
              <a:rect b="b" l="l" r="r" t="t"/>
              <a:pathLst>
                <a:path extrusionOk="0" fill="none" h="8187" w="4660">
                  <a:moveTo>
                    <a:pt x="0" y="5416"/>
                  </a:moveTo>
                  <a:lnTo>
                    <a:pt x="0" y="0"/>
                  </a:lnTo>
                  <a:lnTo>
                    <a:pt x="4660" y="2771"/>
                  </a:lnTo>
                  <a:lnTo>
                    <a:pt x="4660" y="8186"/>
                  </a:lnTo>
                  <a:lnTo>
                    <a:pt x="0" y="5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4745025" y="4702375"/>
              <a:ext cx="85025" cy="148000"/>
            </a:xfrm>
            <a:custGeom>
              <a:rect b="b" l="l" r="r" t="t"/>
              <a:pathLst>
                <a:path extrusionOk="0" h="5920" w="3401">
                  <a:moveTo>
                    <a:pt x="0" y="1"/>
                  </a:moveTo>
                  <a:lnTo>
                    <a:pt x="0" y="1512"/>
                  </a:lnTo>
                  <a:lnTo>
                    <a:pt x="0" y="2142"/>
                  </a:lnTo>
                  <a:lnTo>
                    <a:pt x="0" y="2771"/>
                  </a:lnTo>
                  <a:lnTo>
                    <a:pt x="0" y="3023"/>
                  </a:lnTo>
                  <a:lnTo>
                    <a:pt x="0" y="3905"/>
                  </a:lnTo>
                  <a:lnTo>
                    <a:pt x="378" y="4157"/>
                  </a:lnTo>
                  <a:lnTo>
                    <a:pt x="1007" y="4534"/>
                  </a:lnTo>
                  <a:lnTo>
                    <a:pt x="1259" y="4660"/>
                  </a:lnTo>
                  <a:lnTo>
                    <a:pt x="1385" y="4786"/>
                  </a:lnTo>
                  <a:lnTo>
                    <a:pt x="3400" y="5920"/>
                  </a:lnTo>
                  <a:lnTo>
                    <a:pt x="3400" y="3527"/>
                  </a:lnTo>
                  <a:lnTo>
                    <a:pt x="3400" y="3401"/>
                  </a:lnTo>
                  <a:lnTo>
                    <a:pt x="3400" y="3149"/>
                  </a:lnTo>
                  <a:lnTo>
                    <a:pt x="3400" y="2394"/>
                  </a:lnTo>
                  <a:lnTo>
                    <a:pt x="3400" y="2016"/>
                  </a:lnTo>
                  <a:lnTo>
                    <a:pt x="2645" y="1512"/>
                  </a:lnTo>
                  <a:lnTo>
                    <a:pt x="2519" y="1386"/>
                  </a:lnTo>
                  <a:lnTo>
                    <a:pt x="1889" y="1134"/>
                  </a:lnTo>
                  <a:lnTo>
                    <a:pt x="1385" y="7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4745025" y="4702375"/>
              <a:ext cx="85025" cy="148000"/>
            </a:xfrm>
            <a:custGeom>
              <a:rect b="b" l="l" r="r" t="t"/>
              <a:pathLst>
                <a:path extrusionOk="0" fill="none" h="5920" w="3401">
                  <a:moveTo>
                    <a:pt x="2645" y="1512"/>
                  </a:moveTo>
                  <a:lnTo>
                    <a:pt x="2519" y="1386"/>
                  </a:lnTo>
                  <a:lnTo>
                    <a:pt x="1889" y="1134"/>
                  </a:lnTo>
                  <a:lnTo>
                    <a:pt x="1385" y="756"/>
                  </a:lnTo>
                  <a:lnTo>
                    <a:pt x="0" y="1"/>
                  </a:lnTo>
                  <a:lnTo>
                    <a:pt x="0" y="1512"/>
                  </a:lnTo>
                  <a:lnTo>
                    <a:pt x="0" y="2142"/>
                  </a:lnTo>
                  <a:lnTo>
                    <a:pt x="0" y="2771"/>
                  </a:lnTo>
                  <a:lnTo>
                    <a:pt x="0" y="3023"/>
                  </a:lnTo>
                  <a:lnTo>
                    <a:pt x="0" y="3905"/>
                  </a:lnTo>
                  <a:lnTo>
                    <a:pt x="378" y="4157"/>
                  </a:lnTo>
                  <a:lnTo>
                    <a:pt x="1007" y="4534"/>
                  </a:lnTo>
                  <a:lnTo>
                    <a:pt x="1259" y="4660"/>
                  </a:lnTo>
                  <a:lnTo>
                    <a:pt x="1385" y="4786"/>
                  </a:lnTo>
                  <a:lnTo>
                    <a:pt x="3400" y="5920"/>
                  </a:lnTo>
                  <a:lnTo>
                    <a:pt x="3400" y="3527"/>
                  </a:lnTo>
                  <a:lnTo>
                    <a:pt x="3400" y="3401"/>
                  </a:lnTo>
                  <a:lnTo>
                    <a:pt x="3400" y="3149"/>
                  </a:lnTo>
                  <a:lnTo>
                    <a:pt x="3400" y="2394"/>
                  </a:lnTo>
                  <a:lnTo>
                    <a:pt x="3400" y="2016"/>
                  </a:lnTo>
                  <a:lnTo>
                    <a:pt x="2645" y="15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4745025" y="4737025"/>
              <a:ext cx="66125" cy="40950"/>
            </a:xfrm>
            <a:custGeom>
              <a:rect b="b" l="l" r="r" t="t"/>
              <a:pathLst>
                <a:path extrusionOk="0" h="1638" w="2645">
                  <a:moveTo>
                    <a:pt x="2519" y="0"/>
                  </a:moveTo>
                  <a:lnTo>
                    <a:pt x="0" y="1385"/>
                  </a:lnTo>
                  <a:lnTo>
                    <a:pt x="0" y="1637"/>
                  </a:lnTo>
                  <a:lnTo>
                    <a:pt x="2645" y="126"/>
                  </a:lnTo>
                  <a:lnTo>
                    <a:pt x="2519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4745025" y="4737025"/>
              <a:ext cx="66125" cy="40950"/>
            </a:xfrm>
            <a:custGeom>
              <a:rect b="b" l="l" r="r" t="t"/>
              <a:pathLst>
                <a:path extrusionOk="0" fill="none" h="1638" w="2645">
                  <a:moveTo>
                    <a:pt x="2519" y="0"/>
                  </a:moveTo>
                  <a:lnTo>
                    <a:pt x="0" y="1385"/>
                  </a:lnTo>
                  <a:lnTo>
                    <a:pt x="0" y="1637"/>
                  </a:lnTo>
                  <a:lnTo>
                    <a:pt x="2645" y="126"/>
                  </a:lnTo>
                  <a:lnTo>
                    <a:pt x="25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4745025" y="4730725"/>
              <a:ext cx="62975" cy="40950"/>
            </a:xfrm>
            <a:custGeom>
              <a:rect b="b" l="l" r="r" t="t"/>
              <a:pathLst>
                <a:path extrusionOk="0" h="1638" w="2519">
                  <a:moveTo>
                    <a:pt x="1889" y="0"/>
                  </a:moveTo>
                  <a:lnTo>
                    <a:pt x="0" y="1008"/>
                  </a:lnTo>
                  <a:lnTo>
                    <a:pt x="0" y="1637"/>
                  </a:lnTo>
                  <a:lnTo>
                    <a:pt x="2519" y="252"/>
                  </a:lnTo>
                  <a:lnTo>
                    <a:pt x="1889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4745025" y="4730725"/>
              <a:ext cx="62975" cy="40950"/>
            </a:xfrm>
            <a:custGeom>
              <a:rect b="b" l="l" r="r" t="t"/>
              <a:pathLst>
                <a:path extrusionOk="0" fill="none" h="1638" w="2519">
                  <a:moveTo>
                    <a:pt x="1889" y="0"/>
                  </a:moveTo>
                  <a:lnTo>
                    <a:pt x="0" y="1008"/>
                  </a:lnTo>
                  <a:lnTo>
                    <a:pt x="0" y="1637"/>
                  </a:lnTo>
                  <a:lnTo>
                    <a:pt x="2519" y="252"/>
                  </a:lnTo>
                  <a:lnTo>
                    <a:pt x="188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4745025" y="4721275"/>
              <a:ext cx="47225" cy="34650"/>
            </a:xfrm>
            <a:custGeom>
              <a:rect b="b" l="l" r="r" t="t"/>
              <a:pathLst>
                <a:path extrusionOk="0" h="1386" w="1889">
                  <a:moveTo>
                    <a:pt x="1385" y="0"/>
                  </a:moveTo>
                  <a:lnTo>
                    <a:pt x="0" y="756"/>
                  </a:lnTo>
                  <a:lnTo>
                    <a:pt x="0" y="1386"/>
                  </a:lnTo>
                  <a:lnTo>
                    <a:pt x="1889" y="378"/>
                  </a:lnTo>
                  <a:lnTo>
                    <a:pt x="1385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745025" y="4721275"/>
              <a:ext cx="47225" cy="34650"/>
            </a:xfrm>
            <a:custGeom>
              <a:rect b="b" l="l" r="r" t="t"/>
              <a:pathLst>
                <a:path extrusionOk="0" fill="none" h="1386" w="1889">
                  <a:moveTo>
                    <a:pt x="1385" y="0"/>
                  </a:moveTo>
                  <a:lnTo>
                    <a:pt x="0" y="756"/>
                  </a:lnTo>
                  <a:lnTo>
                    <a:pt x="0" y="1386"/>
                  </a:lnTo>
                  <a:lnTo>
                    <a:pt x="1889" y="378"/>
                  </a:lnTo>
                  <a:lnTo>
                    <a:pt x="138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4745025" y="4702375"/>
              <a:ext cx="34650" cy="37825"/>
            </a:xfrm>
            <a:custGeom>
              <a:rect b="b" l="l" r="r" t="t"/>
              <a:pathLst>
                <a:path extrusionOk="0" h="1513" w="1386">
                  <a:moveTo>
                    <a:pt x="0" y="1"/>
                  </a:moveTo>
                  <a:lnTo>
                    <a:pt x="0" y="1512"/>
                  </a:lnTo>
                  <a:lnTo>
                    <a:pt x="1385" y="7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4754450" y="4762200"/>
              <a:ext cx="75600" cy="53550"/>
            </a:xfrm>
            <a:custGeom>
              <a:rect b="b" l="l" r="r" t="t"/>
              <a:pathLst>
                <a:path extrusionOk="0" h="2142" w="3024">
                  <a:moveTo>
                    <a:pt x="3023" y="1"/>
                  </a:moveTo>
                  <a:lnTo>
                    <a:pt x="1" y="1764"/>
                  </a:lnTo>
                  <a:lnTo>
                    <a:pt x="630" y="2141"/>
                  </a:lnTo>
                  <a:lnTo>
                    <a:pt x="3023" y="756"/>
                  </a:lnTo>
                  <a:lnTo>
                    <a:pt x="3023" y="1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4754450" y="4762200"/>
              <a:ext cx="75600" cy="53550"/>
            </a:xfrm>
            <a:custGeom>
              <a:rect b="b" l="l" r="r" t="t"/>
              <a:pathLst>
                <a:path extrusionOk="0" fill="none" h="2142" w="3024">
                  <a:moveTo>
                    <a:pt x="3023" y="1"/>
                  </a:moveTo>
                  <a:lnTo>
                    <a:pt x="1" y="1764"/>
                  </a:lnTo>
                  <a:lnTo>
                    <a:pt x="630" y="2141"/>
                  </a:lnTo>
                  <a:lnTo>
                    <a:pt x="3023" y="756"/>
                  </a:lnTo>
                  <a:lnTo>
                    <a:pt x="30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4745025" y="4740175"/>
              <a:ext cx="85025" cy="66125"/>
            </a:xfrm>
            <a:custGeom>
              <a:rect b="b" l="l" r="r" t="t"/>
              <a:pathLst>
                <a:path extrusionOk="0" h="2645" w="3401">
                  <a:moveTo>
                    <a:pt x="2645" y="0"/>
                  </a:moveTo>
                  <a:lnTo>
                    <a:pt x="0" y="1511"/>
                  </a:lnTo>
                  <a:lnTo>
                    <a:pt x="0" y="2393"/>
                  </a:lnTo>
                  <a:lnTo>
                    <a:pt x="378" y="2645"/>
                  </a:lnTo>
                  <a:lnTo>
                    <a:pt x="3400" y="882"/>
                  </a:lnTo>
                  <a:lnTo>
                    <a:pt x="3400" y="504"/>
                  </a:lnTo>
                  <a:lnTo>
                    <a:pt x="2645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4779650" y="4790525"/>
              <a:ext cx="50400" cy="59850"/>
            </a:xfrm>
            <a:custGeom>
              <a:rect b="b" l="l" r="r" t="t"/>
              <a:pathLst>
                <a:path extrusionOk="0" h="2394" w="2016">
                  <a:moveTo>
                    <a:pt x="2015" y="1"/>
                  </a:moveTo>
                  <a:lnTo>
                    <a:pt x="0" y="1260"/>
                  </a:lnTo>
                  <a:lnTo>
                    <a:pt x="2015" y="2394"/>
                  </a:lnTo>
                  <a:lnTo>
                    <a:pt x="2015" y="1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779650" y="4790525"/>
              <a:ext cx="50400" cy="59850"/>
            </a:xfrm>
            <a:custGeom>
              <a:rect b="b" l="l" r="r" t="t"/>
              <a:pathLst>
                <a:path extrusionOk="0" fill="none" h="2394" w="2016">
                  <a:moveTo>
                    <a:pt x="2015" y="1"/>
                  </a:moveTo>
                  <a:lnTo>
                    <a:pt x="0" y="1260"/>
                  </a:lnTo>
                  <a:lnTo>
                    <a:pt x="2015" y="2394"/>
                  </a:lnTo>
                  <a:lnTo>
                    <a:pt x="20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4776500" y="4787400"/>
              <a:ext cx="53550" cy="34650"/>
            </a:xfrm>
            <a:custGeom>
              <a:rect b="b" l="l" r="r" t="t"/>
              <a:pathLst>
                <a:path extrusionOk="0" h="1386" w="2142">
                  <a:moveTo>
                    <a:pt x="2141" y="0"/>
                  </a:moveTo>
                  <a:lnTo>
                    <a:pt x="0" y="1259"/>
                  </a:lnTo>
                  <a:lnTo>
                    <a:pt x="126" y="1385"/>
                  </a:lnTo>
                  <a:lnTo>
                    <a:pt x="2141" y="126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FEE4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4776500" y="4787400"/>
              <a:ext cx="53550" cy="34650"/>
            </a:xfrm>
            <a:custGeom>
              <a:rect b="b" l="l" r="r" t="t"/>
              <a:pathLst>
                <a:path extrusionOk="0" fill="none" h="1386" w="2142">
                  <a:moveTo>
                    <a:pt x="2141" y="0"/>
                  </a:moveTo>
                  <a:lnTo>
                    <a:pt x="0" y="1259"/>
                  </a:lnTo>
                  <a:lnTo>
                    <a:pt x="126" y="1385"/>
                  </a:lnTo>
                  <a:lnTo>
                    <a:pt x="2141" y="126"/>
                  </a:lnTo>
                  <a:lnTo>
                    <a:pt x="21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4770200" y="4781100"/>
              <a:ext cx="59850" cy="37800"/>
            </a:xfrm>
            <a:custGeom>
              <a:rect b="b" l="l" r="r" t="t"/>
              <a:pathLst>
                <a:path extrusionOk="0" h="1512" w="2394">
                  <a:moveTo>
                    <a:pt x="2393" y="0"/>
                  </a:moveTo>
                  <a:lnTo>
                    <a:pt x="0" y="1385"/>
                  </a:lnTo>
                  <a:lnTo>
                    <a:pt x="252" y="1511"/>
                  </a:lnTo>
                  <a:lnTo>
                    <a:pt x="2393" y="252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4729275" y="4674050"/>
              <a:ext cx="116500" cy="78725"/>
            </a:xfrm>
            <a:custGeom>
              <a:rect b="b" l="l" r="r" t="t"/>
              <a:pathLst>
                <a:path extrusionOk="0" h="3149" w="4660">
                  <a:moveTo>
                    <a:pt x="0" y="0"/>
                  </a:moveTo>
                  <a:lnTo>
                    <a:pt x="630" y="1134"/>
                  </a:lnTo>
                  <a:lnTo>
                    <a:pt x="4030" y="3149"/>
                  </a:lnTo>
                  <a:lnTo>
                    <a:pt x="4660" y="2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4729275" y="4799975"/>
              <a:ext cx="116500" cy="78750"/>
            </a:xfrm>
            <a:custGeom>
              <a:rect b="b" l="l" r="r" t="t"/>
              <a:pathLst>
                <a:path extrusionOk="0" h="3150" w="4660">
                  <a:moveTo>
                    <a:pt x="630" y="1"/>
                  </a:moveTo>
                  <a:lnTo>
                    <a:pt x="0" y="379"/>
                  </a:lnTo>
                  <a:lnTo>
                    <a:pt x="4660" y="3149"/>
                  </a:lnTo>
                  <a:lnTo>
                    <a:pt x="4030" y="2016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4745025" y="4796825"/>
              <a:ext cx="85025" cy="53550"/>
            </a:xfrm>
            <a:custGeom>
              <a:rect b="b" l="l" r="r" t="t"/>
              <a:pathLst>
                <a:path extrusionOk="0" h="2142" w="3401">
                  <a:moveTo>
                    <a:pt x="252" y="1"/>
                  </a:moveTo>
                  <a:lnTo>
                    <a:pt x="0" y="127"/>
                  </a:lnTo>
                  <a:lnTo>
                    <a:pt x="3400" y="2142"/>
                  </a:lnTo>
                  <a:lnTo>
                    <a:pt x="3400" y="1890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4745025" y="4702375"/>
              <a:ext cx="6300" cy="97625"/>
            </a:xfrm>
            <a:custGeom>
              <a:rect b="b" l="l" r="r" t="t"/>
              <a:pathLst>
                <a:path extrusionOk="0" h="3905" w="252">
                  <a:moveTo>
                    <a:pt x="0" y="1"/>
                  </a:moveTo>
                  <a:lnTo>
                    <a:pt x="0" y="3905"/>
                  </a:lnTo>
                  <a:lnTo>
                    <a:pt x="252" y="3779"/>
                  </a:lnTo>
                  <a:lnTo>
                    <a:pt x="252" y="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4845750" y="4740175"/>
              <a:ext cx="6325" cy="138550"/>
            </a:xfrm>
            <a:custGeom>
              <a:rect b="b" l="l" r="r" t="t"/>
              <a:pathLst>
                <a:path extrusionOk="0" h="5542" w="253">
                  <a:moveTo>
                    <a:pt x="253" y="0"/>
                  </a:moveTo>
                  <a:lnTo>
                    <a:pt x="1" y="126"/>
                  </a:lnTo>
                  <a:lnTo>
                    <a:pt x="1" y="5541"/>
                  </a:lnTo>
                  <a:lnTo>
                    <a:pt x="253" y="541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4729275" y="4670900"/>
              <a:ext cx="122800" cy="72425"/>
            </a:xfrm>
            <a:custGeom>
              <a:rect b="b" l="l" r="r" t="t"/>
              <a:pathLst>
                <a:path extrusionOk="0" h="2897" w="4912">
                  <a:moveTo>
                    <a:pt x="252" y="1"/>
                  </a:moveTo>
                  <a:lnTo>
                    <a:pt x="0" y="126"/>
                  </a:lnTo>
                  <a:lnTo>
                    <a:pt x="4660" y="2897"/>
                  </a:lnTo>
                  <a:lnTo>
                    <a:pt x="4912" y="2771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4770200" y="3030650"/>
              <a:ext cx="125950" cy="607650"/>
            </a:xfrm>
            <a:custGeom>
              <a:rect b="b" l="l" r="r" t="t"/>
              <a:pathLst>
                <a:path extrusionOk="0" h="24306" w="5038">
                  <a:moveTo>
                    <a:pt x="5038" y="0"/>
                  </a:moveTo>
                  <a:lnTo>
                    <a:pt x="0" y="3023"/>
                  </a:lnTo>
                  <a:lnTo>
                    <a:pt x="0" y="24305"/>
                  </a:lnTo>
                  <a:lnTo>
                    <a:pt x="5038" y="21409"/>
                  </a:lnTo>
                  <a:lnTo>
                    <a:pt x="503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4644275" y="3030650"/>
              <a:ext cx="125950" cy="607650"/>
            </a:xfrm>
            <a:custGeom>
              <a:rect b="b" l="l" r="r" t="t"/>
              <a:pathLst>
                <a:path extrusionOk="0" h="24306" w="5038">
                  <a:moveTo>
                    <a:pt x="0" y="0"/>
                  </a:moveTo>
                  <a:lnTo>
                    <a:pt x="0" y="21409"/>
                  </a:lnTo>
                  <a:lnTo>
                    <a:pt x="5037" y="24305"/>
                  </a:lnTo>
                  <a:lnTo>
                    <a:pt x="5037" y="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4644275" y="2958225"/>
              <a:ext cx="251875" cy="148000"/>
            </a:xfrm>
            <a:custGeom>
              <a:rect b="b" l="l" r="r" t="t"/>
              <a:pathLst>
                <a:path extrusionOk="0" h="5920" w="10075">
                  <a:moveTo>
                    <a:pt x="5037" y="1"/>
                  </a:moveTo>
                  <a:lnTo>
                    <a:pt x="0" y="2897"/>
                  </a:lnTo>
                  <a:lnTo>
                    <a:pt x="5037" y="5920"/>
                  </a:lnTo>
                  <a:lnTo>
                    <a:pt x="10075" y="2897"/>
                  </a:lnTo>
                  <a:lnTo>
                    <a:pt x="5037" y="1"/>
                  </a:lnTo>
                  <a:close/>
                </a:path>
              </a:pathLst>
            </a:custGeom>
            <a:solidFill>
              <a:srgbClr val="D6D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4694650" y="2989725"/>
              <a:ext cx="151125" cy="85025"/>
            </a:xfrm>
            <a:custGeom>
              <a:rect b="b" l="l" r="r" t="t"/>
              <a:pathLst>
                <a:path extrusionOk="0" h="3401" w="6045">
                  <a:moveTo>
                    <a:pt x="3022" y="0"/>
                  </a:moveTo>
                  <a:lnTo>
                    <a:pt x="0" y="1637"/>
                  </a:lnTo>
                  <a:lnTo>
                    <a:pt x="3022" y="3400"/>
                  </a:lnTo>
                  <a:lnTo>
                    <a:pt x="6045" y="1637"/>
                  </a:lnTo>
                  <a:lnTo>
                    <a:pt x="3022" y="0"/>
                  </a:lnTo>
                  <a:close/>
                </a:path>
              </a:pathLst>
            </a:custGeom>
            <a:solidFill>
              <a:srgbClr val="827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4719825" y="3018050"/>
              <a:ext cx="100775" cy="56700"/>
            </a:xfrm>
            <a:custGeom>
              <a:rect b="b" l="l" r="r" t="t"/>
              <a:pathLst>
                <a:path extrusionOk="0" h="2268" w="4031">
                  <a:moveTo>
                    <a:pt x="2015" y="1"/>
                  </a:moveTo>
                  <a:lnTo>
                    <a:pt x="1" y="1134"/>
                  </a:lnTo>
                  <a:lnTo>
                    <a:pt x="2015" y="2267"/>
                  </a:lnTo>
                  <a:lnTo>
                    <a:pt x="4030" y="1134"/>
                  </a:lnTo>
                  <a:lnTo>
                    <a:pt x="201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" name="Google Shape;437;p30"/>
          <p:cNvSpPr/>
          <p:nvPr/>
        </p:nvSpPr>
        <p:spPr>
          <a:xfrm>
            <a:off x="767050" y="1409025"/>
            <a:ext cx="339300" cy="3372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75" y="2211971"/>
            <a:ext cx="277259" cy="3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975" y="3030425"/>
            <a:ext cx="339300" cy="33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p30"/>
          <p:cNvGrpSpPr/>
          <p:nvPr/>
        </p:nvGrpSpPr>
        <p:grpSpPr>
          <a:xfrm>
            <a:off x="767099" y="3835371"/>
            <a:ext cx="339302" cy="337200"/>
            <a:chOff x="-34405525" y="3558075"/>
            <a:chExt cx="292225" cy="293600"/>
          </a:xfrm>
        </p:grpSpPr>
        <p:sp>
          <p:nvSpPr>
            <p:cNvPr id="441" name="Google Shape;441;p30"/>
            <p:cNvSpPr/>
            <p:nvPr/>
          </p:nvSpPr>
          <p:spPr>
            <a:xfrm>
              <a:off x="-34303150" y="3663825"/>
              <a:ext cx="189850" cy="187850"/>
            </a:xfrm>
            <a:custGeom>
              <a:rect b="b" l="l" r="r" t="t"/>
              <a:pathLst>
                <a:path extrusionOk="0" h="7514" w="7594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-34250375" y="3565950"/>
              <a:ext cx="46500" cy="46500"/>
            </a:xfrm>
            <a:custGeom>
              <a:rect b="b" l="l" r="r" t="t"/>
              <a:pathLst>
                <a:path extrusionOk="0" h="1860" w="186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-34405525" y="3558075"/>
              <a:ext cx="206375" cy="276475"/>
            </a:xfrm>
            <a:custGeom>
              <a:rect b="b" l="l" r="r" t="t"/>
              <a:pathLst>
                <a:path extrusionOk="0" h="11059" w="8255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31"/>
          <p:cNvGrpSpPr/>
          <p:nvPr/>
        </p:nvGrpSpPr>
        <p:grpSpPr>
          <a:xfrm>
            <a:off x="2511985" y="1162471"/>
            <a:ext cx="4120031" cy="3555540"/>
            <a:chOff x="2511985" y="1162471"/>
            <a:chExt cx="4120031" cy="3555540"/>
          </a:xfrm>
        </p:grpSpPr>
        <p:sp>
          <p:nvSpPr>
            <p:cNvPr id="449" name="Google Shape;449;p31"/>
            <p:cNvSpPr/>
            <p:nvPr/>
          </p:nvSpPr>
          <p:spPr>
            <a:xfrm>
              <a:off x="4844015" y="1162471"/>
              <a:ext cx="1788001" cy="1856957"/>
            </a:xfrm>
            <a:custGeom>
              <a:rect b="b" l="l" r="r" t="t"/>
              <a:pathLst>
                <a:path extrusionOk="0" h="109442" w="105378">
                  <a:moveTo>
                    <a:pt x="7227" y="0"/>
                  </a:moveTo>
                  <a:lnTo>
                    <a:pt x="5721" y="151"/>
                  </a:lnTo>
                  <a:lnTo>
                    <a:pt x="4367" y="602"/>
                  </a:lnTo>
                  <a:lnTo>
                    <a:pt x="3162" y="1204"/>
                  </a:lnTo>
                  <a:lnTo>
                    <a:pt x="2108" y="2108"/>
                  </a:lnTo>
                  <a:lnTo>
                    <a:pt x="1205" y="3161"/>
                  </a:lnTo>
                  <a:lnTo>
                    <a:pt x="603" y="4366"/>
                  </a:lnTo>
                  <a:lnTo>
                    <a:pt x="151" y="5720"/>
                  </a:lnTo>
                  <a:lnTo>
                    <a:pt x="1" y="7226"/>
                  </a:lnTo>
                  <a:lnTo>
                    <a:pt x="1" y="102216"/>
                  </a:lnTo>
                  <a:lnTo>
                    <a:pt x="151" y="103721"/>
                  </a:lnTo>
                  <a:lnTo>
                    <a:pt x="603" y="105076"/>
                  </a:lnTo>
                  <a:lnTo>
                    <a:pt x="1205" y="106280"/>
                  </a:lnTo>
                  <a:lnTo>
                    <a:pt x="2108" y="107334"/>
                  </a:lnTo>
                  <a:lnTo>
                    <a:pt x="3162" y="108237"/>
                  </a:lnTo>
                  <a:lnTo>
                    <a:pt x="4367" y="108840"/>
                  </a:lnTo>
                  <a:lnTo>
                    <a:pt x="5721" y="109291"/>
                  </a:lnTo>
                  <a:lnTo>
                    <a:pt x="7227" y="109442"/>
                  </a:lnTo>
                  <a:lnTo>
                    <a:pt x="98152" y="109442"/>
                  </a:lnTo>
                  <a:lnTo>
                    <a:pt x="99658" y="109291"/>
                  </a:lnTo>
                  <a:lnTo>
                    <a:pt x="101012" y="108840"/>
                  </a:lnTo>
                  <a:lnTo>
                    <a:pt x="102217" y="108237"/>
                  </a:lnTo>
                  <a:lnTo>
                    <a:pt x="103270" y="107334"/>
                  </a:lnTo>
                  <a:lnTo>
                    <a:pt x="104174" y="106280"/>
                  </a:lnTo>
                  <a:lnTo>
                    <a:pt x="104926" y="105076"/>
                  </a:lnTo>
                  <a:lnTo>
                    <a:pt x="105227" y="103721"/>
                  </a:lnTo>
                  <a:lnTo>
                    <a:pt x="105378" y="102216"/>
                  </a:lnTo>
                  <a:lnTo>
                    <a:pt x="105378" y="7226"/>
                  </a:lnTo>
                  <a:lnTo>
                    <a:pt x="105227" y="5720"/>
                  </a:lnTo>
                  <a:lnTo>
                    <a:pt x="104926" y="4366"/>
                  </a:lnTo>
                  <a:lnTo>
                    <a:pt x="104174" y="3161"/>
                  </a:lnTo>
                  <a:lnTo>
                    <a:pt x="103270" y="2108"/>
                  </a:lnTo>
                  <a:lnTo>
                    <a:pt x="102217" y="1204"/>
                  </a:lnTo>
                  <a:lnTo>
                    <a:pt x="101012" y="602"/>
                  </a:lnTo>
                  <a:lnTo>
                    <a:pt x="99658" y="151"/>
                  </a:lnTo>
                  <a:lnTo>
                    <a:pt x="9815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4844015" y="1162471"/>
              <a:ext cx="1788001" cy="1856957"/>
            </a:xfrm>
            <a:custGeom>
              <a:rect b="b" l="l" r="r" t="t"/>
              <a:pathLst>
                <a:path extrusionOk="0" fill="none" h="109442" w="105378">
                  <a:moveTo>
                    <a:pt x="7227" y="109442"/>
                  </a:moveTo>
                  <a:lnTo>
                    <a:pt x="98152" y="109442"/>
                  </a:lnTo>
                  <a:lnTo>
                    <a:pt x="98152" y="109442"/>
                  </a:lnTo>
                  <a:lnTo>
                    <a:pt x="99658" y="109291"/>
                  </a:lnTo>
                  <a:lnTo>
                    <a:pt x="101012" y="108840"/>
                  </a:lnTo>
                  <a:lnTo>
                    <a:pt x="102217" y="108237"/>
                  </a:lnTo>
                  <a:lnTo>
                    <a:pt x="103270" y="107334"/>
                  </a:lnTo>
                  <a:lnTo>
                    <a:pt x="104174" y="106280"/>
                  </a:lnTo>
                  <a:lnTo>
                    <a:pt x="104926" y="105076"/>
                  </a:lnTo>
                  <a:lnTo>
                    <a:pt x="105227" y="103721"/>
                  </a:lnTo>
                  <a:lnTo>
                    <a:pt x="105378" y="102216"/>
                  </a:lnTo>
                  <a:lnTo>
                    <a:pt x="105378" y="7226"/>
                  </a:lnTo>
                  <a:lnTo>
                    <a:pt x="105378" y="7226"/>
                  </a:lnTo>
                  <a:lnTo>
                    <a:pt x="105227" y="5720"/>
                  </a:lnTo>
                  <a:lnTo>
                    <a:pt x="104926" y="4366"/>
                  </a:lnTo>
                  <a:lnTo>
                    <a:pt x="104174" y="3161"/>
                  </a:lnTo>
                  <a:lnTo>
                    <a:pt x="103270" y="2108"/>
                  </a:lnTo>
                  <a:lnTo>
                    <a:pt x="102217" y="1204"/>
                  </a:lnTo>
                  <a:lnTo>
                    <a:pt x="101012" y="602"/>
                  </a:lnTo>
                  <a:lnTo>
                    <a:pt x="99658" y="151"/>
                  </a:lnTo>
                  <a:lnTo>
                    <a:pt x="98152" y="0"/>
                  </a:lnTo>
                  <a:lnTo>
                    <a:pt x="7227" y="0"/>
                  </a:lnTo>
                  <a:lnTo>
                    <a:pt x="7227" y="0"/>
                  </a:lnTo>
                  <a:lnTo>
                    <a:pt x="5721" y="151"/>
                  </a:lnTo>
                  <a:lnTo>
                    <a:pt x="4367" y="602"/>
                  </a:lnTo>
                  <a:lnTo>
                    <a:pt x="3162" y="1204"/>
                  </a:lnTo>
                  <a:lnTo>
                    <a:pt x="2108" y="2108"/>
                  </a:lnTo>
                  <a:lnTo>
                    <a:pt x="1205" y="3161"/>
                  </a:lnTo>
                  <a:lnTo>
                    <a:pt x="603" y="4366"/>
                  </a:lnTo>
                  <a:lnTo>
                    <a:pt x="151" y="5720"/>
                  </a:lnTo>
                  <a:lnTo>
                    <a:pt x="1" y="7226"/>
                  </a:lnTo>
                  <a:lnTo>
                    <a:pt x="1" y="102216"/>
                  </a:lnTo>
                  <a:lnTo>
                    <a:pt x="1" y="102216"/>
                  </a:lnTo>
                  <a:lnTo>
                    <a:pt x="151" y="103721"/>
                  </a:lnTo>
                  <a:lnTo>
                    <a:pt x="603" y="105076"/>
                  </a:lnTo>
                  <a:lnTo>
                    <a:pt x="1205" y="106280"/>
                  </a:lnTo>
                  <a:lnTo>
                    <a:pt x="2108" y="107334"/>
                  </a:lnTo>
                  <a:lnTo>
                    <a:pt x="3162" y="108237"/>
                  </a:lnTo>
                  <a:lnTo>
                    <a:pt x="4367" y="108840"/>
                  </a:lnTo>
                  <a:lnTo>
                    <a:pt x="5721" y="109291"/>
                  </a:lnTo>
                  <a:lnTo>
                    <a:pt x="7227" y="10944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090499" y="1410231"/>
              <a:ext cx="280999" cy="280982"/>
            </a:xfrm>
            <a:custGeom>
              <a:rect b="b" l="l" r="r" t="t"/>
              <a:pathLst>
                <a:path extrusionOk="0" h="16560" w="16561">
                  <a:moveTo>
                    <a:pt x="8280" y="0"/>
                  </a:moveTo>
                  <a:lnTo>
                    <a:pt x="6624" y="151"/>
                  </a:lnTo>
                  <a:lnTo>
                    <a:pt x="4969" y="602"/>
                  </a:lnTo>
                  <a:lnTo>
                    <a:pt x="3614" y="1355"/>
                  </a:lnTo>
                  <a:lnTo>
                    <a:pt x="2409" y="2409"/>
                  </a:lnTo>
                  <a:lnTo>
                    <a:pt x="1356" y="3613"/>
                  </a:lnTo>
                  <a:lnTo>
                    <a:pt x="603" y="4968"/>
                  </a:lnTo>
                  <a:lnTo>
                    <a:pt x="151" y="6624"/>
                  </a:lnTo>
                  <a:lnTo>
                    <a:pt x="1" y="8280"/>
                  </a:lnTo>
                  <a:lnTo>
                    <a:pt x="151" y="9936"/>
                  </a:lnTo>
                  <a:lnTo>
                    <a:pt x="603" y="11592"/>
                  </a:lnTo>
                  <a:lnTo>
                    <a:pt x="1356" y="12947"/>
                  </a:lnTo>
                  <a:lnTo>
                    <a:pt x="2409" y="14151"/>
                  </a:lnTo>
                  <a:lnTo>
                    <a:pt x="3614" y="15205"/>
                  </a:lnTo>
                  <a:lnTo>
                    <a:pt x="4969" y="15957"/>
                  </a:lnTo>
                  <a:lnTo>
                    <a:pt x="6624" y="16409"/>
                  </a:lnTo>
                  <a:lnTo>
                    <a:pt x="8280" y="16560"/>
                  </a:lnTo>
                  <a:lnTo>
                    <a:pt x="9936" y="16409"/>
                  </a:lnTo>
                  <a:lnTo>
                    <a:pt x="11442" y="15957"/>
                  </a:lnTo>
                  <a:lnTo>
                    <a:pt x="12947" y="15205"/>
                  </a:lnTo>
                  <a:lnTo>
                    <a:pt x="14151" y="14151"/>
                  </a:lnTo>
                  <a:lnTo>
                    <a:pt x="15205" y="12947"/>
                  </a:lnTo>
                  <a:lnTo>
                    <a:pt x="15958" y="11592"/>
                  </a:lnTo>
                  <a:lnTo>
                    <a:pt x="16410" y="9936"/>
                  </a:lnTo>
                  <a:lnTo>
                    <a:pt x="16560" y="8280"/>
                  </a:lnTo>
                  <a:lnTo>
                    <a:pt x="16410" y="6624"/>
                  </a:lnTo>
                  <a:lnTo>
                    <a:pt x="15958" y="4968"/>
                  </a:lnTo>
                  <a:lnTo>
                    <a:pt x="15205" y="3613"/>
                  </a:lnTo>
                  <a:lnTo>
                    <a:pt x="14151" y="2409"/>
                  </a:lnTo>
                  <a:lnTo>
                    <a:pt x="12947" y="1355"/>
                  </a:lnTo>
                  <a:lnTo>
                    <a:pt x="11442" y="602"/>
                  </a:lnTo>
                  <a:lnTo>
                    <a:pt x="9936" y="151"/>
                  </a:lnTo>
                  <a:lnTo>
                    <a:pt x="8280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5720132" y="1410231"/>
              <a:ext cx="280982" cy="280982"/>
            </a:xfrm>
            <a:custGeom>
              <a:rect b="b" l="l" r="r" t="t"/>
              <a:pathLst>
                <a:path extrusionOk="0" h="16560" w="16560">
                  <a:moveTo>
                    <a:pt x="8280" y="0"/>
                  </a:moveTo>
                  <a:lnTo>
                    <a:pt x="6624" y="151"/>
                  </a:lnTo>
                  <a:lnTo>
                    <a:pt x="4968" y="602"/>
                  </a:lnTo>
                  <a:lnTo>
                    <a:pt x="3614" y="1355"/>
                  </a:lnTo>
                  <a:lnTo>
                    <a:pt x="2409" y="2409"/>
                  </a:lnTo>
                  <a:lnTo>
                    <a:pt x="1356" y="3613"/>
                  </a:lnTo>
                  <a:lnTo>
                    <a:pt x="603" y="4968"/>
                  </a:lnTo>
                  <a:lnTo>
                    <a:pt x="151" y="6624"/>
                  </a:lnTo>
                  <a:lnTo>
                    <a:pt x="1" y="8280"/>
                  </a:lnTo>
                  <a:lnTo>
                    <a:pt x="151" y="9936"/>
                  </a:lnTo>
                  <a:lnTo>
                    <a:pt x="603" y="11592"/>
                  </a:lnTo>
                  <a:lnTo>
                    <a:pt x="1356" y="12947"/>
                  </a:lnTo>
                  <a:lnTo>
                    <a:pt x="2409" y="14151"/>
                  </a:lnTo>
                  <a:lnTo>
                    <a:pt x="3614" y="15205"/>
                  </a:lnTo>
                  <a:lnTo>
                    <a:pt x="4968" y="15957"/>
                  </a:lnTo>
                  <a:lnTo>
                    <a:pt x="6624" y="16409"/>
                  </a:lnTo>
                  <a:lnTo>
                    <a:pt x="8280" y="16560"/>
                  </a:lnTo>
                  <a:lnTo>
                    <a:pt x="9936" y="16409"/>
                  </a:lnTo>
                  <a:lnTo>
                    <a:pt x="11592" y="15957"/>
                  </a:lnTo>
                  <a:lnTo>
                    <a:pt x="12947" y="15205"/>
                  </a:lnTo>
                  <a:lnTo>
                    <a:pt x="14151" y="14151"/>
                  </a:lnTo>
                  <a:lnTo>
                    <a:pt x="15205" y="12947"/>
                  </a:lnTo>
                  <a:lnTo>
                    <a:pt x="15958" y="11592"/>
                  </a:lnTo>
                  <a:lnTo>
                    <a:pt x="16409" y="9936"/>
                  </a:lnTo>
                  <a:lnTo>
                    <a:pt x="16560" y="8280"/>
                  </a:lnTo>
                  <a:lnTo>
                    <a:pt x="16409" y="6624"/>
                  </a:lnTo>
                  <a:lnTo>
                    <a:pt x="15958" y="4968"/>
                  </a:lnTo>
                  <a:lnTo>
                    <a:pt x="15205" y="3613"/>
                  </a:lnTo>
                  <a:lnTo>
                    <a:pt x="14151" y="2409"/>
                  </a:lnTo>
                  <a:lnTo>
                    <a:pt x="12947" y="1355"/>
                  </a:lnTo>
                  <a:lnTo>
                    <a:pt x="11592" y="602"/>
                  </a:lnTo>
                  <a:lnTo>
                    <a:pt x="9936" y="151"/>
                  </a:lnTo>
                  <a:lnTo>
                    <a:pt x="8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5367649" y="1795919"/>
              <a:ext cx="1008955" cy="1008955"/>
            </a:xfrm>
            <a:custGeom>
              <a:rect b="b" l="l" r="r" t="t"/>
              <a:pathLst>
                <a:path extrusionOk="0" h="59464" w="59464">
                  <a:moveTo>
                    <a:pt x="29807" y="603"/>
                  </a:moveTo>
                  <a:lnTo>
                    <a:pt x="32667" y="753"/>
                  </a:lnTo>
                  <a:lnTo>
                    <a:pt x="35678" y="1205"/>
                  </a:lnTo>
                  <a:lnTo>
                    <a:pt x="38388" y="1958"/>
                  </a:lnTo>
                  <a:lnTo>
                    <a:pt x="41097" y="2861"/>
                  </a:lnTo>
                  <a:lnTo>
                    <a:pt x="43657" y="4065"/>
                  </a:lnTo>
                  <a:lnTo>
                    <a:pt x="46065" y="5571"/>
                  </a:lnTo>
                  <a:lnTo>
                    <a:pt x="48323" y="7226"/>
                  </a:lnTo>
                  <a:lnTo>
                    <a:pt x="50280" y="9183"/>
                  </a:lnTo>
                  <a:lnTo>
                    <a:pt x="52237" y="11140"/>
                  </a:lnTo>
                  <a:lnTo>
                    <a:pt x="53893" y="13399"/>
                  </a:lnTo>
                  <a:lnTo>
                    <a:pt x="55399" y="15807"/>
                  </a:lnTo>
                  <a:lnTo>
                    <a:pt x="56603" y="18366"/>
                  </a:lnTo>
                  <a:lnTo>
                    <a:pt x="57506" y="21076"/>
                  </a:lnTo>
                  <a:lnTo>
                    <a:pt x="58259" y="23936"/>
                  </a:lnTo>
                  <a:lnTo>
                    <a:pt x="58710" y="26797"/>
                  </a:lnTo>
                  <a:lnTo>
                    <a:pt x="58861" y="29657"/>
                  </a:lnTo>
                  <a:lnTo>
                    <a:pt x="58710" y="32668"/>
                  </a:lnTo>
                  <a:lnTo>
                    <a:pt x="58259" y="35528"/>
                  </a:lnTo>
                  <a:lnTo>
                    <a:pt x="57506" y="38388"/>
                  </a:lnTo>
                  <a:lnTo>
                    <a:pt x="56603" y="41098"/>
                  </a:lnTo>
                  <a:lnTo>
                    <a:pt x="55399" y="43657"/>
                  </a:lnTo>
                  <a:lnTo>
                    <a:pt x="53893" y="46065"/>
                  </a:lnTo>
                  <a:lnTo>
                    <a:pt x="52237" y="48173"/>
                  </a:lnTo>
                  <a:lnTo>
                    <a:pt x="50280" y="50281"/>
                  </a:lnTo>
                  <a:lnTo>
                    <a:pt x="48323" y="52238"/>
                  </a:lnTo>
                  <a:lnTo>
                    <a:pt x="46065" y="53894"/>
                  </a:lnTo>
                  <a:lnTo>
                    <a:pt x="43657" y="55399"/>
                  </a:lnTo>
                  <a:lnTo>
                    <a:pt x="41097" y="56603"/>
                  </a:lnTo>
                  <a:lnTo>
                    <a:pt x="38388" y="57506"/>
                  </a:lnTo>
                  <a:lnTo>
                    <a:pt x="35678" y="58259"/>
                  </a:lnTo>
                  <a:lnTo>
                    <a:pt x="32667" y="58711"/>
                  </a:lnTo>
                  <a:lnTo>
                    <a:pt x="29807" y="58861"/>
                  </a:lnTo>
                  <a:lnTo>
                    <a:pt x="26796" y="58711"/>
                  </a:lnTo>
                  <a:lnTo>
                    <a:pt x="23936" y="58259"/>
                  </a:lnTo>
                  <a:lnTo>
                    <a:pt x="21076" y="57506"/>
                  </a:lnTo>
                  <a:lnTo>
                    <a:pt x="18366" y="56603"/>
                  </a:lnTo>
                  <a:lnTo>
                    <a:pt x="15957" y="55399"/>
                  </a:lnTo>
                  <a:lnTo>
                    <a:pt x="13549" y="53894"/>
                  </a:lnTo>
                  <a:lnTo>
                    <a:pt x="11291" y="52238"/>
                  </a:lnTo>
                  <a:lnTo>
                    <a:pt x="9183" y="50281"/>
                  </a:lnTo>
                  <a:lnTo>
                    <a:pt x="7226" y="48173"/>
                  </a:lnTo>
                  <a:lnTo>
                    <a:pt x="5570" y="46065"/>
                  </a:lnTo>
                  <a:lnTo>
                    <a:pt x="4215" y="43657"/>
                  </a:lnTo>
                  <a:lnTo>
                    <a:pt x="2861" y="41098"/>
                  </a:lnTo>
                  <a:lnTo>
                    <a:pt x="1957" y="38388"/>
                  </a:lnTo>
                  <a:lnTo>
                    <a:pt x="1205" y="35528"/>
                  </a:lnTo>
                  <a:lnTo>
                    <a:pt x="753" y="32668"/>
                  </a:lnTo>
                  <a:lnTo>
                    <a:pt x="602" y="29657"/>
                  </a:lnTo>
                  <a:lnTo>
                    <a:pt x="753" y="26797"/>
                  </a:lnTo>
                  <a:lnTo>
                    <a:pt x="1205" y="23936"/>
                  </a:lnTo>
                  <a:lnTo>
                    <a:pt x="1957" y="21076"/>
                  </a:lnTo>
                  <a:lnTo>
                    <a:pt x="2861" y="18366"/>
                  </a:lnTo>
                  <a:lnTo>
                    <a:pt x="4215" y="15807"/>
                  </a:lnTo>
                  <a:lnTo>
                    <a:pt x="5570" y="13399"/>
                  </a:lnTo>
                  <a:lnTo>
                    <a:pt x="7226" y="11140"/>
                  </a:lnTo>
                  <a:lnTo>
                    <a:pt x="9183" y="9183"/>
                  </a:lnTo>
                  <a:lnTo>
                    <a:pt x="11291" y="7226"/>
                  </a:lnTo>
                  <a:lnTo>
                    <a:pt x="13549" y="5571"/>
                  </a:lnTo>
                  <a:lnTo>
                    <a:pt x="15957" y="4065"/>
                  </a:lnTo>
                  <a:lnTo>
                    <a:pt x="18366" y="2861"/>
                  </a:lnTo>
                  <a:lnTo>
                    <a:pt x="21076" y="1958"/>
                  </a:lnTo>
                  <a:lnTo>
                    <a:pt x="23936" y="1205"/>
                  </a:lnTo>
                  <a:lnTo>
                    <a:pt x="26796" y="753"/>
                  </a:lnTo>
                  <a:lnTo>
                    <a:pt x="29807" y="603"/>
                  </a:lnTo>
                  <a:close/>
                  <a:moveTo>
                    <a:pt x="29807" y="1"/>
                  </a:moveTo>
                  <a:lnTo>
                    <a:pt x="26796" y="151"/>
                  </a:lnTo>
                  <a:lnTo>
                    <a:pt x="23785" y="603"/>
                  </a:lnTo>
                  <a:lnTo>
                    <a:pt x="20925" y="1355"/>
                  </a:lnTo>
                  <a:lnTo>
                    <a:pt x="18216" y="2409"/>
                  </a:lnTo>
                  <a:lnTo>
                    <a:pt x="15656" y="3614"/>
                  </a:lnTo>
                  <a:lnTo>
                    <a:pt x="13097" y="5119"/>
                  </a:lnTo>
                  <a:lnTo>
                    <a:pt x="10839" y="6775"/>
                  </a:lnTo>
                  <a:lnTo>
                    <a:pt x="8732" y="8732"/>
                  </a:lnTo>
                  <a:lnTo>
                    <a:pt x="6775" y="10839"/>
                  </a:lnTo>
                  <a:lnTo>
                    <a:pt x="5119" y="13097"/>
                  </a:lnTo>
                  <a:lnTo>
                    <a:pt x="3613" y="15506"/>
                  </a:lnTo>
                  <a:lnTo>
                    <a:pt x="2409" y="18216"/>
                  </a:lnTo>
                  <a:lnTo>
                    <a:pt x="1355" y="20926"/>
                  </a:lnTo>
                  <a:lnTo>
                    <a:pt x="602" y="23786"/>
                  </a:lnTo>
                  <a:lnTo>
                    <a:pt x="151" y="26646"/>
                  </a:lnTo>
                  <a:lnTo>
                    <a:pt x="0" y="29657"/>
                  </a:lnTo>
                  <a:lnTo>
                    <a:pt x="151" y="32818"/>
                  </a:lnTo>
                  <a:lnTo>
                    <a:pt x="602" y="35678"/>
                  </a:lnTo>
                  <a:lnTo>
                    <a:pt x="1355" y="38539"/>
                  </a:lnTo>
                  <a:lnTo>
                    <a:pt x="2409" y="41248"/>
                  </a:lnTo>
                  <a:lnTo>
                    <a:pt x="3613" y="43958"/>
                  </a:lnTo>
                  <a:lnTo>
                    <a:pt x="5119" y="46367"/>
                  </a:lnTo>
                  <a:lnTo>
                    <a:pt x="6775" y="48625"/>
                  </a:lnTo>
                  <a:lnTo>
                    <a:pt x="8732" y="50732"/>
                  </a:lnTo>
                  <a:lnTo>
                    <a:pt x="10839" y="52689"/>
                  </a:lnTo>
                  <a:lnTo>
                    <a:pt x="13097" y="54345"/>
                  </a:lnTo>
                  <a:lnTo>
                    <a:pt x="15656" y="55851"/>
                  </a:lnTo>
                  <a:lnTo>
                    <a:pt x="18216" y="57055"/>
                  </a:lnTo>
                  <a:lnTo>
                    <a:pt x="20925" y="58109"/>
                  </a:lnTo>
                  <a:lnTo>
                    <a:pt x="23785" y="58861"/>
                  </a:lnTo>
                  <a:lnTo>
                    <a:pt x="26796" y="59313"/>
                  </a:lnTo>
                  <a:lnTo>
                    <a:pt x="29807" y="59463"/>
                  </a:lnTo>
                  <a:lnTo>
                    <a:pt x="32818" y="59313"/>
                  </a:lnTo>
                  <a:lnTo>
                    <a:pt x="35678" y="58861"/>
                  </a:lnTo>
                  <a:lnTo>
                    <a:pt x="38538" y="58109"/>
                  </a:lnTo>
                  <a:lnTo>
                    <a:pt x="41248" y="57055"/>
                  </a:lnTo>
                  <a:lnTo>
                    <a:pt x="43958" y="55851"/>
                  </a:lnTo>
                  <a:lnTo>
                    <a:pt x="46366" y="54345"/>
                  </a:lnTo>
                  <a:lnTo>
                    <a:pt x="48624" y="52689"/>
                  </a:lnTo>
                  <a:lnTo>
                    <a:pt x="50732" y="50732"/>
                  </a:lnTo>
                  <a:lnTo>
                    <a:pt x="52689" y="48625"/>
                  </a:lnTo>
                  <a:lnTo>
                    <a:pt x="54345" y="46367"/>
                  </a:lnTo>
                  <a:lnTo>
                    <a:pt x="55850" y="43958"/>
                  </a:lnTo>
                  <a:lnTo>
                    <a:pt x="57205" y="41248"/>
                  </a:lnTo>
                  <a:lnTo>
                    <a:pt x="58108" y="38539"/>
                  </a:lnTo>
                  <a:lnTo>
                    <a:pt x="58861" y="35678"/>
                  </a:lnTo>
                  <a:lnTo>
                    <a:pt x="59313" y="32818"/>
                  </a:lnTo>
                  <a:lnTo>
                    <a:pt x="59463" y="29657"/>
                  </a:lnTo>
                  <a:lnTo>
                    <a:pt x="59313" y="26646"/>
                  </a:lnTo>
                  <a:lnTo>
                    <a:pt x="58861" y="23786"/>
                  </a:lnTo>
                  <a:lnTo>
                    <a:pt x="58108" y="20926"/>
                  </a:lnTo>
                  <a:lnTo>
                    <a:pt x="57205" y="18216"/>
                  </a:lnTo>
                  <a:lnTo>
                    <a:pt x="55850" y="15506"/>
                  </a:lnTo>
                  <a:lnTo>
                    <a:pt x="54345" y="13097"/>
                  </a:lnTo>
                  <a:lnTo>
                    <a:pt x="52689" y="10839"/>
                  </a:lnTo>
                  <a:lnTo>
                    <a:pt x="50732" y="8732"/>
                  </a:lnTo>
                  <a:lnTo>
                    <a:pt x="48624" y="6775"/>
                  </a:lnTo>
                  <a:lnTo>
                    <a:pt x="46366" y="5119"/>
                  </a:lnTo>
                  <a:lnTo>
                    <a:pt x="43958" y="3614"/>
                  </a:lnTo>
                  <a:lnTo>
                    <a:pt x="41248" y="2409"/>
                  </a:lnTo>
                  <a:lnTo>
                    <a:pt x="38538" y="1355"/>
                  </a:lnTo>
                  <a:lnTo>
                    <a:pt x="35678" y="603"/>
                  </a:lnTo>
                  <a:lnTo>
                    <a:pt x="32818" y="151"/>
                  </a:lnTo>
                  <a:lnTo>
                    <a:pt x="29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5367649" y="1795919"/>
              <a:ext cx="1008955" cy="1008955"/>
            </a:xfrm>
            <a:custGeom>
              <a:rect b="b" l="l" r="r" t="t"/>
              <a:pathLst>
                <a:path extrusionOk="0" fill="none" h="59464" w="59464">
                  <a:moveTo>
                    <a:pt x="29807" y="59463"/>
                  </a:moveTo>
                  <a:lnTo>
                    <a:pt x="29807" y="59463"/>
                  </a:lnTo>
                  <a:lnTo>
                    <a:pt x="26796" y="59313"/>
                  </a:lnTo>
                  <a:lnTo>
                    <a:pt x="23785" y="58861"/>
                  </a:lnTo>
                  <a:lnTo>
                    <a:pt x="20925" y="58109"/>
                  </a:lnTo>
                  <a:lnTo>
                    <a:pt x="18216" y="57055"/>
                  </a:lnTo>
                  <a:lnTo>
                    <a:pt x="15656" y="55851"/>
                  </a:lnTo>
                  <a:lnTo>
                    <a:pt x="13097" y="54345"/>
                  </a:lnTo>
                  <a:lnTo>
                    <a:pt x="10839" y="52689"/>
                  </a:lnTo>
                  <a:lnTo>
                    <a:pt x="8732" y="50732"/>
                  </a:lnTo>
                  <a:lnTo>
                    <a:pt x="6775" y="48625"/>
                  </a:lnTo>
                  <a:lnTo>
                    <a:pt x="5119" y="46367"/>
                  </a:lnTo>
                  <a:lnTo>
                    <a:pt x="3613" y="43958"/>
                  </a:lnTo>
                  <a:lnTo>
                    <a:pt x="2409" y="41248"/>
                  </a:lnTo>
                  <a:lnTo>
                    <a:pt x="1355" y="38539"/>
                  </a:lnTo>
                  <a:lnTo>
                    <a:pt x="602" y="35678"/>
                  </a:lnTo>
                  <a:lnTo>
                    <a:pt x="151" y="32818"/>
                  </a:lnTo>
                  <a:lnTo>
                    <a:pt x="0" y="29657"/>
                  </a:lnTo>
                  <a:lnTo>
                    <a:pt x="0" y="29657"/>
                  </a:lnTo>
                  <a:lnTo>
                    <a:pt x="151" y="26646"/>
                  </a:lnTo>
                  <a:lnTo>
                    <a:pt x="602" y="23786"/>
                  </a:lnTo>
                  <a:lnTo>
                    <a:pt x="1355" y="20926"/>
                  </a:lnTo>
                  <a:lnTo>
                    <a:pt x="2409" y="18216"/>
                  </a:lnTo>
                  <a:lnTo>
                    <a:pt x="3613" y="15506"/>
                  </a:lnTo>
                  <a:lnTo>
                    <a:pt x="5119" y="13097"/>
                  </a:lnTo>
                  <a:lnTo>
                    <a:pt x="6775" y="10839"/>
                  </a:lnTo>
                  <a:lnTo>
                    <a:pt x="8732" y="8732"/>
                  </a:lnTo>
                  <a:lnTo>
                    <a:pt x="10839" y="6775"/>
                  </a:lnTo>
                  <a:lnTo>
                    <a:pt x="13097" y="5119"/>
                  </a:lnTo>
                  <a:lnTo>
                    <a:pt x="15656" y="3614"/>
                  </a:lnTo>
                  <a:lnTo>
                    <a:pt x="18216" y="2409"/>
                  </a:lnTo>
                  <a:lnTo>
                    <a:pt x="20925" y="1355"/>
                  </a:lnTo>
                  <a:lnTo>
                    <a:pt x="23785" y="603"/>
                  </a:lnTo>
                  <a:lnTo>
                    <a:pt x="26796" y="151"/>
                  </a:lnTo>
                  <a:lnTo>
                    <a:pt x="29807" y="1"/>
                  </a:lnTo>
                  <a:lnTo>
                    <a:pt x="29807" y="1"/>
                  </a:lnTo>
                  <a:lnTo>
                    <a:pt x="32818" y="151"/>
                  </a:lnTo>
                  <a:lnTo>
                    <a:pt x="35678" y="603"/>
                  </a:lnTo>
                  <a:lnTo>
                    <a:pt x="38538" y="1355"/>
                  </a:lnTo>
                  <a:lnTo>
                    <a:pt x="41248" y="2409"/>
                  </a:lnTo>
                  <a:lnTo>
                    <a:pt x="43958" y="3614"/>
                  </a:lnTo>
                  <a:lnTo>
                    <a:pt x="46366" y="5119"/>
                  </a:lnTo>
                  <a:lnTo>
                    <a:pt x="48624" y="6775"/>
                  </a:lnTo>
                  <a:lnTo>
                    <a:pt x="50732" y="8732"/>
                  </a:lnTo>
                  <a:lnTo>
                    <a:pt x="52689" y="10839"/>
                  </a:lnTo>
                  <a:lnTo>
                    <a:pt x="54345" y="13097"/>
                  </a:lnTo>
                  <a:lnTo>
                    <a:pt x="55850" y="15506"/>
                  </a:lnTo>
                  <a:lnTo>
                    <a:pt x="57205" y="18216"/>
                  </a:lnTo>
                  <a:lnTo>
                    <a:pt x="58108" y="20926"/>
                  </a:lnTo>
                  <a:lnTo>
                    <a:pt x="58861" y="23786"/>
                  </a:lnTo>
                  <a:lnTo>
                    <a:pt x="59313" y="26646"/>
                  </a:lnTo>
                  <a:lnTo>
                    <a:pt x="59463" y="29657"/>
                  </a:lnTo>
                  <a:lnTo>
                    <a:pt x="59463" y="29657"/>
                  </a:lnTo>
                  <a:lnTo>
                    <a:pt x="59313" y="32818"/>
                  </a:lnTo>
                  <a:lnTo>
                    <a:pt x="58861" y="35678"/>
                  </a:lnTo>
                  <a:lnTo>
                    <a:pt x="58108" y="38539"/>
                  </a:lnTo>
                  <a:lnTo>
                    <a:pt x="57205" y="41248"/>
                  </a:lnTo>
                  <a:lnTo>
                    <a:pt x="55850" y="43958"/>
                  </a:lnTo>
                  <a:lnTo>
                    <a:pt x="54345" y="46367"/>
                  </a:lnTo>
                  <a:lnTo>
                    <a:pt x="52689" y="48625"/>
                  </a:lnTo>
                  <a:lnTo>
                    <a:pt x="50732" y="50732"/>
                  </a:lnTo>
                  <a:lnTo>
                    <a:pt x="48624" y="52689"/>
                  </a:lnTo>
                  <a:lnTo>
                    <a:pt x="46366" y="54345"/>
                  </a:lnTo>
                  <a:lnTo>
                    <a:pt x="43958" y="55851"/>
                  </a:lnTo>
                  <a:lnTo>
                    <a:pt x="41248" y="57055"/>
                  </a:lnTo>
                  <a:lnTo>
                    <a:pt x="38538" y="58109"/>
                  </a:lnTo>
                  <a:lnTo>
                    <a:pt x="35678" y="58861"/>
                  </a:lnTo>
                  <a:lnTo>
                    <a:pt x="32818" y="59313"/>
                  </a:lnTo>
                  <a:lnTo>
                    <a:pt x="29807" y="5946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5377864" y="1806133"/>
              <a:ext cx="988510" cy="988527"/>
            </a:xfrm>
            <a:custGeom>
              <a:rect b="b" l="l" r="r" t="t"/>
              <a:pathLst>
                <a:path extrusionOk="0" fill="none" h="58260" w="58259">
                  <a:moveTo>
                    <a:pt x="29205" y="1"/>
                  </a:moveTo>
                  <a:lnTo>
                    <a:pt x="29205" y="1"/>
                  </a:lnTo>
                  <a:lnTo>
                    <a:pt x="26194" y="151"/>
                  </a:lnTo>
                  <a:lnTo>
                    <a:pt x="23334" y="603"/>
                  </a:lnTo>
                  <a:lnTo>
                    <a:pt x="20474" y="1356"/>
                  </a:lnTo>
                  <a:lnTo>
                    <a:pt x="17764" y="2259"/>
                  </a:lnTo>
                  <a:lnTo>
                    <a:pt x="15355" y="3463"/>
                  </a:lnTo>
                  <a:lnTo>
                    <a:pt x="12947" y="4969"/>
                  </a:lnTo>
                  <a:lnTo>
                    <a:pt x="10689" y="6624"/>
                  </a:lnTo>
                  <a:lnTo>
                    <a:pt x="8581" y="8581"/>
                  </a:lnTo>
                  <a:lnTo>
                    <a:pt x="6624" y="10538"/>
                  </a:lnTo>
                  <a:lnTo>
                    <a:pt x="4968" y="12797"/>
                  </a:lnTo>
                  <a:lnTo>
                    <a:pt x="3613" y="15205"/>
                  </a:lnTo>
                  <a:lnTo>
                    <a:pt x="2259" y="17764"/>
                  </a:lnTo>
                  <a:lnTo>
                    <a:pt x="1355" y="20474"/>
                  </a:lnTo>
                  <a:lnTo>
                    <a:pt x="603" y="23334"/>
                  </a:lnTo>
                  <a:lnTo>
                    <a:pt x="151" y="26195"/>
                  </a:lnTo>
                  <a:lnTo>
                    <a:pt x="0" y="29055"/>
                  </a:lnTo>
                  <a:lnTo>
                    <a:pt x="0" y="29055"/>
                  </a:lnTo>
                  <a:lnTo>
                    <a:pt x="151" y="32066"/>
                  </a:lnTo>
                  <a:lnTo>
                    <a:pt x="603" y="34926"/>
                  </a:lnTo>
                  <a:lnTo>
                    <a:pt x="1355" y="37786"/>
                  </a:lnTo>
                  <a:lnTo>
                    <a:pt x="2259" y="40496"/>
                  </a:lnTo>
                  <a:lnTo>
                    <a:pt x="3613" y="43055"/>
                  </a:lnTo>
                  <a:lnTo>
                    <a:pt x="4968" y="45463"/>
                  </a:lnTo>
                  <a:lnTo>
                    <a:pt x="6624" y="47571"/>
                  </a:lnTo>
                  <a:lnTo>
                    <a:pt x="8581" y="49679"/>
                  </a:lnTo>
                  <a:lnTo>
                    <a:pt x="10689" y="51636"/>
                  </a:lnTo>
                  <a:lnTo>
                    <a:pt x="12947" y="53292"/>
                  </a:lnTo>
                  <a:lnTo>
                    <a:pt x="15355" y="54797"/>
                  </a:lnTo>
                  <a:lnTo>
                    <a:pt x="17764" y="56001"/>
                  </a:lnTo>
                  <a:lnTo>
                    <a:pt x="20474" y="56904"/>
                  </a:lnTo>
                  <a:lnTo>
                    <a:pt x="23334" y="57657"/>
                  </a:lnTo>
                  <a:lnTo>
                    <a:pt x="26194" y="58109"/>
                  </a:lnTo>
                  <a:lnTo>
                    <a:pt x="29205" y="58259"/>
                  </a:lnTo>
                  <a:lnTo>
                    <a:pt x="29205" y="58259"/>
                  </a:lnTo>
                  <a:lnTo>
                    <a:pt x="32065" y="58109"/>
                  </a:lnTo>
                  <a:lnTo>
                    <a:pt x="35076" y="57657"/>
                  </a:lnTo>
                  <a:lnTo>
                    <a:pt x="37786" y="56904"/>
                  </a:lnTo>
                  <a:lnTo>
                    <a:pt x="40495" y="56001"/>
                  </a:lnTo>
                  <a:lnTo>
                    <a:pt x="43055" y="54797"/>
                  </a:lnTo>
                  <a:lnTo>
                    <a:pt x="45463" y="53292"/>
                  </a:lnTo>
                  <a:lnTo>
                    <a:pt x="47721" y="51636"/>
                  </a:lnTo>
                  <a:lnTo>
                    <a:pt x="49678" y="49679"/>
                  </a:lnTo>
                  <a:lnTo>
                    <a:pt x="51635" y="47571"/>
                  </a:lnTo>
                  <a:lnTo>
                    <a:pt x="53291" y="45463"/>
                  </a:lnTo>
                  <a:lnTo>
                    <a:pt x="54797" y="43055"/>
                  </a:lnTo>
                  <a:lnTo>
                    <a:pt x="56001" y="40496"/>
                  </a:lnTo>
                  <a:lnTo>
                    <a:pt x="56904" y="37786"/>
                  </a:lnTo>
                  <a:lnTo>
                    <a:pt x="57657" y="34926"/>
                  </a:lnTo>
                  <a:lnTo>
                    <a:pt x="58108" y="32066"/>
                  </a:lnTo>
                  <a:lnTo>
                    <a:pt x="58259" y="29055"/>
                  </a:lnTo>
                  <a:lnTo>
                    <a:pt x="58259" y="29055"/>
                  </a:lnTo>
                  <a:lnTo>
                    <a:pt x="58108" y="26195"/>
                  </a:lnTo>
                  <a:lnTo>
                    <a:pt x="57657" y="23334"/>
                  </a:lnTo>
                  <a:lnTo>
                    <a:pt x="56904" y="20474"/>
                  </a:lnTo>
                  <a:lnTo>
                    <a:pt x="56001" y="17764"/>
                  </a:lnTo>
                  <a:lnTo>
                    <a:pt x="54797" y="15205"/>
                  </a:lnTo>
                  <a:lnTo>
                    <a:pt x="53291" y="12797"/>
                  </a:lnTo>
                  <a:lnTo>
                    <a:pt x="51635" y="10538"/>
                  </a:lnTo>
                  <a:lnTo>
                    <a:pt x="49678" y="8581"/>
                  </a:lnTo>
                  <a:lnTo>
                    <a:pt x="47721" y="6624"/>
                  </a:lnTo>
                  <a:lnTo>
                    <a:pt x="45463" y="4969"/>
                  </a:lnTo>
                  <a:lnTo>
                    <a:pt x="43055" y="3463"/>
                  </a:lnTo>
                  <a:lnTo>
                    <a:pt x="40495" y="2259"/>
                  </a:lnTo>
                  <a:lnTo>
                    <a:pt x="37786" y="1356"/>
                  </a:lnTo>
                  <a:lnTo>
                    <a:pt x="35076" y="603"/>
                  </a:lnTo>
                  <a:lnTo>
                    <a:pt x="32065" y="151"/>
                  </a:lnTo>
                  <a:lnTo>
                    <a:pt x="2920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5400855" y="3320822"/>
              <a:ext cx="985964" cy="939983"/>
            </a:xfrm>
            <a:custGeom>
              <a:rect b="b" l="l" r="r" t="t"/>
              <a:pathLst>
                <a:path extrusionOk="0" h="55399" w="58109">
                  <a:moveTo>
                    <a:pt x="27248" y="0"/>
                  </a:moveTo>
                  <a:lnTo>
                    <a:pt x="25441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667" y="2710"/>
                  </a:lnTo>
                  <a:lnTo>
                    <a:pt x="17312" y="3764"/>
                  </a:lnTo>
                  <a:lnTo>
                    <a:pt x="15807" y="4818"/>
                  </a:lnTo>
                  <a:lnTo>
                    <a:pt x="14603" y="6022"/>
                  </a:lnTo>
                  <a:lnTo>
                    <a:pt x="13398" y="7226"/>
                  </a:lnTo>
                  <a:lnTo>
                    <a:pt x="12345" y="8581"/>
                  </a:lnTo>
                  <a:lnTo>
                    <a:pt x="11291" y="10086"/>
                  </a:lnTo>
                  <a:lnTo>
                    <a:pt x="10538" y="11742"/>
                  </a:lnTo>
                  <a:lnTo>
                    <a:pt x="9785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172" y="29958"/>
                  </a:lnTo>
                  <a:lnTo>
                    <a:pt x="0" y="55399"/>
                  </a:lnTo>
                  <a:lnTo>
                    <a:pt x="58108" y="55399"/>
                  </a:lnTo>
                  <a:lnTo>
                    <a:pt x="51936" y="29958"/>
                  </a:lnTo>
                  <a:lnTo>
                    <a:pt x="50581" y="23334"/>
                  </a:lnTo>
                  <a:lnTo>
                    <a:pt x="49377" y="16861"/>
                  </a:lnTo>
                  <a:lnTo>
                    <a:pt x="48925" y="15054"/>
                  </a:lnTo>
                  <a:lnTo>
                    <a:pt x="48323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302" y="4818"/>
                  </a:lnTo>
                  <a:lnTo>
                    <a:pt x="40947" y="3764"/>
                  </a:lnTo>
                  <a:lnTo>
                    <a:pt x="39441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4" y="753"/>
                  </a:lnTo>
                  <a:lnTo>
                    <a:pt x="32818" y="301"/>
                  </a:lnTo>
                  <a:lnTo>
                    <a:pt x="3101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5400855" y="3320822"/>
              <a:ext cx="985964" cy="939983"/>
            </a:xfrm>
            <a:custGeom>
              <a:rect b="b" l="l" r="r" t="t"/>
              <a:pathLst>
                <a:path extrusionOk="0" fill="none" h="55399" w="58109">
                  <a:moveTo>
                    <a:pt x="29054" y="0"/>
                  </a:moveTo>
                  <a:lnTo>
                    <a:pt x="29054" y="0"/>
                  </a:lnTo>
                  <a:lnTo>
                    <a:pt x="27248" y="0"/>
                  </a:lnTo>
                  <a:lnTo>
                    <a:pt x="25441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667" y="2710"/>
                  </a:lnTo>
                  <a:lnTo>
                    <a:pt x="17312" y="3764"/>
                  </a:lnTo>
                  <a:lnTo>
                    <a:pt x="15807" y="4818"/>
                  </a:lnTo>
                  <a:lnTo>
                    <a:pt x="14603" y="6022"/>
                  </a:lnTo>
                  <a:lnTo>
                    <a:pt x="13398" y="7226"/>
                  </a:lnTo>
                  <a:lnTo>
                    <a:pt x="12345" y="8581"/>
                  </a:lnTo>
                  <a:lnTo>
                    <a:pt x="11291" y="10086"/>
                  </a:lnTo>
                  <a:lnTo>
                    <a:pt x="10538" y="11742"/>
                  </a:lnTo>
                  <a:lnTo>
                    <a:pt x="9785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172" y="29958"/>
                  </a:lnTo>
                  <a:lnTo>
                    <a:pt x="0" y="55399"/>
                  </a:lnTo>
                  <a:lnTo>
                    <a:pt x="58108" y="55399"/>
                  </a:lnTo>
                  <a:lnTo>
                    <a:pt x="51936" y="29958"/>
                  </a:lnTo>
                  <a:lnTo>
                    <a:pt x="51936" y="29958"/>
                  </a:lnTo>
                  <a:lnTo>
                    <a:pt x="50581" y="23334"/>
                  </a:lnTo>
                  <a:lnTo>
                    <a:pt x="49377" y="16861"/>
                  </a:lnTo>
                  <a:lnTo>
                    <a:pt x="49377" y="16861"/>
                  </a:lnTo>
                  <a:lnTo>
                    <a:pt x="48925" y="15054"/>
                  </a:lnTo>
                  <a:lnTo>
                    <a:pt x="48323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302" y="4818"/>
                  </a:lnTo>
                  <a:lnTo>
                    <a:pt x="40947" y="3764"/>
                  </a:lnTo>
                  <a:lnTo>
                    <a:pt x="39441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4" y="753"/>
                  </a:lnTo>
                  <a:lnTo>
                    <a:pt x="32818" y="301"/>
                  </a:lnTo>
                  <a:lnTo>
                    <a:pt x="31011" y="0"/>
                  </a:lnTo>
                  <a:lnTo>
                    <a:pt x="2905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5454489" y="3320822"/>
              <a:ext cx="988527" cy="939983"/>
            </a:xfrm>
            <a:custGeom>
              <a:rect b="b" l="l" r="r" t="t"/>
              <a:pathLst>
                <a:path extrusionOk="0" h="55399" w="58260">
                  <a:moveTo>
                    <a:pt x="27248" y="0"/>
                  </a:moveTo>
                  <a:lnTo>
                    <a:pt x="25442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818" y="2710"/>
                  </a:lnTo>
                  <a:lnTo>
                    <a:pt x="17313" y="3764"/>
                  </a:lnTo>
                  <a:lnTo>
                    <a:pt x="15958" y="4818"/>
                  </a:lnTo>
                  <a:lnTo>
                    <a:pt x="14603" y="6022"/>
                  </a:lnTo>
                  <a:lnTo>
                    <a:pt x="13399" y="7226"/>
                  </a:lnTo>
                  <a:lnTo>
                    <a:pt x="12345" y="8581"/>
                  </a:lnTo>
                  <a:lnTo>
                    <a:pt x="11442" y="10086"/>
                  </a:lnTo>
                  <a:lnTo>
                    <a:pt x="10538" y="11742"/>
                  </a:lnTo>
                  <a:lnTo>
                    <a:pt x="9936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323" y="29958"/>
                  </a:lnTo>
                  <a:lnTo>
                    <a:pt x="1" y="55399"/>
                  </a:lnTo>
                  <a:lnTo>
                    <a:pt x="58259" y="55399"/>
                  </a:lnTo>
                  <a:lnTo>
                    <a:pt x="51937" y="29958"/>
                  </a:lnTo>
                  <a:lnTo>
                    <a:pt x="50582" y="23334"/>
                  </a:lnTo>
                  <a:lnTo>
                    <a:pt x="49377" y="16861"/>
                  </a:lnTo>
                  <a:lnTo>
                    <a:pt x="48926" y="15054"/>
                  </a:lnTo>
                  <a:lnTo>
                    <a:pt x="48474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453" y="4818"/>
                  </a:lnTo>
                  <a:lnTo>
                    <a:pt x="40947" y="3764"/>
                  </a:lnTo>
                  <a:lnTo>
                    <a:pt x="39442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5" y="753"/>
                  </a:lnTo>
                  <a:lnTo>
                    <a:pt x="32818" y="301"/>
                  </a:lnTo>
                  <a:lnTo>
                    <a:pt x="3101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5454489" y="3320822"/>
              <a:ext cx="988527" cy="939983"/>
            </a:xfrm>
            <a:custGeom>
              <a:rect b="b" l="l" r="r" t="t"/>
              <a:pathLst>
                <a:path extrusionOk="0" fill="none" h="55399" w="58260">
                  <a:moveTo>
                    <a:pt x="29205" y="0"/>
                  </a:moveTo>
                  <a:lnTo>
                    <a:pt x="29205" y="0"/>
                  </a:lnTo>
                  <a:lnTo>
                    <a:pt x="27248" y="0"/>
                  </a:lnTo>
                  <a:lnTo>
                    <a:pt x="25442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818" y="2710"/>
                  </a:lnTo>
                  <a:lnTo>
                    <a:pt x="17313" y="3764"/>
                  </a:lnTo>
                  <a:lnTo>
                    <a:pt x="15958" y="4818"/>
                  </a:lnTo>
                  <a:lnTo>
                    <a:pt x="14603" y="6022"/>
                  </a:lnTo>
                  <a:lnTo>
                    <a:pt x="13399" y="7226"/>
                  </a:lnTo>
                  <a:lnTo>
                    <a:pt x="12345" y="8581"/>
                  </a:lnTo>
                  <a:lnTo>
                    <a:pt x="11442" y="10086"/>
                  </a:lnTo>
                  <a:lnTo>
                    <a:pt x="10538" y="11742"/>
                  </a:lnTo>
                  <a:lnTo>
                    <a:pt x="9936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323" y="29958"/>
                  </a:lnTo>
                  <a:lnTo>
                    <a:pt x="1" y="55399"/>
                  </a:lnTo>
                  <a:lnTo>
                    <a:pt x="58259" y="55399"/>
                  </a:lnTo>
                  <a:lnTo>
                    <a:pt x="51937" y="29958"/>
                  </a:lnTo>
                  <a:lnTo>
                    <a:pt x="51937" y="29958"/>
                  </a:lnTo>
                  <a:lnTo>
                    <a:pt x="50582" y="23334"/>
                  </a:lnTo>
                  <a:lnTo>
                    <a:pt x="49377" y="16861"/>
                  </a:lnTo>
                  <a:lnTo>
                    <a:pt x="49377" y="16861"/>
                  </a:lnTo>
                  <a:lnTo>
                    <a:pt x="48926" y="15054"/>
                  </a:lnTo>
                  <a:lnTo>
                    <a:pt x="48474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453" y="4818"/>
                  </a:lnTo>
                  <a:lnTo>
                    <a:pt x="40947" y="3764"/>
                  </a:lnTo>
                  <a:lnTo>
                    <a:pt x="39442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5" y="753"/>
                  </a:lnTo>
                  <a:lnTo>
                    <a:pt x="32818" y="301"/>
                  </a:lnTo>
                  <a:lnTo>
                    <a:pt x="31012" y="0"/>
                  </a:lnTo>
                  <a:lnTo>
                    <a:pt x="292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1"/>
            <p:cNvSpPr/>
            <p:nvPr/>
          </p:nvSpPr>
          <p:spPr>
            <a:xfrm>
              <a:off x="3778897" y="1527731"/>
              <a:ext cx="1936144" cy="733081"/>
            </a:xfrm>
            <a:custGeom>
              <a:rect b="b" l="l" r="r" t="t"/>
              <a:pathLst>
                <a:path extrusionOk="0" h="43205" w="114109">
                  <a:moveTo>
                    <a:pt x="9785" y="0"/>
                  </a:moveTo>
                  <a:lnTo>
                    <a:pt x="8731" y="151"/>
                  </a:lnTo>
                  <a:lnTo>
                    <a:pt x="7678" y="452"/>
                  </a:lnTo>
                  <a:lnTo>
                    <a:pt x="6774" y="753"/>
                  </a:lnTo>
                  <a:lnTo>
                    <a:pt x="5871" y="1054"/>
                  </a:lnTo>
                  <a:lnTo>
                    <a:pt x="4968" y="1505"/>
                  </a:lnTo>
                  <a:lnTo>
                    <a:pt x="4215" y="2108"/>
                  </a:lnTo>
                  <a:lnTo>
                    <a:pt x="3463" y="2710"/>
                  </a:lnTo>
                  <a:lnTo>
                    <a:pt x="2710" y="3462"/>
                  </a:lnTo>
                  <a:lnTo>
                    <a:pt x="2108" y="4215"/>
                  </a:lnTo>
                  <a:lnTo>
                    <a:pt x="1506" y="5118"/>
                  </a:lnTo>
                  <a:lnTo>
                    <a:pt x="1054" y="6022"/>
                  </a:lnTo>
                  <a:lnTo>
                    <a:pt x="602" y="6925"/>
                  </a:lnTo>
                  <a:lnTo>
                    <a:pt x="301" y="7979"/>
                  </a:lnTo>
                  <a:lnTo>
                    <a:pt x="151" y="9032"/>
                  </a:lnTo>
                  <a:lnTo>
                    <a:pt x="0" y="10086"/>
                  </a:lnTo>
                  <a:lnTo>
                    <a:pt x="0" y="11140"/>
                  </a:lnTo>
                  <a:lnTo>
                    <a:pt x="151" y="12043"/>
                  </a:lnTo>
                  <a:lnTo>
                    <a:pt x="452" y="13097"/>
                  </a:lnTo>
                  <a:lnTo>
                    <a:pt x="753" y="14000"/>
                  </a:lnTo>
                  <a:lnTo>
                    <a:pt x="1054" y="14903"/>
                  </a:lnTo>
                  <a:lnTo>
                    <a:pt x="1656" y="15807"/>
                  </a:lnTo>
                  <a:lnTo>
                    <a:pt x="2108" y="16559"/>
                  </a:lnTo>
                  <a:lnTo>
                    <a:pt x="2710" y="17463"/>
                  </a:lnTo>
                  <a:lnTo>
                    <a:pt x="3463" y="18065"/>
                  </a:lnTo>
                  <a:lnTo>
                    <a:pt x="4215" y="18667"/>
                  </a:lnTo>
                  <a:lnTo>
                    <a:pt x="5119" y="19269"/>
                  </a:lnTo>
                  <a:lnTo>
                    <a:pt x="6022" y="19721"/>
                  </a:lnTo>
                  <a:lnTo>
                    <a:pt x="6925" y="20172"/>
                  </a:lnTo>
                  <a:lnTo>
                    <a:pt x="7979" y="20473"/>
                  </a:lnTo>
                  <a:lnTo>
                    <a:pt x="101313" y="42904"/>
                  </a:lnTo>
                  <a:lnTo>
                    <a:pt x="102367" y="43205"/>
                  </a:lnTo>
                  <a:lnTo>
                    <a:pt x="104324" y="43205"/>
                  </a:lnTo>
                  <a:lnTo>
                    <a:pt x="105377" y="43054"/>
                  </a:lnTo>
                  <a:lnTo>
                    <a:pt x="106431" y="42904"/>
                  </a:lnTo>
                  <a:lnTo>
                    <a:pt x="107334" y="42603"/>
                  </a:lnTo>
                  <a:lnTo>
                    <a:pt x="108238" y="42151"/>
                  </a:lnTo>
                  <a:lnTo>
                    <a:pt x="109141" y="41699"/>
                  </a:lnTo>
                  <a:lnTo>
                    <a:pt x="109894" y="41097"/>
                  </a:lnTo>
                  <a:lnTo>
                    <a:pt x="110646" y="40495"/>
                  </a:lnTo>
                  <a:lnTo>
                    <a:pt x="111399" y="39742"/>
                  </a:lnTo>
                  <a:lnTo>
                    <a:pt x="112001" y="38990"/>
                  </a:lnTo>
                  <a:lnTo>
                    <a:pt x="112603" y="38237"/>
                  </a:lnTo>
                  <a:lnTo>
                    <a:pt x="113055" y="37334"/>
                  </a:lnTo>
                  <a:lnTo>
                    <a:pt x="113506" y="36280"/>
                  </a:lnTo>
                  <a:lnTo>
                    <a:pt x="113808" y="35226"/>
                  </a:lnTo>
                  <a:lnTo>
                    <a:pt x="113958" y="34323"/>
                  </a:lnTo>
                  <a:lnTo>
                    <a:pt x="114109" y="33269"/>
                  </a:lnTo>
                  <a:lnTo>
                    <a:pt x="114109" y="32215"/>
                  </a:lnTo>
                  <a:lnTo>
                    <a:pt x="113958" y="31162"/>
                  </a:lnTo>
                  <a:lnTo>
                    <a:pt x="113657" y="30258"/>
                  </a:lnTo>
                  <a:lnTo>
                    <a:pt x="113356" y="29205"/>
                  </a:lnTo>
                  <a:lnTo>
                    <a:pt x="113055" y="28301"/>
                  </a:lnTo>
                  <a:lnTo>
                    <a:pt x="112603" y="27398"/>
                  </a:lnTo>
                  <a:lnTo>
                    <a:pt x="112001" y="26645"/>
                  </a:lnTo>
                  <a:lnTo>
                    <a:pt x="111399" y="25893"/>
                  </a:lnTo>
                  <a:lnTo>
                    <a:pt x="110646" y="25140"/>
                  </a:lnTo>
                  <a:lnTo>
                    <a:pt x="109894" y="24538"/>
                  </a:lnTo>
                  <a:lnTo>
                    <a:pt x="108990" y="23936"/>
                  </a:lnTo>
                  <a:lnTo>
                    <a:pt x="108087" y="23484"/>
                  </a:lnTo>
                  <a:lnTo>
                    <a:pt x="107184" y="23032"/>
                  </a:lnTo>
                  <a:lnTo>
                    <a:pt x="106130" y="22731"/>
                  </a:lnTo>
                  <a:lnTo>
                    <a:pt x="12796" y="301"/>
                  </a:lnTo>
                  <a:lnTo>
                    <a:pt x="11742" y="151"/>
                  </a:lnTo>
                  <a:lnTo>
                    <a:pt x="1068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1"/>
            <p:cNvSpPr/>
            <p:nvPr/>
          </p:nvSpPr>
          <p:spPr>
            <a:xfrm>
              <a:off x="3778897" y="1527731"/>
              <a:ext cx="1936144" cy="733081"/>
            </a:xfrm>
            <a:custGeom>
              <a:rect b="b" l="l" r="r" t="t"/>
              <a:pathLst>
                <a:path extrusionOk="0" fill="none" h="43205" w="114109">
                  <a:moveTo>
                    <a:pt x="301" y="7979"/>
                  </a:moveTo>
                  <a:lnTo>
                    <a:pt x="301" y="7979"/>
                  </a:lnTo>
                  <a:lnTo>
                    <a:pt x="602" y="6925"/>
                  </a:lnTo>
                  <a:lnTo>
                    <a:pt x="1054" y="6022"/>
                  </a:lnTo>
                  <a:lnTo>
                    <a:pt x="1506" y="5118"/>
                  </a:lnTo>
                  <a:lnTo>
                    <a:pt x="2108" y="4215"/>
                  </a:lnTo>
                  <a:lnTo>
                    <a:pt x="2710" y="3462"/>
                  </a:lnTo>
                  <a:lnTo>
                    <a:pt x="3463" y="2710"/>
                  </a:lnTo>
                  <a:lnTo>
                    <a:pt x="4215" y="2108"/>
                  </a:lnTo>
                  <a:lnTo>
                    <a:pt x="4968" y="1505"/>
                  </a:lnTo>
                  <a:lnTo>
                    <a:pt x="5871" y="1054"/>
                  </a:lnTo>
                  <a:lnTo>
                    <a:pt x="6774" y="753"/>
                  </a:lnTo>
                  <a:lnTo>
                    <a:pt x="7678" y="452"/>
                  </a:lnTo>
                  <a:lnTo>
                    <a:pt x="8731" y="151"/>
                  </a:lnTo>
                  <a:lnTo>
                    <a:pt x="9785" y="0"/>
                  </a:lnTo>
                  <a:lnTo>
                    <a:pt x="10688" y="0"/>
                  </a:lnTo>
                  <a:lnTo>
                    <a:pt x="11742" y="151"/>
                  </a:lnTo>
                  <a:lnTo>
                    <a:pt x="12796" y="301"/>
                  </a:lnTo>
                  <a:lnTo>
                    <a:pt x="106130" y="22731"/>
                  </a:lnTo>
                  <a:lnTo>
                    <a:pt x="106130" y="22731"/>
                  </a:lnTo>
                  <a:lnTo>
                    <a:pt x="107184" y="23032"/>
                  </a:lnTo>
                  <a:lnTo>
                    <a:pt x="108087" y="23484"/>
                  </a:lnTo>
                  <a:lnTo>
                    <a:pt x="108990" y="23936"/>
                  </a:lnTo>
                  <a:lnTo>
                    <a:pt x="109894" y="24538"/>
                  </a:lnTo>
                  <a:lnTo>
                    <a:pt x="110646" y="25140"/>
                  </a:lnTo>
                  <a:lnTo>
                    <a:pt x="111399" y="25893"/>
                  </a:lnTo>
                  <a:lnTo>
                    <a:pt x="112001" y="26645"/>
                  </a:lnTo>
                  <a:lnTo>
                    <a:pt x="112603" y="27398"/>
                  </a:lnTo>
                  <a:lnTo>
                    <a:pt x="113055" y="28301"/>
                  </a:lnTo>
                  <a:lnTo>
                    <a:pt x="113356" y="29205"/>
                  </a:lnTo>
                  <a:lnTo>
                    <a:pt x="113657" y="30258"/>
                  </a:lnTo>
                  <a:lnTo>
                    <a:pt x="113958" y="31162"/>
                  </a:lnTo>
                  <a:lnTo>
                    <a:pt x="114109" y="32215"/>
                  </a:lnTo>
                  <a:lnTo>
                    <a:pt x="114109" y="33269"/>
                  </a:lnTo>
                  <a:lnTo>
                    <a:pt x="113958" y="34323"/>
                  </a:lnTo>
                  <a:lnTo>
                    <a:pt x="113808" y="35226"/>
                  </a:lnTo>
                  <a:lnTo>
                    <a:pt x="113808" y="35226"/>
                  </a:lnTo>
                  <a:lnTo>
                    <a:pt x="113506" y="36280"/>
                  </a:lnTo>
                  <a:lnTo>
                    <a:pt x="113055" y="37334"/>
                  </a:lnTo>
                  <a:lnTo>
                    <a:pt x="112603" y="38237"/>
                  </a:lnTo>
                  <a:lnTo>
                    <a:pt x="112001" y="38990"/>
                  </a:lnTo>
                  <a:lnTo>
                    <a:pt x="111399" y="39742"/>
                  </a:lnTo>
                  <a:lnTo>
                    <a:pt x="110646" y="40495"/>
                  </a:lnTo>
                  <a:lnTo>
                    <a:pt x="109894" y="41097"/>
                  </a:lnTo>
                  <a:lnTo>
                    <a:pt x="109141" y="41699"/>
                  </a:lnTo>
                  <a:lnTo>
                    <a:pt x="108238" y="42151"/>
                  </a:lnTo>
                  <a:lnTo>
                    <a:pt x="107334" y="42603"/>
                  </a:lnTo>
                  <a:lnTo>
                    <a:pt x="106431" y="42904"/>
                  </a:lnTo>
                  <a:lnTo>
                    <a:pt x="105377" y="43054"/>
                  </a:lnTo>
                  <a:lnTo>
                    <a:pt x="104324" y="43205"/>
                  </a:lnTo>
                  <a:lnTo>
                    <a:pt x="103420" y="43205"/>
                  </a:lnTo>
                  <a:lnTo>
                    <a:pt x="102367" y="43205"/>
                  </a:lnTo>
                  <a:lnTo>
                    <a:pt x="101313" y="42904"/>
                  </a:lnTo>
                  <a:lnTo>
                    <a:pt x="7979" y="20473"/>
                  </a:lnTo>
                  <a:lnTo>
                    <a:pt x="7979" y="20473"/>
                  </a:lnTo>
                  <a:lnTo>
                    <a:pt x="6925" y="20172"/>
                  </a:lnTo>
                  <a:lnTo>
                    <a:pt x="6022" y="19721"/>
                  </a:lnTo>
                  <a:lnTo>
                    <a:pt x="5119" y="19269"/>
                  </a:lnTo>
                  <a:lnTo>
                    <a:pt x="4215" y="18667"/>
                  </a:lnTo>
                  <a:lnTo>
                    <a:pt x="3463" y="18065"/>
                  </a:lnTo>
                  <a:lnTo>
                    <a:pt x="2710" y="17463"/>
                  </a:lnTo>
                  <a:lnTo>
                    <a:pt x="2108" y="16559"/>
                  </a:lnTo>
                  <a:lnTo>
                    <a:pt x="1656" y="15807"/>
                  </a:lnTo>
                  <a:lnTo>
                    <a:pt x="1054" y="14903"/>
                  </a:lnTo>
                  <a:lnTo>
                    <a:pt x="753" y="14000"/>
                  </a:lnTo>
                  <a:lnTo>
                    <a:pt x="452" y="13097"/>
                  </a:lnTo>
                  <a:lnTo>
                    <a:pt x="151" y="12043"/>
                  </a:lnTo>
                  <a:lnTo>
                    <a:pt x="0" y="11140"/>
                  </a:lnTo>
                  <a:lnTo>
                    <a:pt x="0" y="10086"/>
                  </a:lnTo>
                  <a:lnTo>
                    <a:pt x="151" y="9032"/>
                  </a:lnTo>
                  <a:lnTo>
                    <a:pt x="301" y="797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3809541" y="1509847"/>
              <a:ext cx="1936161" cy="733081"/>
            </a:xfrm>
            <a:custGeom>
              <a:rect b="b" l="l" r="r" t="t"/>
              <a:pathLst>
                <a:path extrusionOk="0" h="43205" w="114110">
                  <a:moveTo>
                    <a:pt x="9786" y="0"/>
                  </a:moveTo>
                  <a:lnTo>
                    <a:pt x="8732" y="151"/>
                  </a:lnTo>
                  <a:lnTo>
                    <a:pt x="7678" y="301"/>
                  </a:lnTo>
                  <a:lnTo>
                    <a:pt x="6775" y="602"/>
                  </a:lnTo>
                  <a:lnTo>
                    <a:pt x="5872" y="1054"/>
                  </a:lnTo>
                  <a:lnTo>
                    <a:pt x="4968" y="1506"/>
                  </a:lnTo>
                  <a:lnTo>
                    <a:pt x="4216" y="2108"/>
                  </a:lnTo>
                  <a:lnTo>
                    <a:pt x="3463" y="2710"/>
                  </a:lnTo>
                  <a:lnTo>
                    <a:pt x="2710" y="3463"/>
                  </a:lnTo>
                  <a:lnTo>
                    <a:pt x="2108" y="4215"/>
                  </a:lnTo>
                  <a:lnTo>
                    <a:pt x="1506" y="5119"/>
                  </a:lnTo>
                  <a:lnTo>
                    <a:pt x="1054" y="6022"/>
                  </a:lnTo>
                  <a:lnTo>
                    <a:pt x="603" y="6925"/>
                  </a:lnTo>
                  <a:lnTo>
                    <a:pt x="302" y="7979"/>
                  </a:lnTo>
                  <a:lnTo>
                    <a:pt x="151" y="9033"/>
                  </a:lnTo>
                  <a:lnTo>
                    <a:pt x="1" y="9936"/>
                  </a:lnTo>
                  <a:lnTo>
                    <a:pt x="1" y="10990"/>
                  </a:lnTo>
                  <a:lnTo>
                    <a:pt x="151" y="12043"/>
                  </a:lnTo>
                  <a:lnTo>
                    <a:pt x="452" y="12947"/>
                  </a:lnTo>
                  <a:lnTo>
                    <a:pt x="753" y="14000"/>
                  </a:lnTo>
                  <a:lnTo>
                    <a:pt x="1054" y="14904"/>
                  </a:lnTo>
                  <a:lnTo>
                    <a:pt x="1506" y="15807"/>
                  </a:lnTo>
                  <a:lnTo>
                    <a:pt x="2108" y="16560"/>
                  </a:lnTo>
                  <a:lnTo>
                    <a:pt x="2710" y="17312"/>
                  </a:lnTo>
                  <a:lnTo>
                    <a:pt x="3463" y="18065"/>
                  </a:lnTo>
                  <a:lnTo>
                    <a:pt x="4216" y="18667"/>
                  </a:lnTo>
                  <a:lnTo>
                    <a:pt x="5119" y="19269"/>
                  </a:lnTo>
                  <a:lnTo>
                    <a:pt x="6022" y="19721"/>
                  </a:lnTo>
                  <a:lnTo>
                    <a:pt x="6925" y="20172"/>
                  </a:lnTo>
                  <a:lnTo>
                    <a:pt x="7979" y="20474"/>
                  </a:lnTo>
                  <a:lnTo>
                    <a:pt x="101313" y="42904"/>
                  </a:lnTo>
                  <a:lnTo>
                    <a:pt x="102367" y="43054"/>
                  </a:lnTo>
                  <a:lnTo>
                    <a:pt x="103421" y="43205"/>
                  </a:lnTo>
                  <a:lnTo>
                    <a:pt x="104324" y="43205"/>
                  </a:lnTo>
                  <a:lnTo>
                    <a:pt x="105378" y="43054"/>
                  </a:lnTo>
                  <a:lnTo>
                    <a:pt x="106432" y="42753"/>
                  </a:lnTo>
                  <a:lnTo>
                    <a:pt x="107335" y="42452"/>
                  </a:lnTo>
                  <a:lnTo>
                    <a:pt x="108238" y="42151"/>
                  </a:lnTo>
                  <a:lnTo>
                    <a:pt x="109141" y="41700"/>
                  </a:lnTo>
                  <a:lnTo>
                    <a:pt x="109894" y="41097"/>
                  </a:lnTo>
                  <a:lnTo>
                    <a:pt x="110647" y="40495"/>
                  </a:lnTo>
                  <a:lnTo>
                    <a:pt x="111399" y="39743"/>
                  </a:lnTo>
                  <a:lnTo>
                    <a:pt x="112002" y="38990"/>
                  </a:lnTo>
                  <a:lnTo>
                    <a:pt x="112604" y="38087"/>
                  </a:lnTo>
                  <a:lnTo>
                    <a:pt x="113055" y="37183"/>
                  </a:lnTo>
                  <a:lnTo>
                    <a:pt x="113507" y="36280"/>
                  </a:lnTo>
                  <a:lnTo>
                    <a:pt x="113808" y="35226"/>
                  </a:lnTo>
                  <a:lnTo>
                    <a:pt x="113959" y="34173"/>
                  </a:lnTo>
                  <a:lnTo>
                    <a:pt x="114109" y="33119"/>
                  </a:lnTo>
                  <a:lnTo>
                    <a:pt x="114109" y="32216"/>
                  </a:lnTo>
                  <a:lnTo>
                    <a:pt x="113959" y="31162"/>
                  </a:lnTo>
                  <a:lnTo>
                    <a:pt x="113657" y="30108"/>
                  </a:lnTo>
                  <a:lnTo>
                    <a:pt x="113356" y="29205"/>
                  </a:lnTo>
                  <a:lnTo>
                    <a:pt x="113055" y="28302"/>
                  </a:lnTo>
                  <a:lnTo>
                    <a:pt x="112604" y="27398"/>
                  </a:lnTo>
                  <a:lnTo>
                    <a:pt x="112002" y="26646"/>
                  </a:lnTo>
                  <a:lnTo>
                    <a:pt x="111399" y="25893"/>
                  </a:lnTo>
                  <a:lnTo>
                    <a:pt x="110647" y="25140"/>
                  </a:lnTo>
                  <a:lnTo>
                    <a:pt x="109894" y="24538"/>
                  </a:lnTo>
                  <a:lnTo>
                    <a:pt x="108991" y="23936"/>
                  </a:lnTo>
                  <a:lnTo>
                    <a:pt x="108088" y="23484"/>
                  </a:lnTo>
                  <a:lnTo>
                    <a:pt x="107184" y="23033"/>
                  </a:lnTo>
                  <a:lnTo>
                    <a:pt x="106131" y="22732"/>
                  </a:lnTo>
                  <a:lnTo>
                    <a:pt x="12796" y="301"/>
                  </a:lnTo>
                  <a:lnTo>
                    <a:pt x="11743" y="151"/>
                  </a:lnTo>
                  <a:lnTo>
                    <a:pt x="106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3809541" y="1509847"/>
              <a:ext cx="1936161" cy="733081"/>
            </a:xfrm>
            <a:custGeom>
              <a:rect b="b" l="l" r="r" t="t"/>
              <a:pathLst>
                <a:path extrusionOk="0" fill="none" h="43205" w="114110">
                  <a:moveTo>
                    <a:pt x="302" y="7979"/>
                  </a:moveTo>
                  <a:lnTo>
                    <a:pt x="302" y="7979"/>
                  </a:lnTo>
                  <a:lnTo>
                    <a:pt x="603" y="6925"/>
                  </a:lnTo>
                  <a:lnTo>
                    <a:pt x="1054" y="6022"/>
                  </a:lnTo>
                  <a:lnTo>
                    <a:pt x="1506" y="5119"/>
                  </a:lnTo>
                  <a:lnTo>
                    <a:pt x="2108" y="4215"/>
                  </a:lnTo>
                  <a:lnTo>
                    <a:pt x="2710" y="3463"/>
                  </a:lnTo>
                  <a:lnTo>
                    <a:pt x="3463" y="2710"/>
                  </a:lnTo>
                  <a:lnTo>
                    <a:pt x="4216" y="2108"/>
                  </a:lnTo>
                  <a:lnTo>
                    <a:pt x="4968" y="1506"/>
                  </a:lnTo>
                  <a:lnTo>
                    <a:pt x="5872" y="1054"/>
                  </a:lnTo>
                  <a:lnTo>
                    <a:pt x="6775" y="602"/>
                  </a:lnTo>
                  <a:lnTo>
                    <a:pt x="7678" y="301"/>
                  </a:lnTo>
                  <a:lnTo>
                    <a:pt x="8732" y="151"/>
                  </a:lnTo>
                  <a:lnTo>
                    <a:pt x="9786" y="0"/>
                  </a:lnTo>
                  <a:lnTo>
                    <a:pt x="10689" y="0"/>
                  </a:lnTo>
                  <a:lnTo>
                    <a:pt x="11743" y="151"/>
                  </a:lnTo>
                  <a:lnTo>
                    <a:pt x="12796" y="301"/>
                  </a:lnTo>
                  <a:lnTo>
                    <a:pt x="106131" y="22732"/>
                  </a:lnTo>
                  <a:lnTo>
                    <a:pt x="106131" y="22732"/>
                  </a:lnTo>
                  <a:lnTo>
                    <a:pt x="107184" y="23033"/>
                  </a:lnTo>
                  <a:lnTo>
                    <a:pt x="108088" y="23484"/>
                  </a:lnTo>
                  <a:lnTo>
                    <a:pt x="108991" y="23936"/>
                  </a:lnTo>
                  <a:lnTo>
                    <a:pt x="109894" y="24538"/>
                  </a:lnTo>
                  <a:lnTo>
                    <a:pt x="110647" y="25140"/>
                  </a:lnTo>
                  <a:lnTo>
                    <a:pt x="111399" y="25893"/>
                  </a:lnTo>
                  <a:lnTo>
                    <a:pt x="112002" y="26646"/>
                  </a:lnTo>
                  <a:lnTo>
                    <a:pt x="112604" y="27398"/>
                  </a:lnTo>
                  <a:lnTo>
                    <a:pt x="113055" y="28302"/>
                  </a:lnTo>
                  <a:lnTo>
                    <a:pt x="113356" y="29205"/>
                  </a:lnTo>
                  <a:lnTo>
                    <a:pt x="113657" y="30108"/>
                  </a:lnTo>
                  <a:lnTo>
                    <a:pt x="113959" y="31162"/>
                  </a:lnTo>
                  <a:lnTo>
                    <a:pt x="114109" y="32216"/>
                  </a:lnTo>
                  <a:lnTo>
                    <a:pt x="114109" y="33119"/>
                  </a:lnTo>
                  <a:lnTo>
                    <a:pt x="113959" y="34173"/>
                  </a:lnTo>
                  <a:lnTo>
                    <a:pt x="113808" y="35226"/>
                  </a:lnTo>
                  <a:lnTo>
                    <a:pt x="113808" y="35226"/>
                  </a:lnTo>
                  <a:lnTo>
                    <a:pt x="113507" y="36280"/>
                  </a:lnTo>
                  <a:lnTo>
                    <a:pt x="113055" y="37183"/>
                  </a:lnTo>
                  <a:lnTo>
                    <a:pt x="112604" y="38087"/>
                  </a:lnTo>
                  <a:lnTo>
                    <a:pt x="112002" y="38990"/>
                  </a:lnTo>
                  <a:lnTo>
                    <a:pt x="111399" y="39743"/>
                  </a:lnTo>
                  <a:lnTo>
                    <a:pt x="110647" y="40495"/>
                  </a:lnTo>
                  <a:lnTo>
                    <a:pt x="109894" y="41097"/>
                  </a:lnTo>
                  <a:lnTo>
                    <a:pt x="109141" y="41700"/>
                  </a:lnTo>
                  <a:lnTo>
                    <a:pt x="108238" y="42151"/>
                  </a:lnTo>
                  <a:lnTo>
                    <a:pt x="107335" y="42452"/>
                  </a:lnTo>
                  <a:lnTo>
                    <a:pt x="106432" y="42753"/>
                  </a:lnTo>
                  <a:lnTo>
                    <a:pt x="105378" y="43054"/>
                  </a:lnTo>
                  <a:lnTo>
                    <a:pt x="104324" y="43205"/>
                  </a:lnTo>
                  <a:lnTo>
                    <a:pt x="103421" y="43205"/>
                  </a:lnTo>
                  <a:lnTo>
                    <a:pt x="102367" y="43054"/>
                  </a:lnTo>
                  <a:lnTo>
                    <a:pt x="101313" y="42904"/>
                  </a:lnTo>
                  <a:lnTo>
                    <a:pt x="7979" y="20474"/>
                  </a:lnTo>
                  <a:lnTo>
                    <a:pt x="7979" y="20474"/>
                  </a:lnTo>
                  <a:lnTo>
                    <a:pt x="6925" y="20172"/>
                  </a:lnTo>
                  <a:lnTo>
                    <a:pt x="6022" y="19721"/>
                  </a:lnTo>
                  <a:lnTo>
                    <a:pt x="5119" y="19269"/>
                  </a:lnTo>
                  <a:lnTo>
                    <a:pt x="4216" y="18667"/>
                  </a:lnTo>
                  <a:lnTo>
                    <a:pt x="3463" y="18065"/>
                  </a:lnTo>
                  <a:lnTo>
                    <a:pt x="2710" y="17312"/>
                  </a:lnTo>
                  <a:lnTo>
                    <a:pt x="2108" y="16560"/>
                  </a:lnTo>
                  <a:lnTo>
                    <a:pt x="1506" y="15807"/>
                  </a:lnTo>
                  <a:lnTo>
                    <a:pt x="1054" y="14904"/>
                  </a:lnTo>
                  <a:lnTo>
                    <a:pt x="753" y="14000"/>
                  </a:lnTo>
                  <a:lnTo>
                    <a:pt x="452" y="12947"/>
                  </a:lnTo>
                  <a:lnTo>
                    <a:pt x="151" y="12043"/>
                  </a:lnTo>
                  <a:lnTo>
                    <a:pt x="1" y="10990"/>
                  </a:lnTo>
                  <a:lnTo>
                    <a:pt x="1" y="9936"/>
                  </a:lnTo>
                  <a:lnTo>
                    <a:pt x="151" y="9033"/>
                  </a:lnTo>
                  <a:lnTo>
                    <a:pt x="302" y="797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024095" y="1627347"/>
              <a:ext cx="1507036" cy="498098"/>
            </a:xfrm>
            <a:custGeom>
              <a:rect b="b" l="l" r="r" t="t"/>
              <a:pathLst>
                <a:path extrusionOk="0" h="29356" w="88819">
                  <a:moveTo>
                    <a:pt x="4517" y="0"/>
                  </a:moveTo>
                  <a:lnTo>
                    <a:pt x="3463" y="301"/>
                  </a:lnTo>
                  <a:lnTo>
                    <a:pt x="2560" y="753"/>
                  </a:lnTo>
                  <a:lnTo>
                    <a:pt x="1807" y="1355"/>
                  </a:lnTo>
                  <a:lnTo>
                    <a:pt x="1055" y="2108"/>
                  </a:lnTo>
                  <a:lnTo>
                    <a:pt x="603" y="3011"/>
                  </a:lnTo>
                  <a:lnTo>
                    <a:pt x="151" y="4065"/>
                  </a:lnTo>
                  <a:lnTo>
                    <a:pt x="1" y="5118"/>
                  </a:lnTo>
                  <a:lnTo>
                    <a:pt x="151" y="6172"/>
                  </a:lnTo>
                  <a:lnTo>
                    <a:pt x="453" y="7075"/>
                  </a:lnTo>
                  <a:lnTo>
                    <a:pt x="904" y="7979"/>
                  </a:lnTo>
                  <a:lnTo>
                    <a:pt x="1506" y="8882"/>
                  </a:lnTo>
                  <a:lnTo>
                    <a:pt x="2259" y="9484"/>
                  </a:lnTo>
                  <a:lnTo>
                    <a:pt x="3162" y="10086"/>
                  </a:lnTo>
                  <a:lnTo>
                    <a:pt x="4065" y="10387"/>
                  </a:lnTo>
                  <a:lnTo>
                    <a:pt x="82195" y="29205"/>
                  </a:lnTo>
                  <a:lnTo>
                    <a:pt x="83249" y="29355"/>
                  </a:lnTo>
                  <a:lnTo>
                    <a:pt x="84303" y="29355"/>
                  </a:lnTo>
                  <a:lnTo>
                    <a:pt x="85356" y="29054"/>
                  </a:lnTo>
                  <a:lnTo>
                    <a:pt x="86260" y="28602"/>
                  </a:lnTo>
                  <a:lnTo>
                    <a:pt x="87012" y="28000"/>
                  </a:lnTo>
                  <a:lnTo>
                    <a:pt x="87765" y="27248"/>
                  </a:lnTo>
                  <a:lnTo>
                    <a:pt x="88217" y="26344"/>
                  </a:lnTo>
                  <a:lnTo>
                    <a:pt x="88668" y="25291"/>
                  </a:lnTo>
                  <a:lnTo>
                    <a:pt x="88819" y="24237"/>
                  </a:lnTo>
                  <a:lnTo>
                    <a:pt x="88668" y="23183"/>
                  </a:lnTo>
                  <a:lnTo>
                    <a:pt x="88367" y="22129"/>
                  </a:lnTo>
                  <a:lnTo>
                    <a:pt x="87916" y="21226"/>
                  </a:lnTo>
                  <a:lnTo>
                    <a:pt x="87313" y="20473"/>
                  </a:lnTo>
                  <a:lnTo>
                    <a:pt x="86561" y="19721"/>
                  </a:lnTo>
                  <a:lnTo>
                    <a:pt x="85657" y="19269"/>
                  </a:lnTo>
                  <a:lnTo>
                    <a:pt x="84754" y="18817"/>
                  </a:lnTo>
                  <a:lnTo>
                    <a:pt x="6625" y="151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4024095" y="1627347"/>
              <a:ext cx="1507036" cy="498098"/>
            </a:xfrm>
            <a:custGeom>
              <a:rect b="b" l="l" r="r" t="t"/>
              <a:pathLst>
                <a:path extrusionOk="0" fill="none" h="29356" w="88819">
                  <a:moveTo>
                    <a:pt x="151" y="4065"/>
                  </a:moveTo>
                  <a:lnTo>
                    <a:pt x="151" y="4065"/>
                  </a:lnTo>
                  <a:lnTo>
                    <a:pt x="603" y="3011"/>
                  </a:lnTo>
                  <a:lnTo>
                    <a:pt x="1055" y="2108"/>
                  </a:lnTo>
                  <a:lnTo>
                    <a:pt x="1807" y="1355"/>
                  </a:lnTo>
                  <a:lnTo>
                    <a:pt x="2560" y="753"/>
                  </a:lnTo>
                  <a:lnTo>
                    <a:pt x="3463" y="301"/>
                  </a:lnTo>
                  <a:lnTo>
                    <a:pt x="4517" y="0"/>
                  </a:lnTo>
                  <a:lnTo>
                    <a:pt x="5571" y="0"/>
                  </a:lnTo>
                  <a:lnTo>
                    <a:pt x="6625" y="151"/>
                  </a:lnTo>
                  <a:lnTo>
                    <a:pt x="84754" y="18817"/>
                  </a:lnTo>
                  <a:lnTo>
                    <a:pt x="84754" y="18817"/>
                  </a:lnTo>
                  <a:lnTo>
                    <a:pt x="85657" y="19269"/>
                  </a:lnTo>
                  <a:lnTo>
                    <a:pt x="86561" y="19721"/>
                  </a:lnTo>
                  <a:lnTo>
                    <a:pt x="87313" y="20473"/>
                  </a:lnTo>
                  <a:lnTo>
                    <a:pt x="87916" y="21226"/>
                  </a:lnTo>
                  <a:lnTo>
                    <a:pt x="88367" y="22129"/>
                  </a:lnTo>
                  <a:lnTo>
                    <a:pt x="88668" y="23183"/>
                  </a:lnTo>
                  <a:lnTo>
                    <a:pt x="88819" y="24237"/>
                  </a:lnTo>
                  <a:lnTo>
                    <a:pt x="88668" y="25291"/>
                  </a:lnTo>
                  <a:lnTo>
                    <a:pt x="88668" y="25291"/>
                  </a:lnTo>
                  <a:lnTo>
                    <a:pt x="88217" y="26344"/>
                  </a:lnTo>
                  <a:lnTo>
                    <a:pt x="87765" y="27248"/>
                  </a:lnTo>
                  <a:lnTo>
                    <a:pt x="87012" y="28000"/>
                  </a:lnTo>
                  <a:lnTo>
                    <a:pt x="86260" y="28602"/>
                  </a:lnTo>
                  <a:lnTo>
                    <a:pt x="85356" y="29054"/>
                  </a:lnTo>
                  <a:lnTo>
                    <a:pt x="84303" y="29355"/>
                  </a:lnTo>
                  <a:lnTo>
                    <a:pt x="83249" y="29355"/>
                  </a:lnTo>
                  <a:lnTo>
                    <a:pt x="82195" y="29205"/>
                  </a:lnTo>
                  <a:lnTo>
                    <a:pt x="4065" y="10387"/>
                  </a:lnTo>
                  <a:lnTo>
                    <a:pt x="4065" y="10387"/>
                  </a:lnTo>
                  <a:lnTo>
                    <a:pt x="3162" y="10086"/>
                  </a:lnTo>
                  <a:lnTo>
                    <a:pt x="2259" y="9484"/>
                  </a:lnTo>
                  <a:lnTo>
                    <a:pt x="1506" y="8882"/>
                  </a:lnTo>
                  <a:lnTo>
                    <a:pt x="904" y="7979"/>
                  </a:lnTo>
                  <a:lnTo>
                    <a:pt x="453" y="7075"/>
                  </a:lnTo>
                  <a:lnTo>
                    <a:pt x="151" y="6172"/>
                  </a:lnTo>
                  <a:lnTo>
                    <a:pt x="1" y="5118"/>
                  </a:lnTo>
                  <a:lnTo>
                    <a:pt x="151" y="40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3382978" y="1553267"/>
              <a:ext cx="544080" cy="541518"/>
            </a:xfrm>
            <a:custGeom>
              <a:rect b="b" l="l" r="r" t="t"/>
              <a:pathLst>
                <a:path extrusionOk="0" h="31915" w="32066">
                  <a:moveTo>
                    <a:pt x="9033" y="0"/>
                  </a:moveTo>
                  <a:lnTo>
                    <a:pt x="6474" y="302"/>
                  </a:lnTo>
                  <a:lnTo>
                    <a:pt x="5420" y="603"/>
                  </a:lnTo>
                  <a:lnTo>
                    <a:pt x="4366" y="904"/>
                  </a:lnTo>
                  <a:lnTo>
                    <a:pt x="3463" y="1506"/>
                  </a:lnTo>
                  <a:lnTo>
                    <a:pt x="2560" y="2259"/>
                  </a:lnTo>
                  <a:lnTo>
                    <a:pt x="1807" y="3011"/>
                  </a:lnTo>
                  <a:lnTo>
                    <a:pt x="1205" y="3764"/>
                  </a:lnTo>
                  <a:lnTo>
                    <a:pt x="753" y="4667"/>
                  </a:lnTo>
                  <a:lnTo>
                    <a:pt x="452" y="5721"/>
                  </a:lnTo>
                  <a:lnTo>
                    <a:pt x="151" y="6775"/>
                  </a:lnTo>
                  <a:lnTo>
                    <a:pt x="1" y="7828"/>
                  </a:lnTo>
                  <a:lnTo>
                    <a:pt x="151" y="8882"/>
                  </a:lnTo>
                  <a:lnTo>
                    <a:pt x="302" y="9936"/>
                  </a:lnTo>
                  <a:lnTo>
                    <a:pt x="603" y="10839"/>
                  </a:lnTo>
                  <a:lnTo>
                    <a:pt x="1054" y="11893"/>
                  </a:lnTo>
                  <a:lnTo>
                    <a:pt x="1657" y="12796"/>
                  </a:lnTo>
                  <a:lnTo>
                    <a:pt x="2409" y="13699"/>
                  </a:lnTo>
                  <a:lnTo>
                    <a:pt x="18216" y="29506"/>
                  </a:lnTo>
                  <a:lnTo>
                    <a:pt x="19119" y="30259"/>
                  </a:lnTo>
                  <a:lnTo>
                    <a:pt x="20022" y="31011"/>
                  </a:lnTo>
                  <a:lnTo>
                    <a:pt x="21076" y="31463"/>
                  </a:lnTo>
                  <a:lnTo>
                    <a:pt x="22130" y="31764"/>
                  </a:lnTo>
                  <a:lnTo>
                    <a:pt x="23184" y="31915"/>
                  </a:lnTo>
                  <a:lnTo>
                    <a:pt x="24237" y="31915"/>
                  </a:lnTo>
                  <a:lnTo>
                    <a:pt x="25291" y="31764"/>
                  </a:lnTo>
                  <a:lnTo>
                    <a:pt x="26194" y="31614"/>
                  </a:lnTo>
                  <a:lnTo>
                    <a:pt x="27248" y="31162"/>
                  </a:lnTo>
                  <a:lnTo>
                    <a:pt x="28151" y="30710"/>
                  </a:lnTo>
                  <a:lnTo>
                    <a:pt x="29055" y="30108"/>
                  </a:lnTo>
                  <a:lnTo>
                    <a:pt x="29807" y="29356"/>
                  </a:lnTo>
                  <a:lnTo>
                    <a:pt x="30410" y="28603"/>
                  </a:lnTo>
                  <a:lnTo>
                    <a:pt x="31012" y="27549"/>
                  </a:lnTo>
                  <a:lnTo>
                    <a:pt x="31463" y="26495"/>
                  </a:lnTo>
                  <a:lnTo>
                    <a:pt x="31764" y="25441"/>
                  </a:lnTo>
                  <a:lnTo>
                    <a:pt x="32065" y="22882"/>
                  </a:lnTo>
                  <a:lnTo>
                    <a:pt x="32065" y="20323"/>
                  </a:lnTo>
                  <a:lnTo>
                    <a:pt x="31764" y="17764"/>
                  </a:lnTo>
                  <a:lnTo>
                    <a:pt x="31162" y="15355"/>
                  </a:lnTo>
                  <a:lnTo>
                    <a:pt x="30259" y="12796"/>
                  </a:lnTo>
                  <a:lnTo>
                    <a:pt x="29055" y="10538"/>
                  </a:lnTo>
                  <a:lnTo>
                    <a:pt x="27549" y="8280"/>
                  </a:lnTo>
                  <a:lnTo>
                    <a:pt x="25743" y="6323"/>
                  </a:lnTo>
                  <a:lnTo>
                    <a:pt x="23635" y="4517"/>
                  </a:lnTo>
                  <a:lnTo>
                    <a:pt x="21377" y="3011"/>
                  </a:lnTo>
                  <a:lnTo>
                    <a:pt x="19119" y="1807"/>
                  </a:lnTo>
                  <a:lnTo>
                    <a:pt x="16711" y="904"/>
                  </a:lnTo>
                  <a:lnTo>
                    <a:pt x="14151" y="302"/>
                  </a:lnTo>
                  <a:lnTo>
                    <a:pt x="1159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3382978" y="1553267"/>
              <a:ext cx="544080" cy="541518"/>
            </a:xfrm>
            <a:custGeom>
              <a:rect b="b" l="l" r="r" t="t"/>
              <a:pathLst>
                <a:path extrusionOk="0" fill="none" h="31915" w="32066">
                  <a:moveTo>
                    <a:pt x="25743" y="6323"/>
                  </a:moveTo>
                  <a:lnTo>
                    <a:pt x="25743" y="6323"/>
                  </a:lnTo>
                  <a:lnTo>
                    <a:pt x="23635" y="4517"/>
                  </a:lnTo>
                  <a:lnTo>
                    <a:pt x="21377" y="3011"/>
                  </a:lnTo>
                  <a:lnTo>
                    <a:pt x="19119" y="1807"/>
                  </a:lnTo>
                  <a:lnTo>
                    <a:pt x="16711" y="904"/>
                  </a:lnTo>
                  <a:lnTo>
                    <a:pt x="14151" y="302"/>
                  </a:lnTo>
                  <a:lnTo>
                    <a:pt x="11592" y="0"/>
                  </a:lnTo>
                  <a:lnTo>
                    <a:pt x="9033" y="0"/>
                  </a:lnTo>
                  <a:lnTo>
                    <a:pt x="6474" y="302"/>
                  </a:lnTo>
                  <a:lnTo>
                    <a:pt x="6474" y="302"/>
                  </a:lnTo>
                  <a:lnTo>
                    <a:pt x="5420" y="603"/>
                  </a:lnTo>
                  <a:lnTo>
                    <a:pt x="4366" y="904"/>
                  </a:lnTo>
                  <a:lnTo>
                    <a:pt x="3463" y="1506"/>
                  </a:lnTo>
                  <a:lnTo>
                    <a:pt x="2560" y="2259"/>
                  </a:lnTo>
                  <a:lnTo>
                    <a:pt x="1807" y="3011"/>
                  </a:lnTo>
                  <a:lnTo>
                    <a:pt x="1205" y="3764"/>
                  </a:lnTo>
                  <a:lnTo>
                    <a:pt x="753" y="4667"/>
                  </a:lnTo>
                  <a:lnTo>
                    <a:pt x="452" y="5721"/>
                  </a:lnTo>
                  <a:lnTo>
                    <a:pt x="151" y="6775"/>
                  </a:lnTo>
                  <a:lnTo>
                    <a:pt x="1" y="7828"/>
                  </a:lnTo>
                  <a:lnTo>
                    <a:pt x="151" y="8882"/>
                  </a:lnTo>
                  <a:lnTo>
                    <a:pt x="302" y="9936"/>
                  </a:lnTo>
                  <a:lnTo>
                    <a:pt x="603" y="10839"/>
                  </a:lnTo>
                  <a:lnTo>
                    <a:pt x="1054" y="11893"/>
                  </a:lnTo>
                  <a:lnTo>
                    <a:pt x="1657" y="12796"/>
                  </a:lnTo>
                  <a:lnTo>
                    <a:pt x="2409" y="13699"/>
                  </a:lnTo>
                  <a:lnTo>
                    <a:pt x="18216" y="29506"/>
                  </a:lnTo>
                  <a:lnTo>
                    <a:pt x="18216" y="29506"/>
                  </a:lnTo>
                  <a:lnTo>
                    <a:pt x="19119" y="30259"/>
                  </a:lnTo>
                  <a:lnTo>
                    <a:pt x="20022" y="31011"/>
                  </a:lnTo>
                  <a:lnTo>
                    <a:pt x="21076" y="31463"/>
                  </a:lnTo>
                  <a:lnTo>
                    <a:pt x="22130" y="31764"/>
                  </a:lnTo>
                  <a:lnTo>
                    <a:pt x="23184" y="31915"/>
                  </a:lnTo>
                  <a:lnTo>
                    <a:pt x="24237" y="31915"/>
                  </a:lnTo>
                  <a:lnTo>
                    <a:pt x="25291" y="31764"/>
                  </a:lnTo>
                  <a:lnTo>
                    <a:pt x="26194" y="31614"/>
                  </a:lnTo>
                  <a:lnTo>
                    <a:pt x="27248" y="31162"/>
                  </a:lnTo>
                  <a:lnTo>
                    <a:pt x="28151" y="30710"/>
                  </a:lnTo>
                  <a:lnTo>
                    <a:pt x="29055" y="30108"/>
                  </a:lnTo>
                  <a:lnTo>
                    <a:pt x="29807" y="29356"/>
                  </a:lnTo>
                  <a:lnTo>
                    <a:pt x="30410" y="28603"/>
                  </a:lnTo>
                  <a:lnTo>
                    <a:pt x="31012" y="27549"/>
                  </a:lnTo>
                  <a:lnTo>
                    <a:pt x="31463" y="26495"/>
                  </a:lnTo>
                  <a:lnTo>
                    <a:pt x="31764" y="25441"/>
                  </a:lnTo>
                  <a:lnTo>
                    <a:pt x="31764" y="25441"/>
                  </a:lnTo>
                  <a:lnTo>
                    <a:pt x="32065" y="22882"/>
                  </a:lnTo>
                  <a:lnTo>
                    <a:pt x="32065" y="20323"/>
                  </a:lnTo>
                  <a:lnTo>
                    <a:pt x="31764" y="17764"/>
                  </a:lnTo>
                  <a:lnTo>
                    <a:pt x="31162" y="15355"/>
                  </a:lnTo>
                  <a:lnTo>
                    <a:pt x="30259" y="12796"/>
                  </a:lnTo>
                  <a:lnTo>
                    <a:pt x="29055" y="10538"/>
                  </a:lnTo>
                  <a:lnTo>
                    <a:pt x="27549" y="8280"/>
                  </a:lnTo>
                  <a:lnTo>
                    <a:pt x="25743" y="632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2642244" y="1721839"/>
              <a:ext cx="1116224" cy="1113679"/>
            </a:xfrm>
            <a:custGeom>
              <a:rect b="b" l="l" r="r" t="t"/>
              <a:pathLst>
                <a:path extrusionOk="0" h="65636" w="65786">
                  <a:moveTo>
                    <a:pt x="32818" y="1"/>
                  </a:moveTo>
                  <a:lnTo>
                    <a:pt x="29506" y="152"/>
                  </a:lnTo>
                  <a:lnTo>
                    <a:pt x="26194" y="603"/>
                  </a:lnTo>
                  <a:lnTo>
                    <a:pt x="23033" y="1506"/>
                  </a:lnTo>
                  <a:lnTo>
                    <a:pt x="20022" y="2560"/>
                  </a:lnTo>
                  <a:lnTo>
                    <a:pt x="17162" y="3915"/>
                  </a:lnTo>
                  <a:lnTo>
                    <a:pt x="14452" y="5571"/>
                  </a:lnTo>
                  <a:lnTo>
                    <a:pt x="11893" y="7528"/>
                  </a:lnTo>
                  <a:lnTo>
                    <a:pt x="9635" y="9635"/>
                  </a:lnTo>
                  <a:lnTo>
                    <a:pt x="7527" y="11894"/>
                  </a:lnTo>
                  <a:lnTo>
                    <a:pt x="5570" y="14453"/>
                  </a:lnTo>
                  <a:lnTo>
                    <a:pt x="3914" y="17162"/>
                  </a:lnTo>
                  <a:lnTo>
                    <a:pt x="2560" y="20023"/>
                  </a:lnTo>
                  <a:lnTo>
                    <a:pt x="1506" y="23033"/>
                  </a:lnTo>
                  <a:lnTo>
                    <a:pt x="603" y="26195"/>
                  </a:lnTo>
                  <a:lnTo>
                    <a:pt x="151" y="29507"/>
                  </a:lnTo>
                  <a:lnTo>
                    <a:pt x="0" y="32818"/>
                  </a:lnTo>
                  <a:lnTo>
                    <a:pt x="6022" y="32818"/>
                  </a:lnTo>
                  <a:lnTo>
                    <a:pt x="6173" y="30109"/>
                  </a:lnTo>
                  <a:lnTo>
                    <a:pt x="6624" y="27399"/>
                  </a:lnTo>
                  <a:lnTo>
                    <a:pt x="7226" y="24840"/>
                  </a:lnTo>
                  <a:lnTo>
                    <a:pt x="8130" y="22431"/>
                  </a:lnTo>
                  <a:lnTo>
                    <a:pt x="9183" y="20023"/>
                  </a:lnTo>
                  <a:lnTo>
                    <a:pt x="10538" y="17765"/>
                  </a:lnTo>
                  <a:lnTo>
                    <a:pt x="12194" y="15808"/>
                  </a:lnTo>
                  <a:lnTo>
                    <a:pt x="13850" y="13851"/>
                  </a:lnTo>
                  <a:lnTo>
                    <a:pt x="15807" y="12044"/>
                  </a:lnTo>
                  <a:lnTo>
                    <a:pt x="17915" y="10539"/>
                  </a:lnTo>
                  <a:lnTo>
                    <a:pt x="20022" y="9184"/>
                  </a:lnTo>
                  <a:lnTo>
                    <a:pt x="22431" y="8130"/>
                  </a:lnTo>
                  <a:lnTo>
                    <a:pt x="24839" y="7227"/>
                  </a:lnTo>
                  <a:lnTo>
                    <a:pt x="27399" y="6474"/>
                  </a:lnTo>
                  <a:lnTo>
                    <a:pt x="30108" y="6173"/>
                  </a:lnTo>
                  <a:lnTo>
                    <a:pt x="32818" y="6023"/>
                  </a:lnTo>
                  <a:lnTo>
                    <a:pt x="35528" y="6173"/>
                  </a:lnTo>
                  <a:lnTo>
                    <a:pt x="38237" y="6474"/>
                  </a:lnTo>
                  <a:lnTo>
                    <a:pt x="40796" y="7227"/>
                  </a:lnTo>
                  <a:lnTo>
                    <a:pt x="43356" y="8130"/>
                  </a:lnTo>
                  <a:lnTo>
                    <a:pt x="45614" y="9184"/>
                  </a:lnTo>
                  <a:lnTo>
                    <a:pt x="47872" y="10539"/>
                  </a:lnTo>
                  <a:lnTo>
                    <a:pt x="49979" y="12044"/>
                  </a:lnTo>
                  <a:lnTo>
                    <a:pt x="51786" y="13851"/>
                  </a:lnTo>
                  <a:lnTo>
                    <a:pt x="53592" y="15808"/>
                  </a:lnTo>
                  <a:lnTo>
                    <a:pt x="55098" y="17765"/>
                  </a:lnTo>
                  <a:lnTo>
                    <a:pt x="56453" y="20023"/>
                  </a:lnTo>
                  <a:lnTo>
                    <a:pt x="57657" y="22431"/>
                  </a:lnTo>
                  <a:lnTo>
                    <a:pt x="58560" y="24840"/>
                  </a:lnTo>
                  <a:lnTo>
                    <a:pt x="59162" y="27399"/>
                  </a:lnTo>
                  <a:lnTo>
                    <a:pt x="59614" y="30109"/>
                  </a:lnTo>
                  <a:lnTo>
                    <a:pt x="59764" y="32818"/>
                  </a:lnTo>
                  <a:lnTo>
                    <a:pt x="59614" y="35528"/>
                  </a:lnTo>
                  <a:lnTo>
                    <a:pt x="59162" y="38238"/>
                  </a:lnTo>
                  <a:lnTo>
                    <a:pt x="58560" y="40797"/>
                  </a:lnTo>
                  <a:lnTo>
                    <a:pt x="57657" y="43206"/>
                  </a:lnTo>
                  <a:lnTo>
                    <a:pt x="56453" y="45614"/>
                  </a:lnTo>
                  <a:lnTo>
                    <a:pt x="55098" y="47872"/>
                  </a:lnTo>
                  <a:lnTo>
                    <a:pt x="53592" y="49829"/>
                  </a:lnTo>
                  <a:lnTo>
                    <a:pt x="51786" y="51786"/>
                  </a:lnTo>
                  <a:lnTo>
                    <a:pt x="49979" y="53593"/>
                  </a:lnTo>
                  <a:lnTo>
                    <a:pt x="47872" y="55098"/>
                  </a:lnTo>
                  <a:lnTo>
                    <a:pt x="45614" y="56453"/>
                  </a:lnTo>
                  <a:lnTo>
                    <a:pt x="43356" y="57507"/>
                  </a:lnTo>
                  <a:lnTo>
                    <a:pt x="40796" y="58410"/>
                  </a:lnTo>
                  <a:lnTo>
                    <a:pt x="38237" y="59163"/>
                  </a:lnTo>
                  <a:lnTo>
                    <a:pt x="35528" y="59464"/>
                  </a:lnTo>
                  <a:lnTo>
                    <a:pt x="32818" y="59614"/>
                  </a:lnTo>
                  <a:lnTo>
                    <a:pt x="32818" y="65636"/>
                  </a:lnTo>
                  <a:lnTo>
                    <a:pt x="36280" y="65485"/>
                  </a:lnTo>
                  <a:lnTo>
                    <a:pt x="39442" y="65034"/>
                  </a:lnTo>
                  <a:lnTo>
                    <a:pt x="42603" y="64281"/>
                  </a:lnTo>
                  <a:lnTo>
                    <a:pt x="45614" y="63077"/>
                  </a:lnTo>
                  <a:lnTo>
                    <a:pt x="48474" y="61722"/>
                  </a:lnTo>
                  <a:lnTo>
                    <a:pt x="51184" y="60066"/>
                  </a:lnTo>
                  <a:lnTo>
                    <a:pt x="53743" y="58109"/>
                  </a:lnTo>
                  <a:lnTo>
                    <a:pt x="56151" y="56001"/>
                  </a:lnTo>
                  <a:lnTo>
                    <a:pt x="58259" y="53743"/>
                  </a:lnTo>
                  <a:lnTo>
                    <a:pt x="60065" y="51184"/>
                  </a:lnTo>
                  <a:lnTo>
                    <a:pt x="61721" y="48474"/>
                  </a:lnTo>
                  <a:lnTo>
                    <a:pt x="63076" y="45614"/>
                  </a:lnTo>
                  <a:lnTo>
                    <a:pt x="64281" y="42603"/>
                  </a:lnTo>
                  <a:lnTo>
                    <a:pt x="65033" y="39442"/>
                  </a:lnTo>
                  <a:lnTo>
                    <a:pt x="65485" y="36130"/>
                  </a:lnTo>
                  <a:lnTo>
                    <a:pt x="65786" y="32818"/>
                  </a:lnTo>
                  <a:lnTo>
                    <a:pt x="65485" y="29507"/>
                  </a:lnTo>
                  <a:lnTo>
                    <a:pt x="65033" y="26195"/>
                  </a:lnTo>
                  <a:lnTo>
                    <a:pt x="64281" y="23033"/>
                  </a:lnTo>
                  <a:lnTo>
                    <a:pt x="63076" y="20023"/>
                  </a:lnTo>
                  <a:lnTo>
                    <a:pt x="61721" y="17162"/>
                  </a:lnTo>
                  <a:lnTo>
                    <a:pt x="60065" y="14453"/>
                  </a:lnTo>
                  <a:lnTo>
                    <a:pt x="58259" y="11894"/>
                  </a:lnTo>
                  <a:lnTo>
                    <a:pt x="56151" y="9635"/>
                  </a:lnTo>
                  <a:lnTo>
                    <a:pt x="53743" y="7528"/>
                  </a:lnTo>
                  <a:lnTo>
                    <a:pt x="51184" y="5571"/>
                  </a:lnTo>
                  <a:lnTo>
                    <a:pt x="48474" y="3915"/>
                  </a:lnTo>
                  <a:lnTo>
                    <a:pt x="45614" y="2560"/>
                  </a:lnTo>
                  <a:lnTo>
                    <a:pt x="42603" y="1506"/>
                  </a:lnTo>
                  <a:lnTo>
                    <a:pt x="39442" y="603"/>
                  </a:lnTo>
                  <a:lnTo>
                    <a:pt x="36280" y="152"/>
                  </a:lnTo>
                  <a:lnTo>
                    <a:pt x="3281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2642244" y="1721839"/>
              <a:ext cx="1116224" cy="1113679"/>
            </a:xfrm>
            <a:custGeom>
              <a:rect b="b" l="l" r="r" t="t"/>
              <a:pathLst>
                <a:path extrusionOk="0" fill="none" h="65636" w="65786">
                  <a:moveTo>
                    <a:pt x="32818" y="65636"/>
                  </a:moveTo>
                  <a:lnTo>
                    <a:pt x="32818" y="59614"/>
                  </a:lnTo>
                  <a:lnTo>
                    <a:pt x="32818" y="59614"/>
                  </a:lnTo>
                  <a:lnTo>
                    <a:pt x="35528" y="59464"/>
                  </a:lnTo>
                  <a:lnTo>
                    <a:pt x="38237" y="59163"/>
                  </a:lnTo>
                  <a:lnTo>
                    <a:pt x="40796" y="58410"/>
                  </a:lnTo>
                  <a:lnTo>
                    <a:pt x="43356" y="57507"/>
                  </a:lnTo>
                  <a:lnTo>
                    <a:pt x="45614" y="56453"/>
                  </a:lnTo>
                  <a:lnTo>
                    <a:pt x="47872" y="55098"/>
                  </a:lnTo>
                  <a:lnTo>
                    <a:pt x="49979" y="53593"/>
                  </a:lnTo>
                  <a:lnTo>
                    <a:pt x="51786" y="51786"/>
                  </a:lnTo>
                  <a:lnTo>
                    <a:pt x="53592" y="49829"/>
                  </a:lnTo>
                  <a:lnTo>
                    <a:pt x="55098" y="47872"/>
                  </a:lnTo>
                  <a:lnTo>
                    <a:pt x="56453" y="45614"/>
                  </a:lnTo>
                  <a:lnTo>
                    <a:pt x="57657" y="43206"/>
                  </a:lnTo>
                  <a:lnTo>
                    <a:pt x="58560" y="40797"/>
                  </a:lnTo>
                  <a:lnTo>
                    <a:pt x="59162" y="38238"/>
                  </a:lnTo>
                  <a:lnTo>
                    <a:pt x="59614" y="35528"/>
                  </a:lnTo>
                  <a:lnTo>
                    <a:pt x="59764" y="32818"/>
                  </a:lnTo>
                  <a:lnTo>
                    <a:pt x="59764" y="32818"/>
                  </a:lnTo>
                  <a:lnTo>
                    <a:pt x="59614" y="30109"/>
                  </a:lnTo>
                  <a:lnTo>
                    <a:pt x="59162" y="27399"/>
                  </a:lnTo>
                  <a:lnTo>
                    <a:pt x="58560" y="24840"/>
                  </a:lnTo>
                  <a:lnTo>
                    <a:pt x="57657" y="22431"/>
                  </a:lnTo>
                  <a:lnTo>
                    <a:pt x="56453" y="20023"/>
                  </a:lnTo>
                  <a:lnTo>
                    <a:pt x="55098" y="17765"/>
                  </a:lnTo>
                  <a:lnTo>
                    <a:pt x="53592" y="15808"/>
                  </a:lnTo>
                  <a:lnTo>
                    <a:pt x="51786" y="13851"/>
                  </a:lnTo>
                  <a:lnTo>
                    <a:pt x="49979" y="12044"/>
                  </a:lnTo>
                  <a:lnTo>
                    <a:pt x="47872" y="10539"/>
                  </a:lnTo>
                  <a:lnTo>
                    <a:pt x="45614" y="9184"/>
                  </a:lnTo>
                  <a:lnTo>
                    <a:pt x="43356" y="8130"/>
                  </a:lnTo>
                  <a:lnTo>
                    <a:pt x="40796" y="7227"/>
                  </a:lnTo>
                  <a:lnTo>
                    <a:pt x="38237" y="6474"/>
                  </a:lnTo>
                  <a:lnTo>
                    <a:pt x="35528" y="6173"/>
                  </a:lnTo>
                  <a:lnTo>
                    <a:pt x="32818" y="6023"/>
                  </a:lnTo>
                  <a:lnTo>
                    <a:pt x="32818" y="6023"/>
                  </a:lnTo>
                  <a:lnTo>
                    <a:pt x="30108" y="6173"/>
                  </a:lnTo>
                  <a:lnTo>
                    <a:pt x="27399" y="6474"/>
                  </a:lnTo>
                  <a:lnTo>
                    <a:pt x="24839" y="7227"/>
                  </a:lnTo>
                  <a:lnTo>
                    <a:pt x="22431" y="8130"/>
                  </a:lnTo>
                  <a:lnTo>
                    <a:pt x="20022" y="9184"/>
                  </a:lnTo>
                  <a:lnTo>
                    <a:pt x="17915" y="10539"/>
                  </a:lnTo>
                  <a:lnTo>
                    <a:pt x="15807" y="12044"/>
                  </a:lnTo>
                  <a:lnTo>
                    <a:pt x="13850" y="13851"/>
                  </a:lnTo>
                  <a:lnTo>
                    <a:pt x="12194" y="15808"/>
                  </a:lnTo>
                  <a:lnTo>
                    <a:pt x="10538" y="17765"/>
                  </a:lnTo>
                  <a:lnTo>
                    <a:pt x="9183" y="20023"/>
                  </a:lnTo>
                  <a:lnTo>
                    <a:pt x="8130" y="22431"/>
                  </a:lnTo>
                  <a:lnTo>
                    <a:pt x="7226" y="24840"/>
                  </a:lnTo>
                  <a:lnTo>
                    <a:pt x="6624" y="27399"/>
                  </a:lnTo>
                  <a:lnTo>
                    <a:pt x="6173" y="30109"/>
                  </a:lnTo>
                  <a:lnTo>
                    <a:pt x="6022" y="32818"/>
                  </a:lnTo>
                  <a:lnTo>
                    <a:pt x="0" y="32818"/>
                  </a:lnTo>
                  <a:lnTo>
                    <a:pt x="0" y="32818"/>
                  </a:lnTo>
                  <a:lnTo>
                    <a:pt x="151" y="29507"/>
                  </a:lnTo>
                  <a:lnTo>
                    <a:pt x="603" y="26195"/>
                  </a:lnTo>
                  <a:lnTo>
                    <a:pt x="1506" y="23033"/>
                  </a:lnTo>
                  <a:lnTo>
                    <a:pt x="2560" y="20023"/>
                  </a:lnTo>
                  <a:lnTo>
                    <a:pt x="3914" y="17162"/>
                  </a:lnTo>
                  <a:lnTo>
                    <a:pt x="5570" y="14453"/>
                  </a:lnTo>
                  <a:lnTo>
                    <a:pt x="7527" y="11894"/>
                  </a:lnTo>
                  <a:lnTo>
                    <a:pt x="9635" y="9635"/>
                  </a:lnTo>
                  <a:lnTo>
                    <a:pt x="11893" y="7528"/>
                  </a:lnTo>
                  <a:lnTo>
                    <a:pt x="14452" y="5571"/>
                  </a:lnTo>
                  <a:lnTo>
                    <a:pt x="17162" y="3915"/>
                  </a:lnTo>
                  <a:lnTo>
                    <a:pt x="20022" y="2560"/>
                  </a:lnTo>
                  <a:lnTo>
                    <a:pt x="23033" y="1506"/>
                  </a:lnTo>
                  <a:lnTo>
                    <a:pt x="26194" y="603"/>
                  </a:lnTo>
                  <a:lnTo>
                    <a:pt x="29506" y="152"/>
                  </a:lnTo>
                  <a:lnTo>
                    <a:pt x="32818" y="1"/>
                  </a:lnTo>
                  <a:lnTo>
                    <a:pt x="32818" y="1"/>
                  </a:lnTo>
                  <a:lnTo>
                    <a:pt x="36280" y="152"/>
                  </a:lnTo>
                  <a:lnTo>
                    <a:pt x="39442" y="603"/>
                  </a:lnTo>
                  <a:lnTo>
                    <a:pt x="42603" y="1506"/>
                  </a:lnTo>
                  <a:lnTo>
                    <a:pt x="45614" y="2560"/>
                  </a:lnTo>
                  <a:lnTo>
                    <a:pt x="48474" y="3915"/>
                  </a:lnTo>
                  <a:lnTo>
                    <a:pt x="51184" y="5571"/>
                  </a:lnTo>
                  <a:lnTo>
                    <a:pt x="53743" y="7528"/>
                  </a:lnTo>
                  <a:lnTo>
                    <a:pt x="56151" y="9635"/>
                  </a:lnTo>
                  <a:lnTo>
                    <a:pt x="58259" y="11894"/>
                  </a:lnTo>
                  <a:lnTo>
                    <a:pt x="60065" y="14453"/>
                  </a:lnTo>
                  <a:lnTo>
                    <a:pt x="61721" y="17162"/>
                  </a:lnTo>
                  <a:lnTo>
                    <a:pt x="63076" y="20023"/>
                  </a:lnTo>
                  <a:lnTo>
                    <a:pt x="64281" y="23033"/>
                  </a:lnTo>
                  <a:lnTo>
                    <a:pt x="65033" y="26195"/>
                  </a:lnTo>
                  <a:lnTo>
                    <a:pt x="65485" y="29507"/>
                  </a:lnTo>
                  <a:lnTo>
                    <a:pt x="65786" y="32818"/>
                  </a:lnTo>
                  <a:lnTo>
                    <a:pt x="65786" y="32818"/>
                  </a:lnTo>
                  <a:lnTo>
                    <a:pt x="65485" y="36130"/>
                  </a:lnTo>
                  <a:lnTo>
                    <a:pt x="65033" y="39442"/>
                  </a:lnTo>
                  <a:lnTo>
                    <a:pt x="64281" y="42603"/>
                  </a:lnTo>
                  <a:lnTo>
                    <a:pt x="63076" y="45614"/>
                  </a:lnTo>
                  <a:lnTo>
                    <a:pt x="61721" y="48474"/>
                  </a:lnTo>
                  <a:lnTo>
                    <a:pt x="60065" y="51184"/>
                  </a:lnTo>
                  <a:lnTo>
                    <a:pt x="58259" y="53743"/>
                  </a:lnTo>
                  <a:lnTo>
                    <a:pt x="56151" y="56001"/>
                  </a:lnTo>
                  <a:lnTo>
                    <a:pt x="53743" y="58109"/>
                  </a:lnTo>
                  <a:lnTo>
                    <a:pt x="51184" y="60066"/>
                  </a:lnTo>
                  <a:lnTo>
                    <a:pt x="48474" y="61722"/>
                  </a:lnTo>
                  <a:lnTo>
                    <a:pt x="45614" y="63077"/>
                  </a:lnTo>
                  <a:lnTo>
                    <a:pt x="42603" y="64281"/>
                  </a:lnTo>
                  <a:lnTo>
                    <a:pt x="39442" y="65034"/>
                  </a:lnTo>
                  <a:lnTo>
                    <a:pt x="36280" y="65485"/>
                  </a:lnTo>
                  <a:lnTo>
                    <a:pt x="32818" y="656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3472379" y="1737177"/>
              <a:ext cx="268222" cy="268205"/>
            </a:xfrm>
            <a:custGeom>
              <a:rect b="b" l="l" r="r" t="t"/>
              <a:pathLst>
                <a:path extrusionOk="0" h="15807" w="15808">
                  <a:moveTo>
                    <a:pt x="6925" y="0"/>
                  </a:moveTo>
                  <a:lnTo>
                    <a:pt x="5872" y="151"/>
                  </a:lnTo>
                  <a:lnTo>
                    <a:pt x="4667" y="602"/>
                  </a:lnTo>
                  <a:lnTo>
                    <a:pt x="3614" y="1355"/>
                  </a:lnTo>
                  <a:lnTo>
                    <a:pt x="2560" y="2258"/>
                  </a:lnTo>
                  <a:lnTo>
                    <a:pt x="1656" y="3312"/>
                  </a:lnTo>
                  <a:lnTo>
                    <a:pt x="1054" y="4516"/>
                  </a:lnTo>
                  <a:lnTo>
                    <a:pt x="452" y="6022"/>
                  </a:lnTo>
                  <a:lnTo>
                    <a:pt x="151" y="7377"/>
                  </a:lnTo>
                  <a:lnTo>
                    <a:pt x="1" y="8731"/>
                  </a:lnTo>
                  <a:lnTo>
                    <a:pt x="1" y="9936"/>
                  </a:lnTo>
                  <a:lnTo>
                    <a:pt x="151" y="11140"/>
                  </a:lnTo>
                  <a:lnTo>
                    <a:pt x="603" y="12194"/>
                  </a:lnTo>
                  <a:lnTo>
                    <a:pt x="1054" y="13248"/>
                  </a:lnTo>
                  <a:lnTo>
                    <a:pt x="1807" y="14000"/>
                  </a:lnTo>
                  <a:lnTo>
                    <a:pt x="2710" y="14753"/>
                  </a:lnTo>
                  <a:lnTo>
                    <a:pt x="3614" y="15355"/>
                  </a:lnTo>
                  <a:lnTo>
                    <a:pt x="4667" y="15656"/>
                  </a:lnTo>
                  <a:lnTo>
                    <a:pt x="5872" y="15807"/>
                  </a:lnTo>
                  <a:lnTo>
                    <a:pt x="7226" y="15807"/>
                  </a:lnTo>
                  <a:lnTo>
                    <a:pt x="8581" y="15656"/>
                  </a:lnTo>
                  <a:lnTo>
                    <a:pt x="9936" y="15355"/>
                  </a:lnTo>
                  <a:lnTo>
                    <a:pt x="11291" y="14904"/>
                  </a:lnTo>
                  <a:lnTo>
                    <a:pt x="12495" y="14151"/>
                  </a:lnTo>
                  <a:lnTo>
                    <a:pt x="13700" y="13398"/>
                  </a:lnTo>
                  <a:lnTo>
                    <a:pt x="14603" y="12344"/>
                  </a:lnTo>
                  <a:lnTo>
                    <a:pt x="15205" y="11140"/>
                  </a:lnTo>
                  <a:lnTo>
                    <a:pt x="15657" y="10086"/>
                  </a:lnTo>
                  <a:lnTo>
                    <a:pt x="15807" y="8882"/>
                  </a:lnTo>
                  <a:lnTo>
                    <a:pt x="15657" y="7979"/>
                  </a:lnTo>
                  <a:lnTo>
                    <a:pt x="15506" y="7527"/>
                  </a:lnTo>
                  <a:lnTo>
                    <a:pt x="15205" y="7076"/>
                  </a:lnTo>
                  <a:lnTo>
                    <a:pt x="8732" y="602"/>
                  </a:lnTo>
                  <a:lnTo>
                    <a:pt x="8280" y="301"/>
                  </a:lnTo>
                  <a:lnTo>
                    <a:pt x="7979" y="151"/>
                  </a:lnTo>
                  <a:lnTo>
                    <a:pt x="737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3707379" y="1548160"/>
              <a:ext cx="224785" cy="224785"/>
            </a:xfrm>
            <a:custGeom>
              <a:rect b="b" l="l" r="r" t="t"/>
              <a:pathLst>
                <a:path extrusionOk="0" h="13248" w="13248">
                  <a:moveTo>
                    <a:pt x="6624" y="0"/>
                  </a:moveTo>
                  <a:lnTo>
                    <a:pt x="5269" y="151"/>
                  </a:lnTo>
                  <a:lnTo>
                    <a:pt x="4065" y="452"/>
                  </a:lnTo>
                  <a:lnTo>
                    <a:pt x="2860" y="1054"/>
                  </a:lnTo>
                  <a:lnTo>
                    <a:pt x="1807" y="1957"/>
                  </a:lnTo>
                  <a:lnTo>
                    <a:pt x="1054" y="3011"/>
                  </a:lnTo>
                  <a:lnTo>
                    <a:pt x="452" y="4065"/>
                  </a:lnTo>
                  <a:lnTo>
                    <a:pt x="0" y="5269"/>
                  </a:lnTo>
                  <a:lnTo>
                    <a:pt x="0" y="6624"/>
                  </a:lnTo>
                  <a:lnTo>
                    <a:pt x="0" y="7828"/>
                  </a:lnTo>
                  <a:lnTo>
                    <a:pt x="452" y="9033"/>
                  </a:lnTo>
                  <a:lnTo>
                    <a:pt x="1054" y="10237"/>
                  </a:lnTo>
                  <a:lnTo>
                    <a:pt x="1807" y="11291"/>
                  </a:lnTo>
                  <a:lnTo>
                    <a:pt x="2860" y="12043"/>
                  </a:lnTo>
                  <a:lnTo>
                    <a:pt x="4065" y="12646"/>
                  </a:lnTo>
                  <a:lnTo>
                    <a:pt x="5269" y="13097"/>
                  </a:lnTo>
                  <a:lnTo>
                    <a:pt x="6624" y="13248"/>
                  </a:lnTo>
                  <a:lnTo>
                    <a:pt x="7828" y="13097"/>
                  </a:lnTo>
                  <a:lnTo>
                    <a:pt x="9032" y="12646"/>
                  </a:lnTo>
                  <a:lnTo>
                    <a:pt x="10237" y="12043"/>
                  </a:lnTo>
                  <a:lnTo>
                    <a:pt x="11291" y="11291"/>
                  </a:lnTo>
                  <a:lnTo>
                    <a:pt x="12043" y="10237"/>
                  </a:lnTo>
                  <a:lnTo>
                    <a:pt x="12645" y="9033"/>
                  </a:lnTo>
                  <a:lnTo>
                    <a:pt x="13097" y="7828"/>
                  </a:lnTo>
                  <a:lnTo>
                    <a:pt x="13248" y="6624"/>
                  </a:lnTo>
                  <a:lnTo>
                    <a:pt x="13097" y="5269"/>
                  </a:lnTo>
                  <a:lnTo>
                    <a:pt x="12645" y="4065"/>
                  </a:lnTo>
                  <a:lnTo>
                    <a:pt x="12043" y="3011"/>
                  </a:lnTo>
                  <a:lnTo>
                    <a:pt x="11291" y="1957"/>
                  </a:lnTo>
                  <a:lnTo>
                    <a:pt x="10237" y="1054"/>
                  </a:lnTo>
                  <a:lnTo>
                    <a:pt x="9032" y="452"/>
                  </a:lnTo>
                  <a:lnTo>
                    <a:pt x="7828" y="151"/>
                  </a:lnTo>
                  <a:lnTo>
                    <a:pt x="662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5142864" y="1762714"/>
              <a:ext cx="1065152" cy="1905501"/>
            </a:xfrm>
            <a:custGeom>
              <a:rect b="b" l="l" r="r" t="t"/>
              <a:pathLst>
                <a:path extrusionOk="0" h="112303" w="62776">
                  <a:moveTo>
                    <a:pt x="16711" y="1"/>
                  </a:moveTo>
                  <a:lnTo>
                    <a:pt x="15356" y="151"/>
                  </a:lnTo>
                  <a:lnTo>
                    <a:pt x="14001" y="452"/>
                  </a:lnTo>
                  <a:lnTo>
                    <a:pt x="12646" y="904"/>
                  </a:lnTo>
                  <a:lnTo>
                    <a:pt x="8732" y="2409"/>
                  </a:lnTo>
                  <a:lnTo>
                    <a:pt x="7528" y="2861"/>
                  </a:lnTo>
                  <a:lnTo>
                    <a:pt x="6324" y="3614"/>
                  </a:lnTo>
                  <a:lnTo>
                    <a:pt x="5270" y="4366"/>
                  </a:lnTo>
                  <a:lnTo>
                    <a:pt x="4216" y="5269"/>
                  </a:lnTo>
                  <a:lnTo>
                    <a:pt x="3313" y="6173"/>
                  </a:lnTo>
                  <a:lnTo>
                    <a:pt x="2560" y="7226"/>
                  </a:lnTo>
                  <a:lnTo>
                    <a:pt x="1807" y="8280"/>
                  </a:lnTo>
                  <a:lnTo>
                    <a:pt x="1205" y="9485"/>
                  </a:lnTo>
                  <a:lnTo>
                    <a:pt x="754" y="10689"/>
                  </a:lnTo>
                  <a:lnTo>
                    <a:pt x="453" y="11893"/>
                  </a:lnTo>
                  <a:lnTo>
                    <a:pt x="151" y="13248"/>
                  </a:lnTo>
                  <a:lnTo>
                    <a:pt x="1" y="14603"/>
                  </a:lnTo>
                  <a:lnTo>
                    <a:pt x="1" y="15807"/>
                  </a:lnTo>
                  <a:lnTo>
                    <a:pt x="151" y="17162"/>
                  </a:lnTo>
                  <a:lnTo>
                    <a:pt x="453" y="18517"/>
                  </a:lnTo>
                  <a:lnTo>
                    <a:pt x="904" y="19872"/>
                  </a:lnTo>
                  <a:lnTo>
                    <a:pt x="32668" y="103571"/>
                  </a:lnTo>
                  <a:lnTo>
                    <a:pt x="33270" y="104926"/>
                  </a:lnTo>
                  <a:lnTo>
                    <a:pt x="33872" y="105980"/>
                  </a:lnTo>
                  <a:lnTo>
                    <a:pt x="34625" y="107184"/>
                  </a:lnTo>
                  <a:lnTo>
                    <a:pt x="35528" y="108087"/>
                  </a:lnTo>
                  <a:lnTo>
                    <a:pt x="36431" y="108991"/>
                  </a:lnTo>
                  <a:lnTo>
                    <a:pt x="37485" y="109894"/>
                  </a:lnTo>
                  <a:lnTo>
                    <a:pt x="38689" y="110496"/>
                  </a:lnTo>
                  <a:lnTo>
                    <a:pt x="39743" y="111098"/>
                  </a:lnTo>
                  <a:lnTo>
                    <a:pt x="40947" y="111700"/>
                  </a:lnTo>
                  <a:lnTo>
                    <a:pt x="42302" y="112001"/>
                  </a:lnTo>
                  <a:lnTo>
                    <a:pt x="43507" y="112303"/>
                  </a:lnTo>
                  <a:lnTo>
                    <a:pt x="46216" y="112303"/>
                  </a:lnTo>
                  <a:lnTo>
                    <a:pt x="47571" y="112152"/>
                  </a:lnTo>
                  <a:lnTo>
                    <a:pt x="48775" y="111851"/>
                  </a:lnTo>
                  <a:lnTo>
                    <a:pt x="50130" y="111550"/>
                  </a:lnTo>
                  <a:lnTo>
                    <a:pt x="54044" y="110044"/>
                  </a:lnTo>
                  <a:lnTo>
                    <a:pt x="55249" y="109442"/>
                  </a:lnTo>
                  <a:lnTo>
                    <a:pt x="56453" y="108840"/>
                  </a:lnTo>
                  <a:lnTo>
                    <a:pt x="57507" y="108087"/>
                  </a:lnTo>
                  <a:lnTo>
                    <a:pt x="58560" y="107184"/>
                  </a:lnTo>
                  <a:lnTo>
                    <a:pt x="59464" y="106130"/>
                  </a:lnTo>
                  <a:lnTo>
                    <a:pt x="60216" y="105227"/>
                  </a:lnTo>
                  <a:lnTo>
                    <a:pt x="60969" y="104023"/>
                  </a:lnTo>
                  <a:lnTo>
                    <a:pt x="61571" y="102819"/>
                  </a:lnTo>
                  <a:lnTo>
                    <a:pt x="62023" y="101614"/>
                  </a:lnTo>
                  <a:lnTo>
                    <a:pt x="62474" y="100410"/>
                  </a:lnTo>
                  <a:lnTo>
                    <a:pt x="62625" y="99206"/>
                  </a:lnTo>
                  <a:lnTo>
                    <a:pt x="62776" y="97851"/>
                  </a:lnTo>
                  <a:lnTo>
                    <a:pt x="62776" y="96496"/>
                  </a:lnTo>
                  <a:lnTo>
                    <a:pt x="62625" y="95141"/>
                  </a:lnTo>
                  <a:lnTo>
                    <a:pt x="62324" y="93786"/>
                  </a:lnTo>
                  <a:lnTo>
                    <a:pt x="61872" y="92582"/>
                  </a:lnTo>
                  <a:lnTo>
                    <a:pt x="30109" y="8732"/>
                  </a:lnTo>
                  <a:lnTo>
                    <a:pt x="29657" y="7528"/>
                  </a:lnTo>
                  <a:lnTo>
                    <a:pt x="28904" y="6323"/>
                  </a:lnTo>
                  <a:lnTo>
                    <a:pt x="28152" y="5269"/>
                  </a:lnTo>
                  <a:lnTo>
                    <a:pt x="27248" y="4216"/>
                  </a:lnTo>
                  <a:lnTo>
                    <a:pt x="26345" y="3312"/>
                  </a:lnTo>
                  <a:lnTo>
                    <a:pt x="25291" y="2560"/>
                  </a:lnTo>
                  <a:lnTo>
                    <a:pt x="24238" y="1807"/>
                  </a:lnTo>
                  <a:lnTo>
                    <a:pt x="23033" y="1205"/>
                  </a:lnTo>
                  <a:lnTo>
                    <a:pt x="21829" y="753"/>
                  </a:lnTo>
                  <a:lnTo>
                    <a:pt x="20625" y="452"/>
                  </a:lnTo>
                  <a:lnTo>
                    <a:pt x="19270" y="151"/>
                  </a:lnTo>
                  <a:lnTo>
                    <a:pt x="1791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142864" y="1762714"/>
              <a:ext cx="1065152" cy="1905501"/>
            </a:xfrm>
            <a:custGeom>
              <a:rect b="b" l="l" r="r" t="t"/>
              <a:pathLst>
                <a:path extrusionOk="0" fill="none" h="112303" w="62776">
                  <a:moveTo>
                    <a:pt x="54044" y="110044"/>
                  </a:moveTo>
                  <a:lnTo>
                    <a:pt x="50130" y="111550"/>
                  </a:lnTo>
                  <a:lnTo>
                    <a:pt x="50130" y="111550"/>
                  </a:lnTo>
                  <a:lnTo>
                    <a:pt x="48775" y="111851"/>
                  </a:lnTo>
                  <a:lnTo>
                    <a:pt x="47571" y="112152"/>
                  </a:lnTo>
                  <a:lnTo>
                    <a:pt x="46216" y="112303"/>
                  </a:lnTo>
                  <a:lnTo>
                    <a:pt x="44861" y="112303"/>
                  </a:lnTo>
                  <a:lnTo>
                    <a:pt x="43507" y="112303"/>
                  </a:lnTo>
                  <a:lnTo>
                    <a:pt x="42302" y="112001"/>
                  </a:lnTo>
                  <a:lnTo>
                    <a:pt x="40947" y="111700"/>
                  </a:lnTo>
                  <a:lnTo>
                    <a:pt x="39743" y="111098"/>
                  </a:lnTo>
                  <a:lnTo>
                    <a:pt x="38689" y="110496"/>
                  </a:lnTo>
                  <a:lnTo>
                    <a:pt x="37485" y="109894"/>
                  </a:lnTo>
                  <a:lnTo>
                    <a:pt x="36431" y="108991"/>
                  </a:lnTo>
                  <a:lnTo>
                    <a:pt x="35528" y="108087"/>
                  </a:lnTo>
                  <a:lnTo>
                    <a:pt x="34625" y="107184"/>
                  </a:lnTo>
                  <a:lnTo>
                    <a:pt x="33872" y="105980"/>
                  </a:lnTo>
                  <a:lnTo>
                    <a:pt x="33270" y="104926"/>
                  </a:lnTo>
                  <a:lnTo>
                    <a:pt x="32668" y="103571"/>
                  </a:lnTo>
                  <a:lnTo>
                    <a:pt x="904" y="19872"/>
                  </a:lnTo>
                  <a:lnTo>
                    <a:pt x="904" y="19872"/>
                  </a:lnTo>
                  <a:lnTo>
                    <a:pt x="453" y="18517"/>
                  </a:lnTo>
                  <a:lnTo>
                    <a:pt x="151" y="17162"/>
                  </a:lnTo>
                  <a:lnTo>
                    <a:pt x="1" y="15807"/>
                  </a:lnTo>
                  <a:lnTo>
                    <a:pt x="1" y="14603"/>
                  </a:lnTo>
                  <a:lnTo>
                    <a:pt x="151" y="13248"/>
                  </a:lnTo>
                  <a:lnTo>
                    <a:pt x="453" y="11893"/>
                  </a:lnTo>
                  <a:lnTo>
                    <a:pt x="754" y="10689"/>
                  </a:lnTo>
                  <a:lnTo>
                    <a:pt x="1205" y="9485"/>
                  </a:lnTo>
                  <a:lnTo>
                    <a:pt x="1807" y="8280"/>
                  </a:lnTo>
                  <a:lnTo>
                    <a:pt x="2560" y="7226"/>
                  </a:lnTo>
                  <a:lnTo>
                    <a:pt x="3313" y="6173"/>
                  </a:lnTo>
                  <a:lnTo>
                    <a:pt x="4216" y="5269"/>
                  </a:lnTo>
                  <a:lnTo>
                    <a:pt x="5270" y="4366"/>
                  </a:lnTo>
                  <a:lnTo>
                    <a:pt x="6324" y="3614"/>
                  </a:lnTo>
                  <a:lnTo>
                    <a:pt x="7528" y="2861"/>
                  </a:lnTo>
                  <a:lnTo>
                    <a:pt x="8732" y="2409"/>
                  </a:lnTo>
                  <a:lnTo>
                    <a:pt x="12646" y="904"/>
                  </a:lnTo>
                  <a:lnTo>
                    <a:pt x="12646" y="904"/>
                  </a:lnTo>
                  <a:lnTo>
                    <a:pt x="14001" y="452"/>
                  </a:lnTo>
                  <a:lnTo>
                    <a:pt x="15356" y="151"/>
                  </a:lnTo>
                  <a:lnTo>
                    <a:pt x="16711" y="1"/>
                  </a:lnTo>
                  <a:lnTo>
                    <a:pt x="17915" y="1"/>
                  </a:lnTo>
                  <a:lnTo>
                    <a:pt x="19270" y="151"/>
                  </a:lnTo>
                  <a:lnTo>
                    <a:pt x="20625" y="452"/>
                  </a:lnTo>
                  <a:lnTo>
                    <a:pt x="21829" y="753"/>
                  </a:lnTo>
                  <a:lnTo>
                    <a:pt x="23033" y="1205"/>
                  </a:lnTo>
                  <a:lnTo>
                    <a:pt x="24238" y="1807"/>
                  </a:lnTo>
                  <a:lnTo>
                    <a:pt x="25291" y="2560"/>
                  </a:lnTo>
                  <a:lnTo>
                    <a:pt x="26345" y="3312"/>
                  </a:lnTo>
                  <a:lnTo>
                    <a:pt x="27248" y="4216"/>
                  </a:lnTo>
                  <a:lnTo>
                    <a:pt x="28152" y="5269"/>
                  </a:lnTo>
                  <a:lnTo>
                    <a:pt x="28904" y="6323"/>
                  </a:lnTo>
                  <a:lnTo>
                    <a:pt x="29657" y="7528"/>
                  </a:lnTo>
                  <a:lnTo>
                    <a:pt x="30109" y="8732"/>
                  </a:lnTo>
                  <a:lnTo>
                    <a:pt x="61872" y="92582"/>
                  </a:lnTo>
                  <a:lnTo>
                    <a:pt x="61872" y="92582"/>
                  </a:lnTo>
                  <a:lnTo>
                    <a:pt x="62324" y="93786"/>
                  </a:lnTo>
                  <a:lnTo>
                    <a:pt x="62625" y="95141"/>
                  </a:lnTo>
                  <a:lnTo>
                    <a:pt x="62776" y="96496"/>
                  </a:lnTo>
                  <a:lnTo>
                    <a:pt x="62776" y="97851"/>
                  </a:lnTo>
                  <a:lnTo>
                    <a:pt x="62625" y="99206"/>
                  </a:lnTo>
                  <a:lnTo>
                    <a:pt x="62474" y="100410"/>
                  </a:lnTo>
                  <a:lnTo>
                    <a:pt x="62023" y="101614"/>
                  </a:lnTo>
                  <a:lnTo>
                    <a:pt x="61571" y="102819"/>
                  </a:lnTo>
                  <a:lnTo>
                    <a:pt x="60969" y="104023"/>
                  </a:lnTo>
                  <a:lnTo>
                    <a:pt x="60216" y="105227"/>
                  </a:lnTo>
                  <a:lnTo>
                    <a:pt x="59464" y="106130"/>
                  </a:lnTo>
                  <a:lnTo>
                    <a:pt x="58560" y="107184"/>
                  </a:lnTo>
                  <a:lnTo>
                    <a:pt x="57507" y="108087"/>
                  </a:lnTo>
                  <a:lnTo>
                    <a:pt x="56453" y="108840"/>
                  </a:lnTo>
                  <a:lnTo>
                    <a:pt x="55249" y="109442"/>
                  </a:lnTo>
                  <a:lnTo>
                    <a:pt x="54044" y="1100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5199060" y="1762714"/>
              <a:ext cx="1062590" cy="1905501"/>
            </a:xfrm>
            <a:custGeom>
              <a:rect b="b" l="l" r="r" t="t"/>
              <a:pathLst>
                <a:path extrusionOk="0" h="112303" w="62625">
                  <a:moveTo>
                    <a:pt x="16560" y="1"/>
                  </a:moveTo>
                  <a:lnTo>
                    <a:pt x="15205" y="151"/>
                  </a:lnTo>
                  <a:lnTo>
                    <a:pt x="13850" y="452"/>
                  </a:lnTo>
                  <a:lnTo>
                    <a:pt x="12495" y="904"/>
                  </a:lnTo>
                  <a:lnTo>
                    <a:pt x="8732" y="2409"/>
                  </a:lnTo>
                  <a:lnTo>
                    <a:pt x="7377" y="2861"/>
                  </a:lnTo>
                  <a:lnTo>
                    <a:pt x="6323" y="3614"/>
                  </a:lnTo>
                  <a:lnTo>
                    <a:pt x="5119" y="4366"/>
                  </a:lnTo>
                  <a:lnTo>
                    <a:pt x="4216" y="5269"/>
                  </a:lnTo>
                  <a:lnTo>
                    <a:pt x="3313" y="6173"/>
                  </a:lnTo>
                  <a:lnTo>
                    <a:pt x="2409" y="7226"/>
                  </a:lnTo>
                  <a:lnTo>
                    <a:pt x="1807" y="8280"/>
                  </a:lnTo>
                  <a:lnTo>
                    <a:pt x="1205" y="9485"/>
                  </a:lnTo>
                  <a:lnTo>
                    <a:pt x="603" y="10689"/>
                  </a:lnTo>
                  <a:lnTo>
                    <a:pt x="302" y="11893"/>
                  </a:lnTo>
                  <a:lnTo>
                    <a:pt x="1" y="13248"/>
                  </a:lnTo>
                  <a:lnTo>
                    <a:pt x="1" y="14603"/>
                  </a:lnTo>
                  <a:lnTo>
                    <a:pt x="1" y="15807"/>
                  </a:lnTo>
                  <a:lnTo>
                    <a:pt x="151" y="17162"/>
                  </a:lnTo>
                  <a:lnTo>
                    <a:pt x="452" y="18517"/>
                  </a:lnTo>
                  <a:lnTo>
                    <a:pt x="753" y="19872"/>
                  </a:lnTo>
                  <a:lnTo>
                    <a:pt x="32517" y="103571"/>
                  </a:lnTo>
                  <a:lnTo>
                    <a:pt x="33119" y="104926"/>
                  </a:lnTo>
                  <a:lnTo>
                    <a:pt x="33721" y="105980"/>
                  </a:lnTo>
                  <a:lnTo>
                    <a:pt x="34625" y="107184"/>
                  </a:lnTo>
                  <a:lnTo>
                    <a:pt x="35377" y="108087"/>
                  </a:lnTo>
                  <a:lnTo>
                    <a:pt x="36431" y="108991"/>
                  </a:lnTo>
                  <a:lnTo>
                    <a:pt x="37485" y="109894"/>
                  </a:lnTo>
                  <a:lnTo>
                    <a:pt x="38539" y="110496"/>
                  </a:lnTo>
                  <a:lnTo>
                    <a:pt x="39743" y="111098"/>
                  </a:lnTo>
                  <a:lnTo>
                    <a:pt x="40947" y="111700"/>
                  </a:lnTo>
                  <a:lnTo>
                    <a:pt x="42152" y="112001"/>
                  </a:lnTo>
                  <a:lnTo>
                    <a:pt x="43506" y="112303"/>
                  </a:lnTo>
                  <a:lnTo>
                    <a:pt x="46066" y="112303"/>
                  </a:lnTo>
                  <a:lnTo>
                    <a:pt x="47420" y="112152"/>
                  </a:lnTo>
                  <a:lnTo>
                    <a:pt x="48775" y="111851"/>
                  </a:lnTo>
                  <a:lnTo>
                    <a:pt x="50130" y="111550"/>
                  </a:lnTo>
                  <a:lnTo>
                    <a:pt x="53894" y="110044"/>
                  </a:lnTo>
                  <a:lnTo>
                    <a:pt x="55248" y="109442"/>
                  </a:lnTo>
                  <a:lnTo>
                    <a:pt x="56302" y="108840"/>
                  </a:lnTo>
                  <a:lnTo>
                    <a:pt x="57507" y="108087"/>
                  </a:lnTo>
                  <a:lnTo>
                    <a:pt x="58410" y="107184"/>
                  </a:lnTo>
                  <a:lnTo>
                    <a:pt x="59313" y="106130"/>
                  </a:lnTo>
                  <a:lnTo>
                    <a:pt x="60216" y="105227"/>
                  </a:lnTo>
                  <a:lnTo>
                    <a:pt x="60818" y="104023"/>
                  </a:lnTo>
                  <a:lnTo>
                    <a:pt x="61421" y="102819"/>
                  </a:lnTo>
                  <a:lnTo>
                    <a:pt x="61872" y="101614"/>
                  </a:lnTo>
                  <a:lnTo>
                    <a:pt x="62324" y="100410"/>
                  </a:lnTo>
                  <a:lnTo>
                    <a:pt x="62474" y="99206"/>
                  </a:lnTo>
                  <a:lnTo>
                    <a:pt x="62625" y="97851"/>
                  </a:lnTo>
                  <a:lnTo>
                    <a:pt x="62625" y="96496"/>
                  </a:lnTo>
                  <a:lnTo>
                    <a:pt x="62474" y="95141"/>
                  </a:lnTo>
                  <a:lnTo>
                    <a:pt x="62173" y="93786"/>
                  </a:lnTo>
                  <a:lnTo>
                    <a:pt x="61872" y="92582"/>
                  </a:lnTo>
                  <a:lnTo>
                    <a:pt x="30109" y="8732"/>
                  </a:lnTo>
                  <a:lnTo>
                    <a:pt x="29506" y="7528"/>
                  </a:lnTo>
                  <a:lnTo>
                    <a:pt x="28904" y="6323"/>
                  </a:lnTo>
                  <a:lnTo>
                    <a:pt x="28001" y="5269"/>
                  </a:lnTo>
                  <a:lnTo>
                    <a:pt x="27248" y="4216"/>
                  </a:lnTo>
                  <a:lnTo>
                    <a:pt x="26195" y="3312"/>
                  </a:lnTo>
                  <a:lnTo>
                    <a:pt x="25141" y="2560"/>
                  </a:lnTo>
                  <a:lnTo>
                    <a:pt x="24087" y="1807"/>
                  </a:lnTo>
                  <a:lnTo>
                    <a:pt x="22883" y="1205"/>
                  </a:lnTo>
                  <a:lnTo>
                    <a:pt x="21678" y="753"/>
                  </a:lnTo>
                  <a:lnTo>
                    <a:pt x="20474" y="452"/>
                  </a:lnTo>
                  <a:lnTo>
                    <a:pt x="19119" y="151"/>
                  </a:lnTo>
                  <a:lnTo>
                    <a:pt x="17915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5199060" y="1762714"/>
              <a:ext cx="1062590" cy="1905501"/>
            </a:xfrm>
            <a:custGeom>
              <a:rect b="b" l="l" r="r" t="t"/>
              <a:pathLst>
                <a:path extrusionOk="0" fill="none" h="112303" w="62625">
                  <a:moveTo>
                    <a:pt x="53894" y="110044"/>
                  </a:moveTo>
                  <a:lnTo>
                    <a:pt x="50130" y="111550"/>
                  </a:lnTo>
                  <a:lnTo>
                    <a:pt x="50130" y="111550"/>
                  </a:lnTo>
                  <a:lnTo>
                    <a:pt x="48775" y="111851"/>
                  </a:lnTo>
                  <a:lnTo>
                    <a:pt x="47420" y="112152"/>
                  </a:lnTo>
                  <a:lnTo>
                    <a:pt x="46066" y="112303"/>
                  </a:lnTo>
                  <a:lnTo>
                    <a:pt x="44711" y="112303"/>
                  </a:lnTo>
                  <a:lnTo>
                    <a:pt x="43506" y="112303"/>
                  </a:lnTo>
                  <a:lnTo>
                    <a:pt x="42152" y="112001"/>
                  </a:lnTo>
                  <a:lnTo>
                    <a:pt x="40947" y="111700"/>
                  </a:lnTo>
                  <a:lnTo>
                    <a:pt x="39743" y="111098"/>
                  </a:lnTo>
                  <a:lnTo>
                    <a:pt x="38539" y="110496"/>
                  </a:lnTo>
                  <a:lnTo>
                    <a:pt x="37485" y="109894"/>
                  </a:lnTo>
                  <a:lnTo>
                    <a:pt x="36431" y="108991"/>
                  </a:lnTo>
                  <a:lnTo>
                    <a:pt x="35377" y="108087"/>
                  </a:lnTo>
                  <a:lnTo>
                    <a:pt x="34625" y="107184"/>
                  </a:lnTo>
                  <a:lnTo>
                    <a:pt x="33721" y="105980"/>
                  </a:lnTo>
                  <a:lnTo>
                    <a:pt x="33119" y="104926"/>
                  </a:lnTo>
                  <a:lnTo>
                    <a:pt x="32517" y="103571"/>
                  </a:lnTo>
                  <a:lnTo>
                    <a:pt x="753" y="19872"/>
                  </a:lnTo>
                  <a:lnTo>
                    <a:pt x="753" y="19872"/>
                  </a:lnTo>
                  <a:lnTo>
                    <a:pt x="452" y="18517"/>
                  </a:lnTo>
                  <a:lnTo>
                    <a:pt x="151" y="17162"/>
                  </a:lnTo>
                  <a:lnTo>
                    <a:pt x="1" y="15807"/>
                  </a:lnTo>
                  <a:lnTo>
                    <a:pt x="1" y="14603"/>
                  </a:lnTo>
                  <a:lnTo>
                    <a:pt x="1" y="13248"/>
                  </a:lnTo>
                  <a:lnTo>
                    <a:pt x="302" y="11893"/>
                  </a:lnTo>
                  <a:lnTo>
                    <a:pt x="603" y="10689"/>
                  </a:lnTo>
                  <a:lnTo>
                    <a:pt x="1205" y="9485"/>
                  </a:lnTo>
                  <a:lnTo>
                    <a:pt x="1807" y="8280"/>
                  </a:lnTo>
                  <a:lnTo>
                    <a:pt x="2409" y="7226"/>
                  </a:lnTo>
                  <a:lnTo>
                    <a:pt x="3313" y="6173"/>
                  </a:lnTo>
                  <a:lnTo>
                    <a:pt x="4216" y="5269"/>
                  </a:lnTo>
                  <a:lnTo>
                    <a:pt x="5119" y="4366"/>
                  </a:lnTo>
                  <a:lnTo>
                    <a:pt x="6323" y="3614"/>
                  </a:lnTo>
                  <a:lnTo>
                    <a:pt x="7377" y="2861"/>
                  </a:lnTo>
                  <a:lnTo>
                    <a:pt x="8732" y="2409"/>
                  </a:lnTo>
                  <a:lnTo>
                    <a:pt x="12495" y="904"/>
                  </a:lnTo>
                  <a:lnTo>
                    <a:pt x="12495" y="904"/>
                  </a:lnTo>
                  <a:lnTo>
                    <a:pt x="13850" y="452"/>
                  </a:lnTo>
                  <a:lnTo>
                    <a:pt x="15205" y="151"/>
                  </a:lnTo>
                  <a:lnTo>
                    <a:pt x="16560" y="1"/>
                  </a:lnTo>
                  <a:lnTo>
                    <a:pt x="17915" y="1"/>
                  </a:lnTo>
                  <a:lnTo>
                    <a:pt x="19119" y="151"/>
                  </a:lnTo>
                  <a:lnTo>
                    <a:pt x="20474" y="452"/>
                  </a:lnTo>
                  <a:lnTo>
                    <a:pt x="21678" y="753"/>
                  </a:lnTo>
                  <a:lnTo>
                    <a:pt x="22883" y="1205"/>
                  </a:lnTo>
                  <a:lnTo>
                    <a:pt x="24087" y="1807"/>
                  </a:lnTo>
                  <a:lnTo>
                    <a:pt x="25141" y="2560"/>
                  </a:lnTo>
                  <a:lnTo>
                    <a:pt x="26195" y="3312"/>
                  </a:lnTo>
                  <a:lnTo>
                    <a:pt x="27248" y="4216"/>
                  </a:lnTo>
                  <a:lnTo>
                    <a:pt x="28001" y="5269"/>
                  </a:lnTo>
                  <a:lnTo>
                    <a:pt x="28904" y="6323"/>
                  </a:lnTo>
                  <a:lnTo>
                    <a:pt x="29506" y="7528"/>
                  </a:lnTo>
                  <a:lnTo>
                    <a:pt x="30109" y="8732"/>
                  </a:lnTo>
                  <a:lnTo>
                    <a:pt x="61872" y="92582"/>
                  </a:lnTo>
                  <a:lnTo>
                    <a:pt x="61872" y="92582"/>
                  </a:lnTo>
                  <a:lnTo>
                    <a:pt x="62173" y="93786"/>
                  </a:lnTo>
                  <a:lnTo>
                    <a:pt x="62474" y="95141"/>
                  </a:lnTo>
                  <a:lnTo>
                    <a:pt x="62625" y="96496"/>
                  </a:lnTo>
                  <a:lnTo>
                    <a:pt x="62625" y="97851"/>
                  </a:lnTo>
                  <a:lnTo>
                    <a:pt x="62474" y="99206"/>
                  </a:lnTo>
                  <a:lnTo>
                    <a:pt x="62324" y="100410"/>
                  </a:lnTo>
                  <a:lnTo>
                    <a:pt x="61872" y="101614"/>
                  </a:lnTo>
                  <a:lnTo>
                    <a:pt x="61421" y="102819"/>
                  </a:lnTo>
                  <a:lnTo>
                    <a:pt x="60818" y="104023"/>
                  </a:lnTo>
                  <a:lnTo>
                    <a:pt x="60216" y="105227"/>
                  </a:lnTo>
                  <a:lnTo>
                    <a:pt x="59313" y="106130"/>
                  </a:lnTo>
                  <a:lnTo>
                    <a:pt x="58410" y="107184"/>
                  </a:lnTo>
                  <a:lnTo>
                    <a:pt x="57507" y="108087"/>
                  </a:lnTo>
                  <a:lnTo>
                    <a:pt x="56302" y="108840"/>
                  </a:lnTo>
                  <a:lnTo>
                    <a:pt x="55248" y="109442"/>
                  </a:lnTo>
                  <a:lnTo>
                    <a:pt x="53894" y="1100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5413631" y="1977268"/>
              <a:ext cx="633465" cy="1476393"/>
            </a:xfrm>
            <a:custGeom>
              <a:rect b="b" l="l" r="r" t="t"/>
              <a:pathLst>
                <a:path extrusionOk="0" h="87013" w="37334">
                  <a:moveTo>
                    <a:pt x="4366" y="1"/>
                  </a:moveTo>
                  <a:lnTo>
                    <a:pt x="602" y="1506"/>
                  </a:lnTo>
                  <a:lnTo>
                    <a:pt x="301" y="1657"/>
                  </a:lnTo>
                  <a:lnTo>
                    <a:pt x="0" y="1958"/>
                  </a:lnTo>
                  <a:lnTo>
                    <a:pt x="0" y="2409"/>
                  </a:lnTo>
                  <a:lnTo>
                    <a:pt x="0" y="2711"/>
                  </a:lnTo>
                  <a:lnTo>
                    <a:pt x="31764" y="86410"/>
                  </a:lnTo>
                  <a:lnTo>
                    <a:pt x="31914" y="86711"/>
                  </a:lnTo>
                  <a:lnTo>
                    <a:pt x="32215" y="86862"/>
                  </a:lnTo>
                  <a:lnTo>
                    <a:pt x="32667" y="87012"/>
                  </a:lnTo>
                  <a:lnTo>
                    <a:pt x="32968" y="87012"/>
                  </a:lnTo>
                  <a:lnTo>
                    <a:pt x="36731" y="85507"/>
                  </a:lnTo>
                  <a:lnTo>
                    <a:pt x="37033" y="85356"/>
                  </a:lnTo>
                  <a:lnTo>
                    <a:pt x="37334" y="85055"/>
                  </a:lnTo>
                  <a:lnTo>
                    <a:pt x="37334" y="84754"/>
                  </a:lnTo>
                  <a:lnTo>
                    <a:pt x="37334" y="84303"/>
                  </a:lnTo>
                  <a:lnTo>
                    <a:pt x="5570" y="603"/>
                  </a:lnTo>
                  <a:lnTo>
                    <a:pt x="5419" y="302"/>
                  </a:lnTo>
                  <a:lnTo>
                    <a:pt x="5118" y="151"/>
                  </a:lnTo>
                  <a:lnTo>
                    <a:pt x="4667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5413631" y="1977268"/>
              <a:ext cx="633465" cy="1476393"/>
            </a:xfrm>
            <a:custGeom>
              <a:rect b="b" l="l" r="r" t="t"/>
              <a:pathLst>
                <a:path extrusionOk="0" fill="none" h="87013" w="37334">
                  <a:moveTo>
                    <a:pt x="32667" y="87012"/>
                  </a:moveTo>
                  <a:lnTo>
                    <a:pt x="32667" y="87012"/>
                  </a:lnTo>
                  <a:lnTo>
                    <a:pt x="32215" y="86862"/>
                  </a:lnTo>
                  <a:lnTo>
                    <a:pt x="31914" y="86711"/>
                  </a:lnTo>
                  <a:lnTo>
                    <a:pt x="31764" y="86410"/>
                  </a:lnTo>
                  <a:lnTo>
                    <a:pt x="0" y="2711"/>
                  </a:lnTo>
                  <a:lnTo>
                    <a:pt x="0" y="2711"/>
                  </a:lnTo>
                  <a:lnTo>
                    <a:pt x="0" y="2409"/>
                  </a:lnTo>
                  <a:lnTo>
                    <a:pt x="0" y="1958"/>
                  </a:lnTo>
                  <a:lnTo>
                    <a:pt x="0" y="1958"/>
                  </a:lnTo>
                  <a:lnTo>
                    <a:pt x="301" y="1657"/>
                  </a:lnTo>
                  <a:lnTo>
                    <a:pt x="602" y="1506"/>
                  </a:lnTo>
                  <a:lnTo>
                    <a:pt x="4366" y="1"/>
                  </a:lnTo>
                  <a:lnTo>
                    <a:pt x="4366" y="1"/>
                  </a:lnTo>
                  <a:lnTo>
                    <a:pt x="4667" y="1"/>
                  </a:lnTo>
                  <a:lnTo>
                    <a:pt x="4667" y="1"/>
                  </a:lnTo>
                  <a:lnTo>
                    <a:pt x="5118" y="151"/>
                  </a:lnTo>
                  <a:lnTo>
                    <a:pt x="5419" y="302"/>
                  </a:lnTo>
                  <a:lnTo>
                    <a:pt x="5570" y="603"/>
                  </a:lnTo>
                  <a:lnTo>
                    <a:pt x="37334" y="84303"/>
                  </a:lnTo>
                  <a:lnTo>
                    <a:pt x="37334" y="84303"/>
                  </a:lnTo>
                  <a:lnTo>
                    <a:pt x="37334" y="84754"/>
                  </a:lnTo>
                  <a:lnTo>
                    <a:pt x="37334" y="85055"/>
                  </a:lnTo>
                  <a:lnTo>
                    <a:pt x="37033" y="85356"/>
                  </a:lnTo>
                  <a:lnTo>
                    <a:pt x="36731" y="85507"/>
                  </a:lnTo>
                  <a:lnTo>
                    <a:pt x="32968" y="87012"/>
                  </a:lnTo>
                  <a:lnTo>
                    <a:pt x="32968" y="87012"/>
                  </a:lnTo>
                  <a:lnTo>
                    <a:pt x="32667" y="8701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5569427" y="3320822"/>
              <a:ext cx="985964" cy="939983"/>
            </a:xfrm>
            <a:custGeom>
              <a:rect b="b" l="l" r="r" t="t"/>
              <a:pathLst>
                <a:path extrusionOk="0" h="55399" w="58109">
                  <a:moveTo>
                    <a:pt x="27248" y="0"/>
                  </a:moveTo>
                  <a:lnTo>
                    <a:pt x="25442" y="301"/>
                  </a:lnTo>
                  <a:lnTo>
                    <a:pt x="23635" y="753"/>
                  </a:lnTo>
                  <a:lnTo>
                    <a:pt x="21980" y="1205"/>
                  </a:lnTo>
                  <a:lnTo>
                    <a:pt x="20324" y="1957"/>
                  </a:lnTo>
                  <a:lnTo>
                    <a:pt x="18668" y="2710"/>
                  </a:lnTo>
                  <a:lnTo>
                    <a:pt x="17313" y="3764"/>
                  </a:lnTo>
                  <a:lnTo>
                    <a:pt x="15807" y="4818"/>
                  </a:lnTo>
                  <a:lnTo>
                    <a:pt x="14603" y="6022"/>
                  </a:lnTo>
                  <a:lnTo>
                    <a:pt x="13399" y="7226"/>
                  </a:lnTo>
                  <a:lnTo>
                    <a:pt x="12345" y="8581"/>
                  </a:lnTo>
                  <a:lnTo>
                    <a:pt x="11291" y="10086"/>
                  </a:lnTo>
                  <a:lnTo>
                    <a:pt x="10539" y="11742"/>
                  </a:lnTo>
                  <a:lnTo>
                    <a:pt x="9786" y="13398"/>
                  </a:lnTo>
                  <a:lnTo>
                    <a:pt x="9334" y="15054"/>
                  </a:lnTo>
                  <a:lnTo>
                    <a:pt x="8883" y="16861"/>
                  </a:lnTo>
                  <a:lnTo>
                    <a:pt x="7678" y="23334"/>
                  </a:lnTo>
                  <a:lnTo>
                    <a:pt x="6173" y="29958"/>
                  </a:lnTo>
                  <a:lnTo>
                    <a:pt x="1" y="55399"/>
                  </a:lnTo>
                  <a:lnTo>
                    <a:pt x="58109" y="55399"/>
                  </a:lnTo>
                  <a:lnTo>
                    <a:pt x="51937" y="29958"/>
                  </a:lnTo>
                  <a:lnTo>
                    <a:pt x="50582" y="23334"/>
                  </a:lnTo>
                  <a:lnTo>
                    <a:pt x="49378" y="16861"/>
                  </a:lnTo>
                  <a:lnTo>
                    <a:pt x="48926" y="15054"/>
                  </a:lnTo>
                  <a:lnTo>
                    <a:pt x="48324" y="13398"/>
                  </a:lnTo>
                  <a:lnTo>
                    <a:pt x="47722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302" y="4818"/>
                  </a:lnTo>
                  <a:lnTo>
                    <a:pt x="40947" y="3764"/>
                  </a:lnTo>
                  <a:lnTo>
                    <a:pt x="39442" y="2710"/>
                  </a:lnTo>
                  <a:lnTo>
                    <a:pt x="37937" y="1957"/>
                  </a:lnTo>
                  <a:lnTo>
                    <a:pt x="36281" y="1205"/>
                  </a:lnTo>
                  <a:lnTo>
                    <a:pt x="34625" y="753"/>
                  </a:lnTo>
                  <a:lnTo>
                    <a:pt x="32818" y="301"/>
                  </a:lnTo>
                  <a:lnTo>
                    <a:pt x="3101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5569427" y="3320822"/>
              <a:ext cx="985964" cy="939983"/>
            </a:xfrm>
            <a:custGeom>
              <a:rect b="b" l="l" r="r" t="t"/>
              <a:pathLst>
                <a:path extrusionOk="0" fill="none" h="55399" w="58109">
                  <a:moveTo>
                    <a:pt x="29055" y="0"/>
                  </a:moveTo>
                  <a:lnTo>
                    <a:pt x="29055" y="0"/>
                  </a:lnTo>
                  <a:lnTo>
                    <a:pt x="27248" y="0"/>
                  </a:lnTo>
                  <a:lnTo>
                    <a:pt x="25442" y="301"/>
                  </a:lnTo>
                  <a:lnTo>
                    <a:pt x="23635" y="753"/>
                  </a:lnTo>
                  <a:lnTo>
                    <a:pt x="21980" y="1205"/>
                  </a:lnTo>
                  <a:lnTo>
                    <a:pt x="20324" y="1957"/>
                  </a:lnTo>
                  <a:lnTo>
                    <a:pt x="18668" y="2710"/>
                  </a:lnTo>
                  <a:lnTo>
                    <a:pt x="17313" y="3764"/>
                  </a:lnTo>
                  <a:lnTo>
                    <a:pt x="15807" y="4818"/>
                  </a:lnTo>
                  <a:lnTo>
                    <a:pt x="14603" y="6022"/>
                  </a:lnTo>
                  <a:lnTo>
                    <a:pt x="13399" y="7226"/>
                  </a:lnTo>
                  <a:lnTo>
                    <a:pt x="12345" y="8581"/>
                  </a:lnTo>
                  <a:lnTo>
                    <a:pt x="11291" y="10086"/>
                  </a:lnTo>
                  <a:lnTo>
                    <a:pt x="10539" y="11742"/>
                  </a:lnTo>
                  <a:lnTo>
                    <a:pt x="9786" y="13398"/>
                  </a:lnTo>
                  <a:lnTo>
                    <a:pt x="9334" y="15054"/>
                  </a:lnTo>
                  <a:lnTo>
                    <a:pt x="8883" y="16861"/>
                  </a:lnTo>
                  <a:lnTo>
                    <a:pt x="8883" y="16861"/>
                  </a:lnTo>
                  <a:lnTo>
                    <a:pt x="7678" y="23334"/>
                  </a:lnTo>
                  <a:lnTo>
                    <a:pt x="6173" y="29958"/>
                  </a:lnTo>
                  <a:lnTo>
                    <a:pt x="1" y="55399"/>
                  </a:lnTo>
                  <a:lnTo>
                    <a:pt x="58109" y="55399"/>
                  </a:lnTo>
                  <a:lnTo>
                    <a:pt x="51937" y="29958"/>
                  </a:lnTo>
                  <a:lnTo>
                    <a:pt x="51937" y="29958"/>
                  </a:lnTo>
                  <a:lnTo>
                    <a:pt x="50582" y="23334"/>
                  </a:lnTo>
                  <a:lnTo>
                    <a:pt x="49378" y="16861"/>
                  </a:lnTo>
                  <a:lnTo>
                    <a:pt x="49378" y="16861"/>
                  </a:lnTo>
                  <a:lnTo>
                    <a:pt x="48926" y="15054"/>
                  </a:lnTo>
                  <a:lnTo>
                    <a:pt x="48324" y="13398"/>
                  </a:lnTo>
                  <a:lnTo>
                    <a:pt x="47722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7" y="6022"/>
                  </a:lnTo>
                  <a:lnTo>
                    <a:pt x="42302" y="4818"/>
                  </a:lnTo>
                  <a:lnTo>
                    <a:pt x="40947" y="3764"/>
                  </a:lnTo>
                  <a:lnTo>
                    <a:pt x="39442" y="2710"/>
                  </a:lnTo>
                  <a:lnTo>
                    <a:pt x="37937" y="1957"/>
                  </a:lnTo>
                  <a:lnTo>
                    <a:pt x="36281" y="1205"/>
                  </a:lnTo>
                  <a:lnTo>
                    <a:pt x="34625" y="753"/>
                  </a:lnTo>
                  <a:lnTo>
                    <a:pt x="32818" y="301"/>
                  </a:lnTo>
                  <a:lnTo>
                    <a:pt x="31012" y="0"/>
                  </a:lnTo>
                  <a:lnTo>
                    <a:pt x="2905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5623078" y="3320822"/>
              <a:ext cx="988510" cy="939983"/>
            </a:xfrm>
            <a:custGeom>
              <a:rect b="b" l="l" r="r" t="t"/>
              <a:pathLst>
                <a:path extrusionOk="0" h="55399" w="58259">
                  <a:moveTo>
                    <a:pt x="27248" y="0"/>
                  </a:moveTo>
                  <a:lnTo>
                    <a:pt x="25441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818" y="2710"/>
                  </a:lnTo>
                  <a:lnTo>
                    <a:pt x="17312" y="3764"/>
                  </a:lnTo>
                  <a:lnTo>
                    <a:pt x="15957" y="4818"/>
                  </a:lnTo>
                  <a:lnTo>
                    <a:pt x="14602" y="6022"/>
                  </a:lnTo>
                  <a:lnTo>
                    <a:pt x="13398" y="7226"/>
                  </a:lnTo>
                  <a:lnTo>
                    <a:pt x="12344" y="8581"/>
                  </a:lnTo>
                  <a:lnTo>
                    <a:pt x="11441" y="10086"/>
                  </a:lnTo>
                  <a:lnTo>
                    <a:pt x="10538" y="11742"/>
                  </a:lnTo>
                  <a:lnTo>
                    <a:pt x="9936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323" y="29958"/>
                  </a:lnTo>
                  <a:lnTo>
                    <a:pt x="0" y="55399"/>
                  </a:lnTo>
                  <a:lnTo>
                    <a:pt x="58259" y="55399"/>
                  </a:lnTo>
                  <a:lnTo>
                    <a:pt x="51936" y="29958"/>
                  </a:lnTo>
                  <a:lnTo>
                    <a:pt x="50581" y="23334"/>
                  </a:lnTo>
                  <a:lnTo>
                    <a:pt x="49377" y="16861"/>
                  </a:lnTo>
                  <a:lnTo>
                    <a:pt x="48925" y="15054"/>
                  </a:lnTo>
                  <a:lnTo>
                    <a:pt x="48474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6" y="6022"/>
                  </a:lnTo>
                  <a:lnTo>
                    <a:pt x="42452" y="4818"/>
                  </a:lnTo>
                  <a:lnTo>
                    <a:pt x="40947" y="3764"/>
                  </a:lnTo>
                  <a:lnTo>
                    <a:pt x="39441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4" y="753"/>
                  </a:lnTo>
                  <a:lnTo>
                    <a:pt x="32818" y="301"/>
                  </a:lnTo>
                  <a:lnTo>
                    <a:pt x="3101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5623078" y="3320822"/>
              <a:ext cx="988510" cy="939983"/>
            </a:xfrm>
            <a:custGeom>
              <a:rect b="b" l="l" r="r" t="t"/>
              <a:pathLst>
                <a:path extrusionOk="0" fill="none" h="55399" w="58259">
                  <a:moveTo>
                    <a:pt x="29205" y="0"/>
                  </a:moveTo>
                  <a:lnTo>
                    <a:pt x="29205" y="0"/>
                  </a:lnTo>
                  <a:lnTo>
                    <a:pt x="27248" y="0"/>
                  </a:lnTo>
                  <a:lnTo>
                    <a:pt x="25441" y="301"/>
                  </a:lnTo>
                  <a:lnTo>
                    <a:pt x="23635" y="753"/>
                  </a:lnTo>
                  <a:lnTo>
                    <a:pt x="21979" y="1205"/>
                  </a:lnTo>
                  <a:lnTo>
                    <a:pt x="20323" y="1957"/>
                  </a:lnTo>
                  <a:lnTo>
                    <a:pt x="18818" y="2710"/>
                  </a:lnTo>
                  <a:lnTo>
                    <a:pt x="17312" y="3764"/>
                  </a:lnTo>
                  <a:lnTo>
                    <a:pt x="15957" y="4818"/>
                  </a:lnTo>
                  <a:lnTo>
                    <a:pt x="14602" y="6022"/>
                  </a:lnTo>
                  <a:lnTo>
                    <a:pt x="13398" y="7226"/>
                  </a:lnTo>
                  <a:lnTo>
                    <a:pt x="12344" y="8581"/>
                  </a:lnTo>
                  <a:lnTo>
                    <a:pt x="11441" y="10086"/>
                  </a:lnTo>
                  <a:lnTo>
                    <a:pt x="10538" y="11742"/>
                  </a:lnTo>
                  <a:lnTo>
                    <a:pt x="9936" y="13398"/>
                  </a:lnTo>
                  <a:lnTo>
                    <a:pt x="9334" y="15054"/>
                  </a:lnTo>
                  <a:lnTo>
                    <a:pt x="8882" y="16861"/>
                  </a:lnTo>
                  <a:lnTo>
                    <a:pt x="8882" y="16861"/>
                  </a:lnTo>
                  <a:lnTo>
                    <a:pt x="7678" y="23334"/>
                  </a:lnTo>
                  <a:lnTo>
                    <a:pt x="6323" y="29958"/>
                  </a:lnTo>
                  <a:lnTo>
                    <a:pt x="0" y="55399"/>
                  </a:lnTo>
                  <a:lnTo>
                    <a:pt x="58259" y="55399"/>
                  </a:lnTo>
                  <a:lnTo>
                    <a:pt x="51936" y="29958"/>
                  </a:lnTo>
                  <a:lnTo>
                    <a:pt x="51936" y="29958"/>
                  </a:lnTo>
                  <a:lnTo>
                    <a:pt x="50581" y="23334"/>
                  </a:lnTo>
                  <a:lnTo>
                    <a:pt x="49377" y="16861"/>
                  </a:lnTo>
                  <a:lnTo>
                    <a:pt x="49377" y="16861"/>
                  </a:lnTo>
                  <a:lnTo>
                    <a:pt x="48925" y="15054"/>
                  </a:lnTo>
                  <a:lnTo>
                    <a:pt x="48474" y="13398"/>
                  </a:lnTo>
                  <a:lnTo>
                    <a:pt x="47721" y="11742"/>
                  </a:lnTo>
                  <a:lnTo>
                    <a:pt x="46818" y="10086"/>
                  </a:lnTo>
                  <a:lnTo>
                    <a:pt x="45915" y="8581"/>
                  </a:lnTo>
                  <a:lnTo>
                    <a:pt x="44861" y="7226"/>
                  </a:lnTo>
                  <a:lnTo>
                    <a:pt x="43656" y="6022"/>
                  </a:lnTo>
                  <a:lnTo>
                    <a:pt x="42452" y="4818"/>
                  </a:lnTo>
                  <a:lnTo>
                    <a:pt x="40947" y="3764"/>
                  </a:lnTo>
                  <a:lnTo>
                    <a:pt x="39441" y="2710"/>
                  </a:lnTo>
                  <a:lnTo>
                    <a:pt x="37936" y="1957"/>
                  </a:lnTo>
                  <a:lnTo>
                    <a:pt x="36280" y="1205"/>
                  </a:lnTo>
                  <a:lnTo>
                    <a:pt x="34624" y="753"/>
                  </a:lnTo>
                  <a:lnTo>
                    <a:pt x="32818" y="301"/>
                  </a:lnTo>
                  <a:lnTo>
                    <a:pt x="31011" y="0"/>
                  </a:lnTo>
                  <a:lnTo>
                    <a:pt x="292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5232265" y="1801026"/>
              <a:ext cx="487883" cy="487883"/>
            </a:xfrm>
            <a:custGeom>
              <a:rect b="b" l="l" r="r" t="t"/>
              <a:pathLst>
                <a:path extrusionOk="0" h="28754" w="28754">
                  <a:moveTo>
                    <a:pt x="12947" y="1"/>
                  </a:moveTo>
                  <a:lnTo>
                    <a:pt x="11442" y="302"/>
                  </a:lnTo>
                  <a:lnTo>
                    <a:pt x="10087" y="603"/>
                  </a:lnTo>
                  <a:lnTo>
                    <a:pt x="8732" y="1054"/>
                  </a:lnTo>
                  <a:lnTo>
                    <a:pt x="7528" y="1657"/>
                  </a:lnTo>
                  <a:lnTo>
                    <a:pt x="6323" y="2409"/>
                  </a:lnTo>
                  <a:lnTo>
                    <a:pt x="5270" y="3313"/>
                  </a:lnTo>
                  <a:lnTo>
                    <a:pt x="4216" y="4216"/>
                  </a:lnTo>
                  <a:lnTo>
                    <a:pt x="3313" y="5270"/>
                  </a:lnTo>
                  <a:lnTo>
                    <a:pt x="2409" y="6323"/>
                  </a:lnTo>
                  <a:lnTo>
                    <a:pt x="1807" y="7528"/>
                  </a:lnTo>
                  <a:lnTo>
                    <a:pt x="1205" y="8732"/>
                  </a:lnTo>
                  <a:lnTo>
                    <a:pt x="603" y="10087"/>
                  </a:lnTo>
                  <a:lnTo>
                    <a:pt x="302" y="11442"/>
                  </a:lnTo>
                  <a:lnTo>
                    <a:pt x="151" y="12947"/>
                  </a:lnTo>
                  <a:lnTo>
                    <a:pt x="1" y="14302"/>
                  </a:lnTo>
                  <a:lnTo>
                    <a:pt x="151" y="15807"/>
                  </a:lnTo>
                  <a:lnTo>
                    <a:pt x="302" y="17162"/>
                  </a:lnTo>
                  <a:lnTo>
                    <a:pt x="603" y="18668"/>
                  </a:lnTo>
                  <a:lnTo>
                    <a:pt x="1205" y="19872"/>
                  </a:lnTo>
                  <a:lnTo>
                    <a:pt x="1807" y="21227"/>
                  </a:lnTo>
                  <a:lnTo>
                    <a:pt x="2409" y="22431"/>
                  </a:lnTo>
                  <a:lnTo>
                    <a:pt x="3313" y="23485"/>
                  </a:lnTo>
                  <a:lnTo>
                    <a:pt x="4216" y="24539"/>
                  </a:lnTo>
                  <a:lnTo>
                    <a:pt x="5270" y="25442"/>
                  </a:lnTo>
                  <a:lnTo>
                    <a:pt x="6323" y="26194"/>
                  </a:lnTo>
                  <a:lnTo>
                    <a:pt x="7528" y="26947"/>
                  </a:lnTo>
                  <a:lnTo>
                    <a:pt x="8732" y="27549"/>
                  </a:lnTo>
                  <a:lnTo>
                    <a:pt x="10087" y="28001"/>
                  </a:lnTo>
                  <a:lnTo>
                    <a:pt x="11442" y="28453"/>
                  </a:lnTo>
                  <a:lnTo>
                    <a:pt x="12947" y="28603"/>
                  </a:lnTo>
                  <a:lnTo>
                    <a:pt x="14302" y="28754"/>
                  </a:lnTo>
                  <a:lnTo>
                    <a:pt x="15807" y="28603"/>
                  </a:lnTo>
                  <a:lnTo>
                    <a:pt x="17313" y="28453"/>
                  </a:lnTo>
                  <a:lnTo>
                    <a:pt x="18668" y="28001"/>
                  </a:lnTo>
                  <a:lnTo>
                    <a:pt x="19872" y="27549"/>
                  </a:lnTo>
                  <a:lnTo>
                    <a:pt x="21227" y="26947"/>
                  </a:lnTo>
                  <a:lnTo>
                    <a:pt x="22431" y="26194"/>
                  </a:lnTo>
                  <a:lnTo>
                    <a:pt x="23485" y="25442"/>
                  </a:lnTo>
                  <a:lnTo>
                    <a:pt x="24539" y="24539"/>
                  </a:lnTo>
                  <a:lnTo>
                    <a:pt x="25442" y="23485"/>
                  </a:lnTo>
                  <a:lnTo>
                    <a:pt x="26195" y="22431"/>
                  </a:lnTo>
                  <a:lnTo>
                    <a:pt x="26947" y="21227"/>
                  </a:lnTo>
                  <a:lnTo>
                    <a:pt x="27549" y="19872"/>
                  </a:lnTo>
                  <a:lnTo>
                    <a:pt x="28001" y="18668"/>
                  </a:lnTo>
                  <a:lnTo>
                    <a:pt x="28453" y="17162"/>
                  </a:lnTo>
                  <a:lnTo>
                    <a:pt x="28603" y="15807"/>
                  </a:lnTo>
                  <a:lnTo>
                    <a:pt x="28754" y="14302"/>
                  </a:lnTo>
                  <a:lnTo>
                    <a:pt x="28603" y="12947"/>
                  </a:lnTo>
                  <a:lnTo>
                    <a:pt x="28453" y="11442"/>
                  </a:lnTo>
                  <a:lnTo>
                    <a:pt x="28001" y="10087"/>
                  </a:lnTo>
                  <a:lnTo>
                    <a:pt x="27549" y="8732"/>
                  </a:lnTo>
                  <a:lnTo>
                    <a:pt x="26947" y="7528"/>
                  </a:lnTo>
                  <a:lnTo>
                    <a:pt x="26195" y="6323"/>
                  </a:lnTo>
                  <a:lnTo>
                    <a:pt x="25442" y="5270"/>
                  </a:lnTo>
                  <a:lnTo>
                    <a:pt x="24539" y="4216"/>
                  </a:lnTo>
                  <a:lnTo>
                    <a:pt x="23485" y="3313"/>
                  </a:lnTo>
                  <a:lnTo>
                    <a:pt x="22431" y="2409"/>
                  </a:lnTo>
                  <a:lnTo>
                    <a:pt x="21227" y="1657"/>
                  </a:lnTo>
                  <a:lnTo>
                    <a:pt x="19872" y="1054"/>
                  </a:lnTo>
                  <a:lnTo>
                    <a:pt x="18668" y="603"/>
                  </a:lnTo>
                  <a:lnTo>
                    <a:pt x="17313" y="302"/>
                  </a:lnTo>
                  <a:lnTo>
                    <a:pt x="15807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5232265" y="1801026"/>
              <a:ext cx="487883" cy="487883"/>
            </a:xfrm>
            <a:custGeom>
              <a:rect b="b" l="l" r="r" t="t"/>
              <a:pathLst>
                <a:path extrusionOk="0" fill="none" h="28754" w="28754">
                  <a:moveTo>
                    <a:pt x="28754" y="14302"/>
                  </a:moveTo>
                  <a:lnTo>
                    <a:pt x="28754" y="14302"/>
                  </a:lnTo>
                  <a:lnTo>
                    <a:pt x="28603" y="15807"/>
                  </a:lnTo>
                  <a:lnTo>
                    <a:pt x="28453" y="17162"/>
                  </a:lnTo>
                  <a:lnTo>
                    <a:pt x="28001" y="18668"/>
                  </a:lnTo>
                  <a:lnTo>
                    <a:pt x="27549" y="19872"/>
                  </a:lnTo>
                  <a:lnTo>
                    <a:pt x="26947" y="21227"/>
                  </a:lnTo>
                  <a:lnTo>
                    <a:pt x="26195" y="22431"/>
                  </a:lnTo>
                  <a:lnTo>
                    <a:pt x="25442" y="23485"/>
                  </a:lnTo>
                  <a:lnTo>
                    <a:pt x="24539" y="24539"/>
                  </a:lnTo>
                  <a:lnTo>
                    <a:pt x="23485" y="25442"/>
                  </a:lnTo>
                  <a:lnTo>
                    <a:pt x="22431" y="26194"/>
                  </a:lnTo>
                  <a:lnTo>
                    <a:pt x="21227" y="26947"/>
                  </a:lnTo>
                  <a:lnTo>
                    <a:pt x="19872" y="27549"/>
                  </a:lnTo>
                  <a:lnTo>
                    <a:pt x="18668" y="28001"/>
                  </a:lnTo>
                  <a:lnTo>
                    <a:pt x="17313" y="28453"/>
                  </a:lnTo>
                  <a:lnTo>
                    <a:pt x="15807" y="28603"/>
                  </a:lnTo>
                  <a:lnTo>
                    <a:pt x="14302" y="28754"/>
                  </a:lnTo>
                  <a:lnTo>
                    <a:pt x="14302" y="28754"/>
                  </a:lnTo>
                  <a:lnTo>
                    <a:pt x="12947" y="28603"/>
                  </a:lnTo>
                  <a:lnTo>
                    <a:pt x="11442" y="28453"/>
                  </a:lnTo>
                  <a:lnTo>
                    <a:pt x="10087" y="28001"/>
                  </a:lnTo>
                  <a:lnTo>
                    <a:pt x="8732" y="27549"/>
                  </a:lnTo>
                  <a:lnTo>
                    <a:pt x="7528" y="26947"/>
                  </a:lnTo>
                  <a:lnTo>
                    <a:pt x="6323" y="26194"/>
                  </a:lnTo>
                  <a:lnTo>
                    <a:pt x="5270" y="25442"/>
                  </a:lnTo>
                  <a:lnTo>
                    <a:pt x="4216" y="24539"/>
                  </a:lnTo>
                  <a:lnTo>
                    <a:pt x="3313" y="23485"/>
                  </a:lnTo>
                  <a:lnTo>
                    <a:pt x="2409" y="22431"/>
                  </a:lnTo>
                  <a:lnTo>
                    <a:pt x="1807" y="21227"/>
                  </a:lnTo>
                  <a:lnTo>
                    <a:pt x="1205" y="19872"/>
                  </a:lnTo>
                  <a:lnTo>
                    <a:pt x="603" y="18668"/>
                  </a:lnTo>
                  <a:lnTo>
                    <a:pt x="302" y="17162"/>
                  </a:lnTo>
                  <a:lnTo>
                    <a:pt x="151" y="15807"/>
                  </a:lnTo>
                  <a:lnTo>
                    <a:pt x="1" y="14302"/>
                  </a:lnTo>
                  <a:lnTo>
                    <a:pt x="1" y="14302"/>
                  </a:lnTo>
                  <a:lnTo>
                    <a:pt x="151" y="12947"/>
                  </a:lnTo>
                  <a:lnTo>
                    <a:pt x="302" y="11442"/>
                  </a:lnTo>
                  <a:lnTo>
                    <a:pt x="603" y="10087"/>
                  </a:lnTo>
                  <a:lnTo>
                    <a:pt x="1205" y="8732"/>
                  </a:lnTo>
                  <a:lnTo>
                    <a:pt x="1807" y="7528"/>
                  </a:lnTo>
                  <a:lnTo>
                    <a:pt x="2409" y="6323"/>
                  </a:lnTo>
                  <a:lnTo>
                    <a:pt x="3313" y="5270"/>
                  </a:lnTo>
                  <a:lnTo>
                    <a:pt x="4216" y="4216"/>
                  </a:lnTo>
                  <a:lnTo>
                    <a:pt x="5270" y="3313"/>
                  </a:lnTo>
                  <a:lnTo>
                    <a:pt x="6323" y="2409"/>
                  </a:lnTo>
                  <a:lnTo>
                    <a:pt x="7528" y="1657"/>
                  </a:lnTo>
                  <a:lnTo>
                    <a:pt x="8732" y="1054"/>
                  </a:lnTo>
                  <a:lnTo>
                    <a:pt x="10087" y="603"/>
                  </a:lnTo>
                  <a:lnTo>
                    <a:pt x="11442" y="302"/>
                  </a:lnTo>
                  <a:lnTo>
                    <a:pt x="12947" y="1"/>
                  </a:lnTo>
                  <a:lnTo>
                    <a:pt x="14302" y="1"/>
                  </a:lnTo>
                  <a:lnTo>
                    <a:pt x="14302" y="1"/>
                  </a:lnTo>
                  <a:lnTo>
                    <a:pt x="15807" y="1"/>
                  </a:lnTo>
                  <a:lnTo>
                    <a:pt x="17313" y="302"/>
                  </a:lnTo>
                  <a:lnTo>
                    <a:pt x="18668" y="603"/>
                  </a:lnTo>
                  <a:lnTo>
                    <a:pt x="19872" y="1054"/>
                  </a:lnTo>
                  <a:lnTo>
                    <a:pt x="21227" y="1657"/>
                  </a:lnTo>
                  <a:lnTo>
                    <a:pt x="22431" y="2409"/>
                  </a:lnTo>
                  <a:lnTo>
                    <a:pt x="23485" y="3313"/>
                  </a:lnTo>
                  <a:lnTo>
                    <a:pt x="24539" y="4216"/>
                  </a:lnTo>
                  <a:lnTo>
                    <a:pt x="25442" y="5270"/>
                  </a:lnTo>
                  <a:lnTo>
                    <a:pt x="26195" y="6323"/>
                  </a:lnTo>
                  <a:lnTo>
                    <a:pt x="26947" y="7528"/>
                  </a:lnTo>
                  <a:lnTo>
                    <a:pt x="27549" y="8732"/>
                  </a:lnTo>
                  <a:lnTo>
                    <a:pt x="28001" y="10087"/>
                  </a:lnTo>
                  <a:lnTo>
                    <a:pt x="28453" y="11442"/>
                  </a:lnTo>
                  <a:lnTo>
                    <a:pt x="28603" y="12947"/>
                  </a:lnTo>
                  <a:lnTo>
                    <a:pt x="28754" y="143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5278247" y="1847008"/>
              <a:ext cx="395920" cy="395920"/>
            </a:xfrm>
            <a:custGeom>
              <a:rect b="b" l="l" r="r" t="t"/>
              <a:pathLst>
                <a:path extrusionOk="0" h="23334" w="23334">
                  <a:moveTo>
                    <a:pt x="12796" y="603"/>
                  </a:moveTo>
                  <a:lnTo>
                    <a:pt x="13850" y="753"/>
                  </a:lnTo>
                  <a:lnTo>
                    <a:pt x="14904" y="1054"/>
                  </a:lnTo>
                  <a:lnTo>
                    <a:pt x="15958" y="1355"/>
                  </a:lnTo>
                  <a:lnTo>
                    <a:pt x="16861" y="1957"/>
                  </a:lnTo>
                  <a:lnTo>
                    <a:pt x="17915" y="2409"/>
                  </a:lnTo>
                  <a:lnTo>
                    <a:pt x="18667" y="3011"/>
                  </a:lnTo>
                  <a:lnTo>
                    <a:pt x="19420" y="3764"/>
                  </a:lnTo>
                  <a:lnTo>
                    <a:pt x="20173" y="4517"/>
                  </a:lnTo>
                  <a:lnTo>
                    <a:pt x="20775" y="5420"/>
                  </a:lnTo>
                  <a:lnTo>
                    <a:pt x="21377" y="6323"/>
                  </a:lnTo>
                  <a:lnTo>
                    <a:pt x="21829" y="7377"/>
                  </a:lnTo>
                  <a:lnTo>
                    <a:pt x="22280" y="8280"/>
                  </a:lnTo>
                  <a:lnTo>
                    <a:pt x="22581" y="9334"/>
                  </a:lnTo>
                  <a:lnTo>
                    <a:pt x="22732" y="10538"/>
                  </a:lnTo>
                  <a:lnTo>
                    <a:pt x="22732" y="11592"/>
                  </a:lnTo>
                  <a:lnTo>
                    <a:pt x="22732" y="12796"/>
                  </a:lnTo>
                  <a:lnTo>
                    <a:pt x="22581" y="13850"/>
                  </a:lnTo>
                  <a:lnTo>
                    <a:pt x="22280" y="14904"/>
                  </a:lnTo>
                  <a:lnTo>
                    <a:pt x="21829" y="15958"/>
                  </a:lnTo>
                  <a:lnTo>
                    <a:pt x="21377" y="16861"/>
                  </a:lnTo>
                  <a:lnTo>
                    <a:pt x="20775" y="17764"/>
                  </a:lnTo>
                  <a:lnTo>
                    <a:pt x="20173" y="18667"/>
                  </a:lnTo>
                  <a:lnTo>
                    <a:pt x="19420" y="19420"/>
                  </a:lnTo>
                  <a:lnTo>
                    <a:pt x="18667" y="20173"/>
                  </a:lnTo>
                  <a:lnTo>
                    <a:pt x="17915" y="20775"/>
                  </a:lnTo>
                  <a:lnTo>
                    <a:pt x="16861" y="21377"/>
                  </a:lnTo>
                  <a:lnTo>
                    <a:pt x="15958" y="21829"/>
                  </a:lnTo>
                  <a:lnTo>
                    <a:pt x="14904" y="22280"/>
                  </a:lnTo>
                  <a:lnTo>
                    <a:pt x="13850" y="22431"/>
                  </a:lnTo>
                  <a:lnTo>
                    <a:pt x="12796" y="22732"/>
                  </a:lnTo>
                  <a:lnTo>
                    <a:pt x="10538" y="22732"/>
                  </a:lnTo>
                  <a:lnTo>
                    <a:pt x="9484" y="22431"/>
                  </a:lnTo>
                  <a:lnTo>
                    <a:pt x="8431" y="22280"/>
                  </a:lnTo>
                  <a:lnTo>
                    <a:pt x="7377" y="21829"/>
                  </a:lnTo>
                  <a:lnTo>
                    <a:pt x="6323" y="21377"/>
                  </a:lnTo>
                  <a:lnTo>
                    <a:pt x="5420" y="20775"/>
                  </a:lnTo>
                  <a:lnTo>
                    <a:pt x="4667" y="20173"/>
                  </a:lnTo>
                  <a:lnTo>
                    <a:pt x="3764" y="19420"/>
                  </a:lnTo>
                  <a:lnTo>
                    <a:pt x="3162" y="18667"/>
                  </a:lnTo>
                  <a:lnTo>
                    <a:pt x="2409" y="17764"/>
                  </a:lnTo>
                  <a:lnTo>
                    <a:pt x="1957" y="16861"/>
                  </a:lnTo>
                  <a:lnTo>
                    <a:pt x="1506" y="15958"/>
                  </a:lnTo>
                  <a:lnTo>
                    <a:pt x="1054" y="14904"/>
                  </a:lnTo>
                  <a:lnTo>
                    <a:pt x="753" y="13850"/>
                  </a:lnTo>
                  <a:lnTo>
                    <a:pt x="603" y="12796"/>
                  </a:lnTo>
                  <a:lnTo>
                    <a:pt x="603" y="11592"/>
                  </a:lnTo>
                  <a:lnTo>
                    <a:pt x="603" y="10538"/>
                  </a:lnTo>
                  <a:lnTo>
                    <a:pt x="753" y="9334"/>
                  </a:lnTo>
                  <a:lnTo>
                    <a:pt x="1054" y="8280"/>
                  </a:lnTo>
                  <a:lnTo>
                    <a:pt x="1506" y="7377"/>
                  </a:lnTo>
                  <a:lnTo>
                    <a:pt x="1957" y="6323"/>
                  </a:lnTo>
                  <a:lnTo>
                    <a:pt x="2409" y="5420"/>
                  </a:lnTo>
                  <a:lnTo>
                    <a:pt x="3162" y="4517"/>
                  </a:lnTo>
                  <a:lnTo>
                    <a:pt x="3764" y="3764"/>
                  </a:lnTo>
                  <a:lnTo>
                    <a:pt x="4667" y="3011"/>
                  </a:lnTo>
                  <a:lnTo>
                    <a:pt x="5420" y="2409"/>
                  </a:lnTo>
                  <a:lnTo>
                    <a:pt x="6323" y="1957"/>
                  </a:lnTo>
                  <a:lnTo>
                    <a:pt x="7377" y="1355"/>
                  </a:lnTo>
                  <a:lnTo>
                    <a:pt x="8431" y="1054"/>
                  </a:lnTo>
                  <a:lnTo>
                    <a:pt x="9484" y="753"/>
                  </a:lnTo>
                  <a:lnTo>
                    <a:pt x="10538" y="603"/>
                  </a:lnTo>
                  <a:close/>
                  <a:moveTo>
                    <a:pt x="10388" y="0"/>
                  </a:moveTo>
                  <a:lnTo>
                    <a:pt x="9334" y="151"/>
                  </a:lnTo>
                  <a:lnTo>
                    <a:pt x="8130" y="452"/>
                  </a:lnTo>
                  <a:lnTo>
                    <a:pt x="7076" y="904"/>
                  </a:lnTo>
                  <a:lnTo>
                    <a:pt x="6173" y="1355"/>
                  </a:lnTo>
                  <a:lnTo>
                    <a:pt x="5119" y="1957"/>
                  </a:lnTo>
                  <a:lnTo>
                    <a:pt x="4216" y="2710"/>
                  </a:lnTo>
                  <a:lnTo>
                    <a:pt x="3463" y="3463"/>
                  </a:lnTo>
                  <a:lnTo>
                    <a:pt x="2710" y="4215"/>
                  </a:lnTo>
                  <a:lnTo>
                    <a:pt x="1957" y="5119"/>
                  </a:lnTo>
                  <a:lnTo>
                    <a:pt x="1355" y="6022"/>
                  </a:lnTo>
                  <a:lnTo>
                    <a:pt x="904" y="7076"/>
                  </a:lnTo>
                  <a:lnTo>
                    <a:pt x="452" y="8129"/>
                  </a:lnTo>
                  <a:lnTo>
                    <a:pt x="302" y="9334"/>
                  </a:lnTo>
                  <a:lnTo>
                    <a:pt x="0" y="10388"/>
                  </a:lnTo>
                  <a:lnTo>
                    <a:pt x="0" y="11592"/>
                  </a:lnTo>
                  <a:lnTo>
                    <a:pt x="0" y="12796"/>
                  </a:lnTo>
                  <a:lnTo>
                    <a:pt x="302" y="14001"/>
                  </a:lnTo>
                  <a:lnTo>
                    <a:pt x="452" y="15054"/>
                  </a:lnTo>
                  <a:lnTo>
                    <a:pt x="904" y="16108"/>
                  </a:lnTo>
                  <a:lnTo>
                    <a:pt x="1355" y="17162"/>
                  </a:lnTo>
                  <a:lnTo>
                    <a:pt x="1957" y="18065"/>
                  </a:lnTo>
                  <a:lnTo>
                    <a:pt x="2710" y="18968"/>
                  </a:lnTo>
                  <a:lnTo>
                    <a:pt x="3463" y="19872"/>
                  </a:lnTo>
                  <a:lnTo>
                    <a:pt x="4216" y="20624"/>
                  </a:lnTo>
                  <a:lnTo>
                    <a:pt x="5119" y="21226"/>
                  </a:lnTo>
                  <a:lnTo>
                    <a:pt x="6173" y="21829"/>
                  </a:lnTo>
                  <a:lnTo>
                    <a:pt x="7076" y="22431"/>
                  </a:lnTo>
                  <a:lnTo>
                    <a:pt x="8130" y="22732"/>
                  </a:lnTo>
                  <a:lnTo>
                    <a:pt x="9334" y="23033"/>
                  </a:lnTo>
                  <a:lnTo>
                    <a:pt x="10388" y="23183"/>
                  </a:lnTo>
                  <a:lnTo>
                    <a:pt x="11592" y="23334"/>
                  </a:lnTo>
                  <a:lnTo>
                    <a:pt x="12796" y="23183"/>
                  </a:lnTo>
                  <a:lnTo>
                    <a:pt x="14001" y="23033"/>
                  </a:lnTo>
                  <a:lnTo>
                    <a:pt x="15054" y="22732"/>
                  </a:lnTo>
                  <a:lnTo>
                    <a:pt x="16108" y="22431"/>
                  </a:lnTo>
                  <a:lnTo>
                    <a:pt x="17162" y="21829"/>
                  </a:lnTo>
                  <a:lnTo>
                    <a:pt x="18216" y="21226"/>
                  </a:lnTo>
                  <a:lnTo>
                    <a:pt x="19119" y="20624"/>
                  </a:lnTo>
                  <a:lnTo>
                    <a:pt x="19872" y="19872"/>
                  </a:lnTo>
                  <a:lnTo>
                    <a:pt x="20624" y="18968"/>
                  </a:lnTo>
                  <a:lnTo>
                    <a:pt x="21377" y="18065"/>
                  </a:lnTo>
                  <a:lnTo>
                    <a:pt x="21829" y="17162"/>
                  </a:lnTo>
                  <a:lnTo>
                    <a:pt x="22431" y="16108"/>
                  </a:lnTo>
                  <a:lnTo>
                    <a:pt x="22732" y="15054"/>
                  </a:lnTo>
                  <a:lnTo>
                    <a:pt x="23033" y="14001"/>
                  </a:lnTo>
                  <a:lnTo>
                    <a:pt x="23183" y="12796"/>
                  </a:lnTo>
                  <a:lnTo>
                    <a:pt x="23334" y="11592"/>
                  </a:lnTo>
                  <a:lnTo>
                    <a:pt x="23183" y="10388"/>
                  </a:lnTo>
                  <a:lnTo>
                    <a:pt x="23033" y="9334"/>
                  </a:lnTo>
                  <a:lnTo>
                    <a:pt x="22732" y="8129"/>
                  </a:lnTo>
                  <a:lnTo>
                    <a:pt x="22431" y="7076"/>
                  </a:lnTo>
                  <a:lnTo>
                    <a:pt x="21829" y="6022"/>
                  </a:lnTo>
                  <a:lnTo>
                    <a:pt x="21377" y="5119"/>
                  </a:lnTo>
                  <a:lnTo>
                    <a:pt x="20624" y="4215"/>
                  </a:lnTo>
                  <a:lnTo>
                    <a:pt x="19872" y="3463"/>
                  </a:lnTo>
                  <a:lnTo>
                    <a:pt x="19119" y="2710"/>
                  </a:lnTo>
                  <a:lnTo>
                    <a:pt x="18216" y="1957"/>
                  </a:lnTo>
                  <a:lnTo>
                    <a:pt x="17162" y="1355"/>
                  </a:lnTo>
                  <a:lnTo>
                    <a:pt x="16108" y="904"/>
                  </a:lnTo>
                  <a:lnTo>
                    <a:pt x="15054" y="452"/>
                  </a:lnTo>
                  <a:lnTo>
                    <a:pt x="14001" y="151"/>
                  </a:lnTo>
                  <a:lnTo>
                    <a:pt x="1279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5278247" y="1847008"/>
              <a:ext cx="395920" cy="395920"/>
            </a:xfrm>
            <a:custGeom>
              <a:rect b="b" l="l" r="r" t="t"/>
              <a:pathLst>
                <a:path extrusionOk="0" fill="none" h="23334" w="23334">
                  <a:moveTo>
                    <a:pt x="11592" y="23334"/>
                  </a:moveTo>
                  <a:lnTo>
                    <a:pt x="11592" y="23334"/>
                  </a:lnTo>
                  <a:lnTo>
                    <a:pt x="10388" y="23183"/>
                  </a:lnTo>
                  <a:lnTo>
                    <a:pt x="9334" y="23033"/>
                  </a:lnTo>
                  <a:lnTo>
                    <a:pt x="8130" y="22732"/>
                  </a:lnTo>
                  <a:lnTo>
                    <a:pt x="7076" y="22431"/>
                  </a:lnTo>
                  <a:lnTo>
                    <a:pt x="6173" y="21829"/>
                  </a:lnTo>
                  <a:lnTo>
                    <a:pt x="5119" y="21226"/>
                  </a:lnTo>
                  <a:lnTo>
                    <a:pt x="4216" y="20624"/>
                  </a:lnTo>
                  <a:lnTo>
                    <a:pt x="3463" y="19872"/>
                  </a:lnTo>
                  <a:lnTo>
                    <a:pt x="2710" y="18968"/>
                  </a:lnTo>
                  <a:lnTo>
                    <a:pt x="1957" y="18065"/>
                  </a:lnTo>
                  <a:lnTo>
                    <a:pt x="1355" y="17162"/>
                  </a:lnTo>
                  <a:lnTo>
                    <a:pt x="904" y="16108"/>
                  </a:lnTo>
                  <a:lnTo>
                    <a:pt x="452" y="15054"/>
                  </a:lnTo>
                  <a:lnTo>
                    <a:pt x="302" y="14001"/>
                  </a:lnTo>
                  <a:lnTo>
                    <a:pt x="0" y="12796"/>
                  </a:lnTo>
                  <a:lnTo>
                    <a:pt x="0" y="11592"/>
                  </a:lnTo>
                  <a:lnTo>
                    <a:pt x="0" y="11592"/>
                  </a:lnTo>
                  <a:lnTo>
                    <a:pt x="0" y="10388"/>
                  </a:lnTo>
                  <a:lnTo>
                    <a:pt x="302" y="9334"/>
                  </a:lnTo>
                  <a:lnTo>
                    <a:pt x="452" y="8129"/>
                  </a:lnTo>
                  <a:lnTo>
                    <a:pt x="904" y="7076"/>
                  </a:lnTo>
                  <a:lnTo>
                    <a:pt x="1355" y="6022"/>
                  </a:lnTo>
                  <a:lnTo>
                    <a:pt x="1957" y="5119"/>
                  </a:lnTo>
                  <a:lnTo>
                    <a:pt x="2710" y="4215"/>
                  </a:lnTo>
                  <a:lnTo>
                    <a:pt x="3463" y="3463"/>
                  </a:lnTo>
                  <a:lnTo>
                    <a:pt x="4216" y="2710"/>
                  </a:lnTo>
                  <a:lnTo>
                    <a:pt x="5119" y="1957"/>
                  </a:lnTo>
                  <a:lnTo>
                    <a:pt x="6173" y="1355"/>
                  </a:lnTo>
                  <a:lnTo>
                    <a:pt x="7076" y="904"/>
                  </a:lnTo>
                  <a:lnTo>
                    <a:pt x="8130" y="452"/>
                  </a:lnTo>
                  <a:lnTo>
                    <a:pt x="9334" y="151"/>
                  </a:lnTo>
                  <a:lnTo>
                    <a:pt x="10388" y="0"/>
                  </a:lnTo>
                  <a:lnTo>
                    <a:pt x="11592" y="0"/>
                  </a:lnTo>
                  <a:lnTo>
                    <a:pt x="11592" y="0"/>
                  </a:lnTo>
                  <a:lnTo>
                    <a:pt x="12796" y="0"/>
                  </a:lnTo>
                  <a:lnTo>
                    <a:pt x="14001" y="151"/>
                  </a:lnTo>
                  <a:lnTo>
                    <a:pt x="15054" y="452"/>
                  </a:lnTo>
                  <a:lnTo>
                    <a:pt x="16108" y="904"/>
                  </a:lnTo>
                  <a:lnTo>
                    <a:pt x="17162" y="1355"/>
                  </a:lnTo>
                  <a:lnTo>
                    <a:pt x="18216" y="1957"/>
                  </a:lnTo>
                  <a:lnTo>
                    <a:pt x="19119" y="2710"/>
                  </a:lnTo>
                  <a:lnTo>
                    <a:pt x="19872" y="3463"/>
                  </a:lnTo>
                  <a:lnTo>
                    <a:pt x="20624" y="4215"/>
                  </a:lnTo>
                  <a:lnTo>
                    <a:pt x="21377" y="5119"/>
                  </a:lnTo>
                  <a:lnTo>
                    <a:pt x="21829" y="6022"/>
                  </a:lnTo>
                  <a:lnTo>
                    <a:pt x="22431" y="7076"/>
                  </a:lnTo>
                  <a:lnTo>
                    <a:pt x="22732" y="8129"/>
                  </a:lnTo>
                  <a:lnTo>
                    <a:pt x="23033" y="9334"/>
                  </a:lnTo>
                  <a:lnTo>
                    <a:pt x="23183" y="10388"/>
                  </a:lnTo>
                  <a:lnTo>
                    <a:pt x="23334" y="11592"/>
                  </a:lnTo>
                  <a:lnTo>
                    <a:pt x="23334" y="11592"/>
                  </a:lnTo>
                  <a:lnTo>
                    <a:pt x="23183" y="12796"/>
                  </a:lnTo>
                  <a:lnTo>
                    <a:pt x="23033" y="14001"/>
                  </a:lnTo>
                  <a:lnTo>
                    <a:pt x="22732" y="15054"/>
                  </a:lnTo>
                  <a:lnTo>
                    <a:pt x="22431" y="16108"/>
                  </a:lnTo>
                  <a:lnTo>
                    <a:pt x="21829" y="17162"/>
                  </a:lnTo>
                  <a:lnTo>
                    <a:pt x="21377" y="18065"/>
                  </a:lnTo>
                  <a:lnTo>
                    <a:pt x="20624" y="18968"/>
                  </a:lnTo>
                  <a:lnTo>
                    <a:pt x="19872" y="19872"/>
                  </a:lnTo>
                  <a:lnTo>
                    <a:pt x="19119" y="20624"/>
                  </a:lnTo>
                  <a:lnTo>
                    <a:pt x="18216" y="21226"/>
                  </a:lnTo>
                  <a:lnTo>
                    <a:pt x="17162" y="21829"/>
                  </a:lnTo>
                  <a:lnTo>
                    <a:pt x="16108" y="22431"/>
                  </a:lnTo>
                  <a:lnTo>
                    <a:pt x="15054" y="22732"/>
                  </a:lnTo>
                  <a:lnTo>
                    <a:pt x="14001" y="23033"/>
                  </a:lnTo>
                  <a:lnTo>
                    <a:pt x="12796" y="23183"/>
                  </a:lnTo>
                  <a:lnTo>
                    <a:pt x="11592" y="2333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5288462" y="1857223"/>
              <a:ext cx="375491" cy="375491"/>
            </a:xfrm>
            <a:custGeom>
              <a:rect b="b" l="l" r="r" t="t"/>
              <a:pathLst>
                <a:path extrusionOk="0" fill="none" h="22130" w="22130">
                  <a:moveTo>
                    <a:pt x="10990" y="1"/>
                  </a:moveTo>
                  <a:lnTo>
                    <a:pt x="10990" y="1"/>
                  </a:lnTo>
                  <a:lnTo>
                    <a:pt x="9936" y="1"/>
                  </a:lnTo>
                  <a:lnTo>
                    <a:pt x="8882" y="151"/>
                  </a:lnTo>
                  <a:lnTo>
                    <a:pt x="7829" y="452"/>
                  </a:lnTo>
                  <a:lnTo>
                    <a:pt x="6775" y="753"/>
                  </a:lnTo>
                  <a:lnTo>
                    <a:pt x="5721" y="1355"/>
                  </a:lnTo>
                  <a:lnTo>
                    <a:pt x="4818" y="1807"/>
                  </a:lnTo>
                  <a:lnTo>
                    <a:pt x="4065" y="2409"/>
                  </a:lnTo>
                  <a:lnTo>
                    <a:pt x="3162" y="3162"/>
                  </a:lnTo>
                  <a:lnTo>
                    <a:pt x="2560" y="3915"/>
                  </a:lnTo>
                  <a:lnTo>
                    <a:pt x="1807" y="4818"/>
                  </a:lnTo>
                  <a:lnTo>
                    <a:pt x="1355" y="5721"/>
                  </a:lnTo>
                  <a:lnTo>
                    <a:pt x="904" y="6775"/>
                  </a:lnTo>
                  <a:lnTo>
                    <a:pt x="452" y="7678"/>
                  </a:lnTo>
                  <a:lnTo>
                    <a:pt x="151" y="8732"/>
                  </a:lnTo>
                  <a:lnTo>
                    <a:pt x="1" y="9936"/>
                  </a:lnTo>
                  <a:lnTo>
                    <a:pt x="1" y="10990"/>
                  </a:lnTo>
                  <a:lnTo>
                    <a:pt x="1" y="10990"/>
                  </a:lnTo>
                  <a:lnTo>
                    <a:pt x="1" y="12194"/>
                  </a:lnTo>
                  <a:lnTo>
                    <a:pt x="151" y="13248"/>
                  </a:lnTo>
                  <a:lnTo>
                    <a:pt x="452" y="14302"/>
                  </a:lnTo>
                  <a:lnTo>
                    <a:pt x="904" y="15356"/>
                  </a:lnTo>
                  <a:lnTo>
                    <a:pt x="1355" y="16259"/>
                  </a:lnTo>
                  <a:lnTo>
                    <a:pt x="1807" y="17162"/>
                  </a:lnTo>
                  <a:lnTo>
                    <a:pt x="2560" y="18065"/>
                  </a:lnTo>
                  <a:lnTo>
                    <a:pt x="3162" y="18818"/>
                  </a:lnTo>
                  <a:lnTo>
                    <a:pt x="4065" y="19571"/>
                  </a:lnTo>
                  <a:lnTo>
                    <a:pt x="4818" y="20173"/>
                  </a:lnTo>
                  <a:lnTo>
                    <a:pt x="5721" y="20775"/>
                  </a:lnTo>
                  <a:lnTo>
                    <a:pt x="6775" y="21227"/>
                  </a:lnTo>
                  <a:lnTo>
                    <a:pt x="7829" y="21678"/>
                  </a:lnTo>
                  <a:lnTo>
                    <a:pt x="8882" y="21829"/>
                  </a:lnTo>
                  <a:lnTo>
                    <a:pt x="9936" y="22130"/>
                  </a:lnTo>
                  <a:lnTo>
                    <a:pt x="10990" y="22130"/>
                  </a:lnTo>
                  <a:lnTo>
                    <a:pt x="10990" y="22130"/>
                  </a:lnTo>
                  <a:lnTo>
                    <a:pt x="12194" y="22130"/>
                  </a:lnTo>
                  <a:lnTo>
                    <a:pt x="13248" y="21829"/>
                  </a:lnTo>
                  <a:lnTo>
                    <a:pt x="14302" y="21678"/>
                  </a:lnTo>
                  <a:lnTo>
                    <a:pt x="15356" y="21227"/>
                  </a:lnTo>
                  <a:lnTo>
                    <a:pt x="16259" y="20775"/>
                  </a:lnTo>
                  <a:lnTo>
                    <a:pt x="17313" y="20173"/>
                  </a:lnTo>
                  <a:lnTo>
                    <a:pt x="18065" y="19571"/>
                  </a:lnTo>
                  <a:lnTo>
                    <a:pt x="18818" y="18818"/>
                  </a:lnTo>
                  <a:lnTo>
                    <a:pt x="19571" y="18065"/>
                  </a:lnTo>
                  <a:lnTo>
                    <a:pt x="20173" y="17162"/>
                  </a:lnTo>
                  <a:lnTo>
                    <a:pt x="20775" y="16259"/>
                  </a:lnTo>
                  <a:lnTo>
                    <a:pt x="21227" y="15356"/>
                  </a:lnTo>
                  <a:lnTo>
                    <a:pt x="21678" y="14302"/>
                  </a:lnTo>
                  <a:lnTo>
                    <a:pt x="21979" y="13248"/>
                  </a:lnTo>
                  <a:lnTo>
                    <a:pt x="22130" y="12194"/>
                  </a:lnTo>
                  <a:lnTo>
                    <a:pt x="22130" y="10990"/>
                  </a:lnTo>
                  <a:lnTo>
                    <a:pt x="22130" y="10990"/>
                  </a:lnTo>
                  <a:lnTo>
                    <a:pt x="22130" y="9936"/>
                  </a:lnTo>
                  <a:lnTo>
                    <a:pt x="21979" y="8732"/>
                  </a:lnTo>
                  <a:lnTo>
                    <a:pt x="21678" y="7678"/>
                  </a:lnTo>
                  <a:lnTo>
                    <a:pt x="21227" y="6775"/>
                  </a:lnTo>
                  <a:lnTo>
                    <a:pt x="20775" y="5721"/>
                  </a:lnTo>
                  <a:lnTo>
                    <a:pt x="20173" y="4818"/>
                  </a:lnTo>
                  <a:lnTo>
                    <a:pt x="19571" y="3915"/>
                  </a:lnTo>
                  <a:lnTo>
                    <a:pt x="18818" y="3162"/>
                  </a:lnTo>
                  <a:lnTo>
                    <a:pt x="18065" y="2409"/>
                  </a:lnTo>
                  <a:lnTo>
                    <a:pt x="17313" y="1807"/>
                  </a:lnTo>
                  <a:lnTo>
                    <a:pt x="16259" y="1355"/>
                  </a:lnTo>
                  <a:lnTo>
                    <a:pt x="15356" y="753"/>
                  </a:lnTo>
                  <a:lnTo>
                    <a:pt x="14302" y="452"/>
                  </a:lnTo>
                  <a:lnTo>
                    <a:pt x="13248" y="151"/>
                  </a:lnTo>
                  <a:lnTo>
                    <a:pt x="12194" y="1"/>
                  </a:lnTo>
                  <a:lnTo>
                    <a:pt x="1099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2798057" y="3589010"/>
              <a:ext cx="712652" cy="669249"/>
            </a:xfrm>
            <a:custGeom>
              <a:rect b="b" l="l" r="r" t="t"/>
              <a:pathLst>
                <a:path extrusionOk="0" h="39443" w="42001">
                  <a:moveTo>
                    <a:pt x="0" y="1"/>
                  </a:moveTo>
                  <a:lnTo>
                    <a:pt x="0" y="39442"/>
                  </a:lnTo>
                  <a:lnTo>
                    <a:pt x="42001" y="39442"/>
                  </a:lnTo>
                  <a:lnTo>
                    <a:pt x="4200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2583503" y="3589010"/>
              <a:ext cx="214571" cy="669249"/>
            </a:xfrm>
            <a:custGeom>
              <a:rect b="b" l="l" r="r" t="t"/>
              <a:pathLst>
                <a:path extrusionOk="0" h="39443" w="12646">
                  <a:moveTo>
                    <a:pt x="0" y="1"/>
                  </a:moveTo>
                  <a:lnTo>
                    <a:pt x="0" y="39442"/>
                  </a:lnTo>
                  <a:lnTo>
                    <a:pt x="12645" y="39442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2836370" y="3177786"/>
              <a:ext cx="605383" cy="411241"/>
            </a:xfrm>
            <a:custGeom>
              <a:rect b="b" l="l" r="r" t="t"/>
              <a:pathLst>
                <a:path extrusionOk="0" h="24237" w="35679">
                  <a:moveTo>
                    <a:pt x="0" y="0"/>
                  </a:moveTo>
                  <a:lnTo>
                    <a:pt x="0" y="24237"/>
                  </a:lnTo>
                  <a:lnTo>
                    <a:pt x="35678" y="24237"/>
                  </a:lnTo>
                  <a:lnTo>
                    <a:pt x="35678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2836370" y="3177786"/>
              <a:ext cx="605383" cy="411241"/>
            </a:xfrm>
            <a:custGeom>
              <a:rect b="b" l="l" r="r" t="t"/>
              <a:pathLst>
                <a:path extrusionOk="0" fill="none" h="24237" w="35679">
                  <a:moveTo>
                    <a:pt x="0" y="0"/>
                  </a:moveTo>
                  <a:lnTo>
                    <a:pt x="35678" y="0"/>
                  </a:lnTo>
                  <a:lnTo>
                    <a:pt x="35678" y="24237"/>
                  </a:lnTo>
                  <a:lnTo>
                    <a:pt x="0" y="2423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3441736" y="3177786"/>
              <a:ext cx="183911" cy="411241"/>
            </a:xfrm>
            <a:custGeom>
              <a:rect b="b" l="l" r="r" t="t"/>
              <a:pathLst>
                <a:path extrusionOk="0" h="24237" w="10839">
                  <a:moveTo>
                    <a:pt x="0" y="0"/>
                  </a:moveTo>
                  <a:lnTo>
                    <a:pt x="0" y="24237"/>
                  </a:lnTo>
                  <a:lnTo>
                    <a:pt x="10839" y="24237"/>
                  </a:lnTo>
                  <a:lnTo>
                    <a:pt x="1083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3441736" y="3177786"/>
              <a:ext cx="183911" cy="411241"/>
            </a:xfrm>
            <a:custGeom>
              <a:rect b="b" l="l" r="r" t="t"/>
              <a:pathLst>
                <a:path extrusionOk="0" fill="none" h="24237" w="10839">
                  <a:moveTo>
                    <a:pt x="10839" y="0"/>
                  </a:moveTo>
                  <a:lnTo>
                    <a:pt x="0" y="0"/>
                  </a:lnTo>
                  <a:lnTo>
                    <a:pt x="0" y="24237"/>
                  </a:lnTo>
                  <a:lnTo>
                    <a:pt x="10839" y="24237"/>
                  </a:lnTo>
                  <a:lnTo>
                    <a:pt x="1083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3837639" y="3637554"/>
              <a:ext cx="528758" cy="620705"/>
            </a:xfrm>
            <a:custGeom>
              <a:rect b="b" l="l" r="r" t="t"/>
              <a:pathLst>
                <a:path extrusionOk="0" h="36582" w="31163">
                  <a:moveTo>
                    <a:pt x="1" y="0"/>
                  </a:moveTo>
                  <a:lnTo>
                    <a:pt x="1" y="36581"/>
                  </a:lnTo>
                  <a:lnTo>
                    <a:pt x="31162" y="36581"/>
                  </a:lnTo>
                  <a:lnTo>
                    <a:pt x="3116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3837639" y="3637554"/>
              <a:ext cx="528758" cy="620705"/>
            </a:xfrm>
            <a:custGeom>
              <a:rect b="b" l="l" r="r" t="t"/>
              <a:pathLst>
                <a:path extrusionOk="0" fill="none" h="36582" w="31163">
                  <a:moveTo>
                    <a:pt x="1" y="0"/>
                  </a:moveTo>
                  <a:lnTo>
                    <a:pt x="31162" y="0"/>
                  </a:lnTo>
                  <a:lnTo>
                    <a:pt x="31162" y="36581"/>
                  </a:lnTo>
                  <a:lnTo>
                    <a:pt x="1" y="3658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3888728" y="3698858"/>
              <a:ext cx="426580" cy="495536"/>
            </a:xfrm>
            <a:custGeom>
              <a:rect b="b" l="l" r="r" t="t"/>
              <a:pathLst>
                <a:path extrusionOk="0" h="29205" w="25141">
                  <a:moveTo>
                    <a:pt x="24538" y="602"/>
                  </a:moveTo>
                  <a:lnTo>
                    <a:pt x="24538" y="28602"/>
                  </a:lnTo>
                  <a:lnTo>
                    <a:pt x="603" y="28602"/>
                  </a:lnTo>
                  <a:lnTo>
                    <a:pt x="603" y="602"/>
                  </a:lnTo>
                  <a:close/>
                  <a:moveTo>
                    <a:pt x="0" y="0"/>
                  </a:moveTo>
                  <a:lnTo>
                    <a:pt x="0" y="29205"/>
                  </a:lnTo>
                  <a:lnTo>
                    <a:pt x="25140" y="29205"/>
                  </a:lnTo>
                  <a:lnTo>
                    <a:pt x="2514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3888728" y="3698858"/>
              <a:ext cx="426580" cy="495536"/>
            </a:xfrm>
            <a:custGeom>
              <a:rect b="b" l="l" r="r" t="t"/>
              <a:pathLst>
                <a:path extrusionOk="0" fill="none" h="29205" w="25141">
                  <a:moveTo>
                    <a:pt x="25140" y="29205"/>
                  </a:moveTo>
                  <a:lnTo>
                    <a:pt x="0" y="29205"/>
                  </a:lnTo>
                  <a:lnTo>
                    <a:pt x="0" y="0"/>
                  </a:lnTo>
                  <a:lnTo>
                    <a:pt x="25140" y="0"/>
                  </a:lnTo>
                  <a:lnTo>
                    <a:pt x="25140" y="2920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3898942" y="3709072"/>
              <a:ext cx="406151" cy="475107"/>
            </a:xfrm>
            <a:custGeom>
              <a:rect b="b" l="l" r="r" t="t"/>
              <a:pathLst>
                <a:path extrusionOk="0" fill="none" h="28001" w="23937">
                  <a:moveTo>
                    <a:pt x="1" y="28000"/>
                  </a:moveTo>
                  <a:lnTo>
                    <a:pt x="23936" y="28000"/>
                  </a:lnTo>
                  <a:lnTo>
                    <a:pt x="23936" y="0"/>
                  </a:lnTo>
                  <a:lnTo>
                    <a:pt x="1" y="0"/>
                  </a:lnTo>
                  <a:lnTo>
                    <a:pt x="1" y="2800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4366380" y="3637554"/>
              <a:ext cx="158375" cy="620705"/>
            </a:xfrm>
            <a:custGeom>
              <a:rect b="b" l="l" r="r" t="t"/>
              <a:pathLst>
                <a:path extrusionOk="0" h="36582" w="9334">
                  <a:moveTo>
                    <a:pt x="0" y="0"/>
                  </a:moveTo>
                  <a:lnTo>
                    <a:pt x="0" y="36581"/>
                  </a:lnTo>
                  <a:lnTo>
                    <a:pt x="9334" y="36581"/>
                  </a:lnTo>
                  <a:lnTo>
                    <a:pt x="933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2511985" y="2278678"/>
              <a:ext cx="528741" cy="620705"/>
            </a:xfrm>
            <a:custGeom>
              <a:rect b="b" l="l" r="r" t="t"/>
              <a:pathLst>
                <a:path extrusionOk="0" h="36582" w="31162">
                  <a:moveTo>
                    <a:pt x="0" y="0"/>
                  </a:moveTo>
                  <a:lnTo>
                    <a:pt x="0" y="36581"/>
                  </a:lnTo>
                  <a:lnTo>
                    <a:pt x="31162" y="36581"/>
                  </a:lnTo>
                  <a:lnTo>
                    <a:pt x="3116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3040709" y="2278678"/>
              <a:ext cx="158375" cy="620705"/>
            </a:xfrm>
            <a:custGeom>
              <a:rect b="b" l="l" r="r" t="t"/>
              <a:pathLst>
                <a:path extrusionOk="0" h="36582" w="9334">
                  <a:moveTo>
                    <a:pt x="1" y="0"/>
                  </a:moveTo>
                  <a:lnTo>
                    <a:pt x="1" y="36581"/>
                  </a:lnTo>
                  <a:lnTo>
                    <a:pt x="9334" y="36581"/>
                  </a:lnTo>
                  <a:lnTo>
                    <a:pt x="933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2632030" y="4488118"/>
              <a:ext cx="3964236" cy="229893"/>
            </a:xfrm>
            <a:custGeom>
              <a:rect b="b" l="l" r="r" t="t"/>
              <a:pathLst>
                <a:path extrusionOk="0" h="13549" w="233637">
                  <a:moveTo>
                    <a:pt x="116818" y="1"/>
                  </a:moveTo>
                  <a:lnTo>
                    <a:pt x="93334" y="151"/>
                  </a:lnTo>
                  <a:lnTo>
                    <a:pt x="71356" y="452"/>
                  </a:lnTo>
                  <a:lnTo>
                    <a:pt x="51485" y="1054"/>
                  </a:lnTo>
                  <a:lnTo>
                    <a:pt x="34323" y="1958"/>
                  </a:lnTo>
                  <a:lnTo>
                    <a:pt x="26796" y="2409"/>
                  </a:lnTo>
                  <a:lnTo>
                    <a:pt x="20022" y="3011"/>
                  </a:lnTo>
                  <a:lnTo>
                    <a:pt x="14151" y="3463"/>
                  </a:lnTo>
                  <a:lnTo>
                    <a:pt x="9183" y="4065"/>
                  </a:lnTo>
                  <a:lnTo>
                    <a:pt x="5269" y="4667"/>
                  </a:lnTo>
                  <a:lnTo>
                    <a:pt x="2409" y="5420"/>
                  </a:lnTo>
                  <a:lnTo>
                    <a:pt x="1355" y="5721"/>
                  </a:lnTo>
                  <a:lnTo>
                    <a:pt x="602" y="6022"/>
                  </a:lnTo>
                  <a:lnTo>
                    <a:pt x="151" y="6474"/>
                  </a:lnTo>
                  <a:lnTo>
                    <a:pt x="0" y="6775"/>
                  </a:lnTo>
                  <a:lnTo>
                    <a:pt x="151" y="7076"/>
                  </a:lnTo>
                  <a:lnTo>
                    <a:pt x="602" y="7527"/>
                  </a:lnTo>
                  <a:lnTo>
                    <a:pt x="1355" y="7829"/>
                  </a:lnTo>
                  <a:lnTo>
                    <a:pt x="2409" y="8130"/>
                  </a:lnTo>
                  <a:lnTo>
                    <a:pt x="5269" y="8732"/>
                  </a:lnTo>
                  <a:lnTo>
                    <a:pt x="9183" y="9484"/>
                  </a:lnTo>
                  <a:lnTo>
                    <a:pt x="14151" y="10087"/>
                  </a:lnTo>
                  <a:lnTo>
                    <a:pt x="20022" y="10538"/>
                  </a:lnTo>
                  <a:lnTo>
                    <a:pt x="26796" y="11140"/>
                  </a:lnTo>
                  <a:lnTo>
                    <a:pt x="34323" y="11592"/>
                  </a:lnTo>
                  <a:lnTo>
                    <a:pt x="51485" y="12495"/>
                  </a:lnTo>
                  <a:lnTo>
                    <a:pt x="71356" y="13097"/>
                  </a:lnTo>
                  <a:lnTo>
                    <a:pt x="93334" y="13398"/>
                  </a:lnTo>
                  <a:lnTo>
                    <a:pt x="116818" y="13549"/>
                  </a:lnTo>
                  <a:lnTo>
                    <a:pt x="140302" y="13398"/>
                  </a:lnTo>
                  <a:lnTo>
                    <a:pt x="162281" y="13097"/>
                  </a:lnTo>
                  <a:lnTo>
                    <a:pt x="182152" y="12495"/>
                  </a:lnTo>
                  <a:lnTo>
                    <a:pt x="199314" y="11592"/>
                  </a:lnTo>
                  <a:lnTo>
                    <a:pt x="206841" y="11140"/>
                  </a:lnTo>
                  <a:lnTo>
                    <a:pt x="213615" y="10538"/>
                  </a:lnTo>
                  <a:lnTo>
                    <a:pt x="219486" y="10087"/>
                  </a:lnTo>
                  <a:lnTo>
                    <a:pt x="224454" y="9484"/>
                  </a:lnTo>
                  <a:lnTo>
                    <a:pt x="228368" y="8732"/>
                  </a:lnTo>
                  <a:lnTo>
                    <a:pt x="231228" y="8130"/>
                  </a:lnTo>
                  <a:lnTo>
                    <a:pt x="232282" y="7829"/>
                  </a:lnTo>
                  <a:lnTo>
                    <a:pt x="233034" y="7527"/>
                  </a:lnTo>
                  <a:lnTo>
                    <a:pt x="233486" y="7076"/>
                  </a:lnTo>
                  <a:lnTo>
                    <a:pt x="233636" y="6775"/>
                  </a:lnTo>
                  <a:lnTo>
                    <a:pt x="233486" y="6474"/>
                  </a:lnTo>
                  <a:lnTo>
                    <a:pt x="233034" y="6022"/>
                  </a:lnTo>
                  <a:lnTo>
                    <a:pt x="232282" y="5721"/>
                  </a:lnTo>
                  <a:lnTo>
                    <a:pt x="231228" y="5420"/>
                  </a:lnTo>
                  <a:lnTo>
                    <a:pt x="228368" y="4667"/>
                  </a:lnTo>
                  <a:lnTo>
                    <a:pt x="224454" y="4065"/>
                  </a:lnTo>
                  <a:lnTo>
                    <a:pt x="219486" y="3463"/>
                  </a:lnTo>
                  <a:lnTo>
                    <a:pt x="213615" y="3011"/>
                  </a:lnTo>
                  <a:lnTo>
                    <a:pt x="206841" y="2409"/>
                  </a:lnTo>
                  <a:lnTo>
                    <a:pt x="199314" y="1958"/>
                  </a:lnTo>
                  <a:lnTo>
                    <a:pt x="182152" y="1054"/>
                  </a:lnTo>
                  <a:lnTo>
                    <a:pt x="162281" y="452"/>
                  </a:lnTo>
                  <a:lnTo>
                    <a:pt x="140302" y="151"/>
                  </a:lnTo>
                  <a:lnTo>
                    <a:pt x="11681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2632030" y="4488118"/>
              <a:ext cx="3964236" cy="229893"/>
            </a:xfrm>
            <a:custGeom>
              <a:rect b="b" l="l" r="r" t="t"/>
              <a:pathLst>
                <a:path extrusionOk="0" fill="none" h="13549" w="233637">
                  <a:moveTo>
                    <a:pt x="233636" y="6775"/>
                  </a:moveTo>
                  <a:lnTo>
                    <a:pt x="233636" y="6775"/>
                  </a:lnTo>
                  <a:lnTo>
                    <a:pt x="233486" y="7076"/>
                  </a:lnTo>
                  <a:lnTo>
                    <a:pt x="233034" y="7527"/>
                  </a:lnTo>
                  <a:lnTo>
                    <a:pt x="232282" y="7829"/>
                  </a:lnTo>
                  <a:lnTo>
                    <a:pt x="231228" y="8130"/>
                  </a:lnTo>
                  <a:lnTo>
                    <a:pt x="228368" y="8732"/>
                  </a:lnTo>
                  <a:lnTo>
                    <a:pt x="224454" y="9484"/>
                  </a:lnTo>
                  <a:lnTo>
                    <a:pt x="219486" y="10087"/>
                  </a:lnTo>
                  <a:lnTo>
                    <a:pt x="213615" y="10538"/>
                  </a:lnTo>
                  <a:lnTo>
                    <a:pt x="206841" y="11140"/>
                  </a:lnTo>
                  <a:lnTo>
                    <a:pt x="199314" y="11592"/>
                  </a:lnTo>
                  <a:lnTo>
                    <a:pt x="182152" y="12495"/>
                  </a:lnTo>
                  <a:lnTo>
                    <a:pt x="162281" y="13097"/>
                  </a:lnTo>
                  <a:lnTo>
                    <a:pt x="140302" y="13398"/>
                  </a:lnTo>
                  <a:lnTo>
                    <a:pt x="116818" y="13549"/>
                  </a:lnTo>
                  <a:lnTo>
                    <a:pt x="116818" y="13549"/>
                  </a:lnTo>
                  <a:lnTo>
                    <a:pt x="93334" y="13398"/>
                  </a:lnTo>
                  <a:lnTo>
                    <a:pt x="71356" y="13097"/>
                  </a:lnTo>
                  <a:lnTo>
                    <a:pt x="51485" y="12495"/>
                  </a:lnTo>
                  <a:lnTo>
                    <a:pt x="34323" y="11592"/>
                  </a:lnTo>
                  <a:lnTo>
                    <a:pt x="26796" y="11140"/>
                  </a:lnTo>
                  <a:lnTo>
                    <a:pt x="20022" y="10538"/>
                  </a:lnTo>
                  <a:lnTo>
                    <a:pt x="14151" y="10087"/>
                  </a:lnTo>
                  <a:lnTo>
                    <a:pt x="9183" y="9484"/>
                  </a:lnTo>
                  <a:lnTo>
                    <a:pt x="5269" y="8732"/>
                  </a:lnTo>
                  <a:lnTo>
                    <a:pt x="2409" y="8130"/>
                  </a:lnTo>
                  <a:lnTo>
                    <a:pt x="1355" y="7829"/>
                  </a:lnTo>
                  <a:lnTo>
                    <a:pt x="602" y="7527"/>
                  </a:lnTo>
                  <a:lnTo>
                    <a:pt x="151" y="7076"/>
                  </a:lnTo>
                  <a:lnTo>
                    <a:pt x="0" y="6775"/>
                  </a:lnTo>
                  <a:lnTo>
                    <a:pt x="0" y="6775"/>
                  </a:lnTo>
                  <a:lnTo>
                    <a:pt x="151" y="6474"/>
                  </a:lnTo>
                  <a:lnTo>
                    <a:pt x="602" y="6022"/>
                  </a:lnTo>
                  <a:lnTo>
                    <a:pt x="1355" y="5721"/>
                  </a:lnTo>
                  <a:lnTo>
                    <a:pt x="2409" y="5420"/>
                  </a:lnTo>
                  <a:lnTo>
                    <a:pt x="5269" y="4667"/>
                  </a:lnTo>
                  <a:lnTo>
                    <a:pt x="9183" y="4065"/>
                  </a:lnTo>
                  <a:lnTo>
                    <a:pt x="14151" y="3463"/>
                  </a:lnTo>
                  <a:lnTo>
                    <a:pt x="20022" y="3011"/>
                  </a:lnTo>
                  <a:lnTo>
                    <a:pt x="26796" y="2409"/>
                  </a:lnTo>
                  <a:lnTo>
                    <a:pt x="34323" y="1958"/>
                  </a:lnTo>
                  <a:lnTo>
                    <a:pt x="51485" y="1054"/>
                  </a:lnTo>
                  <a:lnTo>
                    <a:pt x="71356" y="452"/>
                  </a:lnTo>
                  <a:lnTo>
                    <a:pt x="93334" y="151"/>
                  </a:lnTo>
                  <a:lnTo>
                    <a:pt x="116818" y="1"/>
                  </a:lnTo>
                  <a:lnTo>
                    <a:pt x="116818" y="1"/>
                  </a:lnTo>
                  <a:lnTo>
                    <a:pt x="140302" y="151"/>
                  </a:lnTo>
                  <a:lnTo>
                    <a:pt x="162281" y="452"/>
                  </a:lnTo>
                  <a:lnTo>
                    <a:pt x="182152" y="1054"/>
                  </a:lnTo>
                  <a:lnTo>
                    <a:pt x="199314" y="1958"/>
                  </a:lnTo>
                  <a:lnTo>
                    <a:pt x="206841" y="2409"/>
                  </a:lnTo>
                  <a:lnTo>
                    <a:pt x="213615" y="3011"/>
                  </a:lnTo>
                  <a:lnTo>
                    <a:pt x="219486" y="3463"/>
                  </a:lnTo>
                  <a:lnTo>
                    <a:pt x="224454" y="4065"/>
                  </a:lnTo>
                  <a:lnTo>
                    <a:pt x="228368" y="4667"/>
                  </a:lnTo>
                  <a:lnTo>
                    <a:pt x="231228" y="5420"/>
                  </a:lnTo>
                  <a:lnTo>
                    <a:pt x="232282" y="5721"/>
                  </a:lnTo>
                  <a:lnTo>
                    <a:pt x="233034" y="6022"/>
                  </a:lnTo>
                  <a:lnTo>
                    <a:pt x="233486" y="6474"/>
                  </a:lnTo>
                  <a:lnTo>
                    <a:pt x="233636" y="677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3625630" y="3098599"/>
              <a:ext cx="1006410" cy="94526"/>
            </a:xfrm>
            <a:custGeom>
              <a:rect b="b" l="l" r="r" t="t"/>
              <a:pathLst>
                <a:path extrusionOk="0" h="5571" w="59314">
                  <a:moveTo>
                    <a:pt x="2259" y="0"/>
                  </a:moveTo>
                  <a:lnTo>
                    <a:pt x="1657" y="151"/>
                  </a:lnTo>
                  <a:lnTo>
                    <a:pt x="1205" y="452"/>
                  </a:lnTo>
                  <a:lnTo>
                    <a:pt x="754" y="753"/>
                  </a:lnTo>
                  <a:lnTo>
                    <a:pt x="453" y="1205"/>
                  </a:lnTo>
                  <a:lnTo>
                    <a:pt x="151" y="1656"/>
                  </a:lnTo>
                  <a:lnTo>
                    <a:pt x="1" y="2258"/>
                  </a:lnTo>
                  <a:lnTo>
                    <a:pt x="1" y="2710"/>
                  </a:lnTo>
                  <a:lnTo>
                    <a:pt x="1" y="3312"/>
                  </a:lnTo>
                  <a:lnTo>
                    <a:pt x="151" y="3914"/>
                  </a:lnTo>
                  <a:lnTo>
                    <a:pt x="453" y="4366"/>
                  </a:lnTo>
                  <a:lnTo>
                    <a:pt x="754" y="4818"/>
                  </a:lnTo>
                  <a:lnTo>
                    <a:pt x="1205" y="5119"/>
                  </a:lnTo>
                  <a:lnTo>
                    <a:pt x="1657" y="5420"/>
                  </a:lnTo>
                  <a:lnTo>
                    <a:pt x="2259" y="5570"/>
                  </a:lnTo>
                  <a:lnTo>
                    <a:pt x="59313" y="5570"/>
                  </a:lnTo>
                  <a:lnTo>
                    <a:pt x="593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3625630" y="3098599"/>
              <a:ext cx="1006410" cy="94526"/>
            </a:xfrm>
            <a:custGeom>
              <a:rect b="b" l="l" r="r" t="t"/>
              <a:pathLst>
                <a:path extrusionOk="0" fill="none" h="5571" w="59314">
                  <a:moveTo>
                    <a:pt x="2711" y="5570"/>
                  </a:moveTo>
                  <a:lnTo>
                    <a:pt x="59313" y="5570"/>
                  </a:lnTo>
                  <a:lnTo>
                    <a:pt x="59313" y="0"/>
                  </a:lnTo>
                  <a:lnTo>
                    <a:pt x="2711" y="0"/>
                  </a:lnTo>
                  <a:lnTo>
                    <a:pt x="2711" y="0"/>
                  </a:lnTo>
                  <a:lnTo>
                    <a:pt x="2259" y="0"/>
                  </a:lnTo>
                  <a:lnTo>
                    <a:pt x="1657" y="151"/>
                  </a:lnTo>
                  <a:lnTo>
                    <a:pt x="1205" y="452"/>
                  </a:lnTo>
                  <a:lnTo>
                    <a:pt x="754" y="753"/>
                  </a:lnTo>
                  <a:lnTo>
                    <a:pt x="453" y="1205"/>
                  </a:lnTo>
                  <a:lnTo>
                    <a:pt x="151" y="1656"/>
                  </a:lnTo>
                  <a:lnTo>
                    <a:pt x="1" y="2258"/>
                  </a:lnTo>
                  <a:lnTo>
                    <a:pt x="1" y="2710"/>
                  </a:lnTo>
                  <a:lnTo>
                    <a:pt x="1" y="2710"/>
                  </a:lnTo>
                  <a:lnTo>
                    <a:pt x="1" y="3312"/>
                  </a:lnTo>
                  <a:lnTo>
                    <a:pt x="151" y="3914"/>
                  </a:lnTo>
                  <a:lnTo>
                    <a:pt x="453" y="4366"/>
                  </a:lnTo>
                  <a:lnTo>
                    <a:pt x="754" y="4818"/>
                  </a:lnTo>
                  <a:lnTo>
                    <a:pt x="1205" y="5119"/>
                  </a:lnTo>
                  <a:lnTo>
                    <a:pt x="1657" y="5420"/>
                  </a:lnTo>
                  <a:lnTo>
                    <a:pt x="2259" y="5570"/>
                  </a:lnTo>
                  <a:lnTo>
                    <a:pt x="2711" y="55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4041978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4" y="82345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4041978" y="3193108"/>
              <a:ext cx="61321" cy="1397206"/>
            </a:xfrm>
            <a:custGeom>
              <a:rect b="b" l="l" r="r" t="t"/>
              <a:pathLst>
                <a:path extrusionOk="0" fill="none" h="82346" w="3614">
                  <a:moveTo>
                    <a:pt x="1" y="0"/>
                  </a:moveTo>
                  <a:lnTo>
                    <a:pt x="3614" y="0"/>
                  </a:lnTo>
                  <a:lnTo>
                    <a:pt x="3614" y="82345"/>
                  </a:lnTo>
                  <a:lnTo>
                    <a:pt x="1" y="8234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4041978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4" y="82345"/>
                  </a:lnTo>
                  <a:lnTo>
                    <a:pt x="3614" y="76474"/>
                  </a:lnTo>
                  <a:lnTo>
                    <a:pt x="3614" y="59012"/>
                  </a:lnTo>
                  <a:lnTo>
                    <a:pt x="3614" y="58409"/>
                  </a:lnTo>
                  <a:lnTo>
                    <a:pt x="3614" y="30409"/>
                  </a:lnTo>
                  <a:lnTo>
                    <a:pt x="3614" y="29807"/>
                  </a:lnTo>
                  <a:lnTo>
                    <a:pt x="3614" y="26194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3740585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0" y="0"/>
                  </a:moveTo>
                  <a:lnTo>
                    <a:pt x="0" y="82345"/>
                  </a:lnTo>
                  <a:lnTo>
                    <a:pt x="3613" y="82345"/>
                  </a:lnTo>
                  <a:lnTo>
                    <a:pt x="361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3740585" y="3193108"/>
              <a:ext cx="61321" cy="1397206"/>
            </a:xfrm>
            <a:custGeom>
              <a:rect b="b" l="l" r="r" t="t"/>
              <a:pathLst>
                <a:path extrusionOk="0" fill="none" h="82346" w="3614">
                  <a:moveTo>
                    <a:pt x="0" y="0"/>
                  </a:moveTo>
                  <a:lnTo>
                    <a:pt x="3613" y="0"/>
                  </a:lnTo>
                  <a:lnTo>
                    <a:pt x="3613" y="82345"/>
                  </a:lnTo>
                  <a:lnTo>
                    <a:pt x="0" y="8234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3740585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0" y="0"/>
                  </a:moveTo>
                  <a:lnTo>
                    <a:pt x="0" y="82345"/>
                  </a:lnTo>
                  <a:lnTo>
                    <a:pt x="3613" y="82345"/>
                  </a:lnTo>
                  <a:lnTo>
                    <a:pt x="3613" y="76926"/>
                  </a:lnTo>
                  <a:lnTo>
                    <a:pt x="3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3640968" y="3113920"/>
              <a:ext cx="63866" cy="63883"/>
            </a:xfrm>
            <a:custGeom>
              <a:rect b="b" l="l" r="r" t="t"/>
              <a:pathLst>
                <a:path extrusionOk="0" h="3765" w="3764">
                  <a:moveTo>
                    <a:pt x="1807" y="1"/>
                  </a:moveTo>
                  <a:lnTo>
                    <a:pt x="1204" y="151"/>
                  </a:lnTo>
                  <a:lnTo>
                    <a:pt x="60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602" y="3162"/>
                  </a:lnTo>
                  <a:lnTo>
                    <a:pt x="1204" y="3614"/>
                  </a:lnTo>
                  <a:lnTo>
                    <a:pt x="1807" y="3764"/>
                  </a:lnTo>
                  <a:lnTo>
                    <a:pt x="2559" y="3614"/>
                  </a:lnTo>
                  <a:lnTo>
                    <a:pt x="3161" y="3162"/>
                  </a:lnTo>
                  <a:lnTo>
                    <a:pt x="3613" y="2560"/>
                  </a:lnTo>
                  <a:lnTo>
                    <a:pt x="3764" y="1807"/>
                  </a:lnTo>
                  <a:lnTo>
                    <a:pt x="3613" y="1205"/>
                  </a:lnTo>
                  <a:lnTo>
                    <a:pt x="3161" y="603"/>
                  </a:lnTo>
                  <a:lnTo>
                    <a:pt x="2559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3778897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4" y="151"/>
                  </a:lnTo>
                  <a:lnTo>
                    <a:pt x="45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452" y="3162"/>
                  </a:lnTo>
                  <a:lnTo>
                    <a:pt x="1054" y="3614"/>
                  </a:lnTo>
                  <a:lnTo>
                    <a:pt x="1807" y="3764"/>
                  </a:lnTo>
                  <a:lnTo>
                    <a:pt x="2559" y="3614"/>
                  </a:lnTo>
                  <a:lnTo>
                    <a:pt x="3162" y="3162"/>
                  </a:lnTo>
                  <a:lnTo>
                    <a:pt x="3463" y="2560"/>
                  </a:lnTo>
                  <a:lnTo>
                    <a:pt x="3613" y="1807"/>
                  </a:lnTo>
                  <a:lnTo>
                    <a:pt x="3463" y="1205"/>
                  </a:lnTo>
                  <a:lnTo>
                    <a:pt x="3162" y="603"/>
                  </a:lnTo>
                  <a:lnTo>
                    <a:pt x="2559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3914264" y="3113920"/>
              <a:ext cx="63883" cy="63883"/>
            </a:xfrm>
            <a:custGeom>
              <a:rect b="b" l="l" r="r" t="t"/>
              <a:pathLst>
                <a:path extrusionOk="0" h="3765" w="3765">
                  <a:moveTo>
                    <a:pt x="1958" y="1"/>
                  </a:moveTo>
                  <a:lnTo>
                    <a:pt x="1205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205" y="3614"/>
                  </a:lnTo>
                  <a:lnTo>
                    <a:pt x="1958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614" y="2560"/>
                  </a:lnTo>
                  <a:lnTo>
                    <a:pt x="3764" y="1807"/>
                  </a:lnTo>
                  <a:lnTo>
                    <a:pt x="3614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4052193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205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205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463" y="2560"/>
                  </a:lnTo>
                  <a:lnTo>
                    <a:pt x="3614" y="1807"/>
                  </a:lnTo>
                  <a:lnTo>
                    <a:pt x="3463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4190122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5" y="151"/>
                  </a:lnTo>
                  <a:lnTo>
                    <a:pt x="45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453" y="3162"/>
                  </a:lnTo>
                  <a:lnTo>
                    <a:pt x="1055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012" y="3162"/>
                  </a:lnTo>
                  <a:lnTo>
                    <a:pt x="3463" y="2560"/>
                  </a:lnTo>
                  <a:lnTo>
                    <a:pt x="3614" y="1807"/>
                  </a:lnTo>
                  <a:lnTo>
                    <a:pt x="3463" y="1205"/>
                  </a:lnTo>
                  <a:lnTo>
                    <a:pt x="301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4325505" y="3113920"/>
              <a:ext cx="63866" cy="63883"/>
            </a:xfrm>
            <a:custGeom>
              <a:rect b="b" l="l" r="r" t="t"/>
              <a:pathLst>
                <a:path extrusionOk="0" h="3765" w="3764">
                  <a:moveTo>
                    <a:pt x="1807" y="1"/>
                  </a:moveTo>
                  <a:lnTo>
                    <a:pt x="1205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205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613" y="2560"/>
                  </a:lnTo>
                  <a:lnTo>
                    <a:pt x="3764" y="1807"/>
                  </a:lnTo>
                  <a:lnTo>
                    <a:pt x="3613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4463434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4" y="151"/>
                  </a:lnTo>
                  <a:lnTo>
                    <a:pt x="452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452" y="3162"/>
                  </a:lnTo>
                  <a:lnTo>
                    <a:pt x="1054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463" y="2560"/>
                  </a:lnTo>
                  <a:lnTo>
                    <a:pt x="3614" y="1807"/>
                  </a:lnTo>
                  <a:lnTo>
                    <a:pt x="3463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4598818" y="3113920"/>
              <a:ext cx="33222" cy="63883"/>
            </a:xfrm>
            <a:custGeom>
              <a:rect b="b" l="l" r="r" t="t"/>
              <a:pathLst>
                <a:path extrusionOk="0" h="3765" w="1958">
                  <a:moveTo>
                    <a:pt x="1957" y="1"/>
                  </a:moveTo>
                  <a:lnTo>
                    <a:pt x="1204" y="151"/>
                  </a:lnTo>
                  <a:lnTo>
                    <a:pt x="60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602" y="3162"/>
                  </a:lnTo>
                  <a:lnTo>
                    <a:pt x="1204" y="3614"/>
                  </a:lnTo>
                  <a:lnTo>
                    <a:pt x="1957" y="3764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4297407" y="2066669"/>
              <a:ext cx="1151991" cy="2523644"/>
            </a:xfrm>
            <a:custGeom>
              <a:rect b="b" l="l" r="r" t="t"/>
              <a:pathLst>
                <a:path extrusionOk="0" h="148734" w="67894">
                  <a:moveTo>
                    <a:pt x="4968" y="1"/>
                  </a:moveTo>
                  <a:lnTo>
                    <a:pt x="3915" y="151"/>
                  </a:lnTo>
                  <a:lnTo>
                    <a:pt x="3011" y="452"/>
                  </a:lnTo>
                  <a:lnTo>
                    <a:pt x="2259" y="904"/>
                  </a:lnTo>
                  <a:lnTo>
                    <a:pt x="1506" y="1506"/>
                  </a:lnTo>
                  <a:lnTo>
                    <a:pt x="904" y="2259"/>
                  </a:lnTo>
                  <a:lnTo>
                    <a:pt x="452" y="3012"/>
                  </a:lnTo>
                  <a:lnTo>
                    <a:pt x="151" y="4065"/>
                  </a:lnTo>
                  <a:lnTo>
                    <a:pt x="1" y="4969"/>
                  </a:lnTo>
                  <a:lnTo>
                    <a:pt x="1" y="148733"/>
                  </a:lnTo>
                  <a:lnTo>
                    <a:pt x="67894" y="148733"/>
                  </a:lnTo>
                  <a:lnTo>
                    <a:pt x="67894" y="4969"/>
                  </a:lnTo>
                  <a:lnTo>
                    <a:pt x="67743" y="4065"/>
                  </a:lnTo>
                  <a:lnTo>
                    <a:pt x="67442" y="3012"/>
                  </a:lnTo>
                  <a:lnTo>
                    <a:pt x="66990" y="2259"/>
                  </a:lnTo>
                  <a:lnTo>
                    <a:pt x="66388" y="1506"/>
                  </a:lnTo>
                  <a:lnTo>
                    <a:pt x="65635" y="904"/>
                  </a:lnTo>
                  <a:lnTo>
                    <a:pt x="64883" y="452"/>
                  </a:lnTo>
                  <a:lnTo>
                    <a:pt x="63829" y="151"/>
                  </a:lnTo>
                  <a:lnTo>
                    <a:pt x="629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4297407" y="2066669"/>
              <a:ext cx="1151991" cy="2523644"/>
            </a:xfrm>
            <a:custGeom>
              <a:rect b="b" l="l" r="r" t="t"/>
              <a:pathLst>
                <a:path extrusionOk="0" fill="none" h="148734" w="67894">
                  <a:moveTo>
                    <a:pt x="4968" y="1"/>
                  </a:moveTo>
                  <a:lnTo>
                    <a:pt x="62926" y="1"/>
                  </a:lnTo>
                  <a:lnTo>
                    <a:pt x="62926" y="1"/>
                  </a:lnTo>
                  <a:lnTo>
                    <a:pt x="63829" y="151"/>
                  </a:lnTo>
                  <a:lnTo>
                    <a:pt x="64883" y="452"/>
                  </a:lnTo>
                  <a:lnTo>
                    <a:pt x="65635" y="904"/>
                  </a:lnTo>
                  <a:lnTo>
                    <a:pt x="66388" y="1506"/>
                  </a:lnTo>
                  <a:lnTo>
                    <a:pt x="66990" y="2259"/>
                  </a:lnTo>
                  <a:lnTo>
                    <a:pt x="67442" y="3012"/>
                  </a:lnTo>
                  <a:lnTo>
                    <a:pt x="67743" y="4065"/>
                  </a:lnTo>
                  <a:lnTo>
                    <a:pt x="67894" y="4969"/>
                  </a:lnTo>
                  <a:lnTo>
                    <a:pt x="67894" y="148733"/>
                  </a:lnTo>
                  <a:lnTo>
                    <a:pt x="1" y="148733"/>
                  </a:lnTo>
                  <a:lnTo>
                    <a:pt x="1" y="4969"/>
                  </a:lnTo>
                  <a:lnTo>
                    <a:pt x="1" y="4969"/>
                  </a:lnTo>
                  <a:lnTo>
                    <a:pt x="151" y="4065"/>
                  </a:lnTo>
                  <a:lnTo>
                    <a:pt x="452" y="3012"/>
                  </a:lnTo>
                  <a:lnTo>
                    <a:pt x="904" y="2259"/>
                  </a:lnTo>
                  <a:lnTo>
                    <a:pt x="1506" y="1506"/>
                  </a:lnTo>
                  <a:lnTo>
                    <a:pt x="2259" y="904"/>
                  </a:lnTo>
                  <a:lnTo>
                    <a:pt x="3011" y="452"/>
                  </a:lnTo>
                  <a:lnTo>
                    <a:pt x="3915" y="151"/>
                  </a:lnTo>
                  <a:lnTo>
                    <a:pt x="496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5102006" y="2066669"/>
              <a:ext cx="347393" cy="2523644"/>
            </a:xfrm>
            <a:custGeom>
              <a:rect b="b" l="l" r="r" t="t"/>
              <a:pathLst>
                <a:path extrusionOk="0" h="148734" w="20474">
                  <a:moveTo>
                    <a:pt x="4818" y="1"/>
                  </a:moveTo>
                  <a:lnTo>
                    <a:pt x="3914" y="151"/>
                  </a:lnTo>
                  <a:lnTo>
                    <a:pt x="3011" y="452"/>
                  </a:lnTo>
                  <a:lnTo>
                    <a:pt x="2108" y="904"/>
                  </a:lnTo>
                  <a:lnTo>
                    <a:pt x="1355" y="1506"/>
                  </a:lnTo>
                  <a:lnTo>
                    <a:pt x="753" y="2259"/>
                  </a:lnTo>
                  <a:lnTo>
                    <a:pt x="301" y="3012"/>
                  </a:lnTo>
                  <a:lnTo>
                    <a:pt x="0" y="4065"/>
                  </a:lnTo>
                  <a:lnTo>
                    <a:pt x="0" y="4969"/>
                  </a:lnTo>
                  <a:lnTo>
                    <a:pt x="0" y="72711"/>
                  </a:lnTo>
                  <a:lnTo>
                    <a:pt x="0" y="73313"/>
                  </a:lnTo>
                  <a:lnTo>
                    <a:pt x="0" y="140002"/>
                  </a:lnTo>
                  <a:lnTo>
                    <a:pt x="0" y="140604"/>
                  </a:lnTo>
                  <a:lnTo>
                    <a:pt x="0" y="148733"/>
                  </a:lnTo>
                  <a:lnTo>
                    <a:pt x="20474" y="148733"/>
                  </a:lnTo>
                  <a:lnTo>
                    <a:pt x="20474" y="129314"/>
                  </a:lnTo>
                  <a:lnTo>
                    <a:pt x="20474" y="117873"/>
                  </a:lnTo>
                  <a:lnTo>
                    <a:pt x="20474" y="66388"/>
                  </a:lnTo>
                  <a:lnTo>
                    <a:pt x="4065" y="66388"/>
                  </a:lnTo>
                  <a:lnTo>
                    <a:pt x="4065" y="60818"/>
                  </a:lnTo>
                  <a:lnTo>
                    <a:pt x="20474" y="60818"/>
                  </a:lnTo>
                  <a:lnTo>
                    <a:pt x="20474" y="4969"/>
                  </a:lnTo>
                  <a:lnTo>
                    <a:pt x="20323" y="4065"/>
                  </a:lnTo>
                  <a:lnTo>
                    <a:pt x="20022" y="3012"/>
                  </a:lnTo>
                  <a:lnTo>
                    <a:pt x="19570" y="2259"/>
                  </a:lnTo>
                  <a:lnTo>
                    <a:pt x="18968" y="1506"/>
                  </a:lnTo>
                  <a:lnTo>
                    <a:pt x="18215" y="904"/>
                  </a:lnTo>
                  <a:lnTo>
                    <a:pt x="17463" y="452"/>
                  </a:lnTo>
                  <a:lnTo>
                    <a:pt x="16409" y="151"/>
                  </a:lnTo>
                  <a:lnTo>
                    <a:pt x="155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5102006" y="2066669"/>
              <a:ext cx="347393" cy="2523644"/>
            </a:xfrm>
            <a:custGeom>
              <a:rect b="b" l="l" r="r" t="t"/>
              <a:pathLst>
                <a:path extrusionOk="0" fill="none" h="148734" w="20474">
                  <a:moveTo>
                    <a:pt x="15506" y="1"/>
                  </a:moveTo>
                  <a:lnTo>
                    <a:pt x="10990" y="1"/>
                  </a:lnTo>
                  <a:lnTo>
                    <a:pt x="10538" y="1"/>
                  </a:lnTo>
                  <a:lnTo>
                    <a:pt x="4818" y="1"/>
                  </a:lnTo>
                  <a:lnTo>
                    <a:pt x="4818" y="1"/>
                  </a:lnTo>
                  <a:lnTo>
                    <a:pt x="3914" y="151"/>
                  </a:lnTo>
                  <a:lnTo>
                    <a:pt x="3011" y="452"/>
                  </a:lnTo>
                  <a:lnTo>
                    <a:pt x="2108" y="904"/>
                  </a:lnTo>
                  <a:lnTo>
                    <a:pt x="1355" y="1506"/>
                  </a:lnTo>
                  <a:lnTo>
                    <a:pt x="753" y="2259"/>
                  </a:lnTo>
                  <a:lnTo>
                    <a:pt x="301" y="3012"/>
                  </a:lnTo>
                  <a:lnTo>
                    <a:pt x="0" y="4065"/>
                  </a:lnTo>
                  <a:lnTo>
                    <a:pt x="0" y="4969"/>
                  </a:lnTo>
                  <a:lnTo>
                    <a:pt x="0" y="72711"/>
                  </a:lnTo>
                  <a:lnTo>
                    <a:pt x="0" y="73313"/>
                  </a:lnTo>
                  <a:lnTo>
                    <a:pt x="0" y="140002"/>
                  </a:lnTo>
                  <a:lnTo>
                    <a:pt x="0" y="140604"/>
                  </a:lnTo>
                  <a:lnTo>
                    <a:pt x="0" y="148733"/>
                  </a:lnTo>
                  <a:lnTo>
                    <a:pt x="20474" y="148733"/>
                  </a:lnTo>
                  <a:lnTo>
                    <a:pt x="20474" y="129314"/>
                  </a:lnTo>
                  <a:lnTo>
                    <a:pt x="20474" y="117873"/>
                  </a:lnTo>
                  <a:lnTo>
                    <a:pt x="20474" y="66388"/>
                  </a:lnTo>
                  <a:lnTo>
                    <a:pt x="4065" y="66388"/>
                  </a:lnTo>
                  <a:lnTo>
                    <a:pt x="4065" y="60818"/>
                  </a:lnTo>
                  <a:lnTo>
                    <a:pt x="20474" y="60818"/>
                  </a:lnTo>
                  <a:lnTo>
                    <a:pt x="20474" y="4969"/>
                  </a:lnTo>
                  <a:lnTo>
                    <a:pt x="20474" y="4969"/>
                  </a:lnTo>
                  <a:lnTo>
                    <a:pt x="20323" y="4065"/>
                  </a:lnTo>
                  <a:lnTo>
                    <a:pt x="20022" y="3012"/>
                  </a:lnTo>
                  <a:lnTo>
                    <a:pt x="19570" y="2259"/>
                  </a:lnTo>
                  <a:lnTo>
                    <a:pt x="18968" y="1506"/>
                  </a:lnTo>
                  <a:lnTo>
                    <a:pt x="18215" y="904"/>
                  </a:lnTo>
                  <a:lnTo>
                    <a:pt x="17463" y="452"/>
                  </a:lnTo>
                  <a:lnTo>
                    <a:pt x="16409" y="151"/>
                  </a:lnTo>
                  <a:lnTo>
                    <a:pt x="1550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5170962" y="2485580"/>
              <a:ext cx="206919" cy="809706"/>
            </a:xfrm>
            <a:custGeom>
              <a:rect b="b" l="l" r="r" t="t"/>
              <a:pathLst>
                <a:path extrusionOk="0" h="47721" w="12195">
                  <a:moveTo>
                    <a:pt x="1958" y="0"/>
                  </a:moveTo>
                  <a:lnTo>
                    <a:pt x="1506" y="151"/>
                  </a:lnTo>
                  <a:lnTo>
                    <a:pt x="754" y="753"/>
                  </a:lnTo>
                  <a:lnTo>
                    <a:pt x="151" y="1505"/>
                  </a:lnTo>
                  <a:lnTo>
                    <a:pt x="1" y="1957"/>
                  </a:lnTo>
                  <a:lnTo>
                    <a:pt x="1" y="2409"/>
                  </a:lnTo>
                  <a:lnTo>
                    <a:pt x="1" y="47721"/>
                  </a:lnTo>
                  <a:lnTo>
                    <a:pt x="12194" y="47721"/>
                  </a:lnTo>
                  <a:lnTo>
                    <a:pt x="12194" y="2409"/>
                  </a:lnTo>
                  <a:lnTo>
                    <a:pt x="12194" y="1957"/>
                  </a:lnTo>
                  <a:lnTo>
                    <a:pt x="12044" y="1505"/>
                  </a:lnTo>
                  <a:lnTo>
                    <a:pt x="11592" y="753"/>
                  </a:lnTo>
                  <a:lnTo>
                    <a:pt x="10689" y="151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5170962" y="2485580"/>
              <a:ext cx="191597" cy="809706"/>
            </a:xfrm>
            <a:custGeom>
              <a:rect b="b" l="l" r="r" t="t"/>
              <a:pathLst>
                <a:path extrusionOk="0" h="47721" w="11292">
                  <a:moveTo>
                    <a:pt x="1958" y="0"/>
                  </a:moveTo>
                  <a:lnTo>
                    <a:pt x="1506" y="151"/>
                  </a:lnTo>
                  <a:lnTo>
                    <a:pt x="754" y="753"/>
                  </a:lnTo>
                  <a:lnTo>
                    <a:pt x="151" y="1505"/>
                  </a:lnTo>
                  <a:lnTo>
                    <a:pt x="1" y="1957"/>
                  </a:lnTo>
                  <a:lnTo>
                    <a:pt x="1" y="2409"/>
                  </a:lnTo>
                  <a:lnTo>
                    <a:pt x="1" y="47721"/>
                  </a:lnTo>
                  <a:lnTo>
                    <a:pt x="11291" y="47721"/>
                  </a:lnTo>
                  <a:lnTo>
                    <a:pt x="11291" y="2409"/>
                  </a:lnTo>
                  <a:lnTo>
                    <a:pt x="11141" y="1957"/>
                  </a:lnTo>
                  <a:lnTo>
                    <a:pt x="10990" y="1505"/>
                  </a:lnTo>
                  <a:lnTo>
                    <a:pt x="10539" y="753"/>
                  </a:lnTo>
                  <a:lnTo>
                    <a:pt x="9786" y="151"/>
                  </a:lnTo>
                  <a:lnTo>
                    <a:pt x="93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5004935" y="3300376"/>
              <a:ext cx="97088" cy="10248"/>
            </a:xfrm>
            <a:custGeom>
              <a:rect b="b" l="l" r="r" t="t"/>
              <a:pathLst>
                <a:path extrusionOk="0" fill="none" h="604" w="5722">
                  <a:moveTo>
                    <a:pt x="5721" y="1"/>
                  </a:moveTo>
                  <a:lnTo>
                    <a:pt x="1" y="1"/>
                  </a:lnTo>
                  <a:lnTo>
                    <a:pt x="1" y="603"/>
                  </a:lnTo>
                  <a:lnTo>
                    <a:pt x="5721" y="603"/>
                  </a:lnTo>
                  <a:lnTo>
                    <a:pt x="572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4547729" y="4332306"/>
              <a:ext cx="120062" cy="120062"/>
            </a:xfrm>
            <a:custGeom>
              <a:rect b="b" l="l" r="r" t="t"/>
              <a:pathLst>
                <a:path extrusionOk="0" h="7076" w="7076">
                  <a:moveTo>
                    <a:pt x="4215" y="603"/>
                  </a:moveTo>
                  <a:lnTo>
                    <a:pt x="4667" y="753"/>
                  </a:lnTo>
                  <a:lnTo>
                    <a:pt x="5269" y="1054"/>
                  </a:lnTo>
                  <a:lnTo>
                    <a:pt x="5721" y="1506"/>
                  </a:lnTo>
                  <a:lnTo>
                    <a:pt x="6022" y="1958"/>
                  </a:lnTo>
                  <a:lnTo>
                    <a:pt x="6323" y="2409"/>
                  </a:lnTo>
                  <a:lnTo>
                    <a:pt x="6474" y="3011"/>
                  </a:lnTo>
                  <a:lnTo>
                    <a:pt x="6474" y="3463"/>
                  </a:lnTo>
                  <a:lnTo>
                    <a:pt x="6474" y="4065"/>
                  </a:lnTo>
                  <a:lnTo>
                    <a:pt x="6323" y="4667"/>
                  </a:lnTo>
                  <a:lnTo>
                    <a:pt x="6022" y="5119"/>
                  </a:lnTo>
                  <a:lnTo>
                    <a:pt x="5721" y="5571"/>
                  </a:lnTo>
                  <a:lnTo>
                    <a:pt x="5269" y="6022"/>
                  </a:lnTo>
                  <a:lnTo>
                    <a:pt x="4667" y="6323"/>
                  </a:lnTo>
                  <a:lnTo>
                    <a:pt x="4215" y="6474"/>
                  </a:lnTo>
                  <a:lnTo>
                    <a:pt x="3011" y="6474"/>
                  </a:lnTo>
                  <a:lnTo>
                    <a:pt x="2409" y="6323"/>
                  </a:lnTo>
                  <a:lnTo>
                    <a:pt x="1957" y="6022"/>
                  </a:lnTo>
                  <a:lnTo>
                    <a:pt x="1506" y="5571"/>
                  </a:lnTo>
                  <a:lnTo>
                    <a:pt x="1054" y="5119"/>
                  </a:lnTo>
                  <a:lnTo>
                    <a:pt x="904" y="4667"/>
                  </a:lnTo>
                  <a:lnTo>
                    <a:pt x="753" y="4065"/>
                  </a:lnTo>
                  <a:lnTo>
                    <a:pt x="603" y="3463"/>
                  </a:lnTo>
                  <a:lnTo>
                    <a:pt x="753" y="3011"/>
                  </a:lnTo>
                  <a:lnTo>
                    <a:pt x="904" y="2409"/>
                  </a:lnTo>
                  <a:lnTo>
                    <a:pt x="1054" y="1958"/>
                  </a:lnTo>
                  <a:lnTo>
                    <a:pt x="1506" y="1506"/>
                  </a:lnTo>
                  <a:lnTo>
                    <a:pt x="1957" y="1054"/>
                  </a:lnTo>
                  <a:lnTo>
                    <a:pt x="2409" y="753"/>
                  </a:lnTo>
                  <a:lnTo>
                    <a:pt x="3011" y="603"/>
                  </a:lnTo>
                  <a:close/>
                  <a:moveTo>
                    <a:pt x="3613" y="1"/>
                  </a:moveTo>
                  <a:lnTo>
                    <a:pt x="2861" y="151"/>
                  </a:lnTo>
                  <a:lnTo>
                    <a:pt x="2258" y="302"/>
                  </a:lnTo>
                  <a:lnTo>
                    <a:pt x="1656" y="603"/>
                  </a:lnTo>
                  <a:lnTo>
                    <a:pt x="1054" y="1054"/>
                  </a:lnTo>
                  <a:lnTo>
                    <a:pt x="603" y="1506"/>
                  </a:lnTo>
                  <a:lnTo>
                    <a:pt x="301" y="2108"/>
                  </a:lnTo>
                  <a:lnTo>
                    <a:pt x="151" y="2861"/>
                  </a:lnTo>
                  <a:lnTo>
                    <a:pt x="0" y="3463"/>
                  </a:lnTo>
                  <a:lnTo>
                    <a:pt x="151" y="4216"/>
                  </a:lnTo>
                  <a:lnTo>
                    <a:pt x="301" y="4968"/>
                  </a:lnTo>
                  <a:lnTo>
                    <a:pt x="603" y="5571"/>
                  </a:lnTo>
                  <a:lnTo>
                    <a:pt x="1054" y="6022"/>
                  </a:lnTo>
                  <a:lnTo>
                    <a:pt x="1656" y="6474"/>
                  </a:lnTo>
                  <a:lnTo>
                    <a:pt x="2258" y="6775"/>
                  </a:lnTo>
                  <a:lnTo>
                    <a:pt x="2861" y="6925"/>
                  </a:lnTo>
                  <a:lnTo>
                    <a:pt x="3613" y="7076"/>
                  </a:lnTo>
                  <a:lnTo>
                    <a:pt x="4215" y="6925"/>
                  </a:lnTo>
                  <a:lnTo>
                    <a:pt x="4968" y="6775"/>
                  </a:lnTo>
                  <a:lnTo>
                    <a:pt x="5570" y="6474"/>
                  </a:lnTo>
                  <a:lnTo>
                    <a:pt x="6022" y="6022"/>
                  </a:lnTo>
                  <a:lnTo>
                    <a:pt x="6474" y="5571"/>
                  </a:lnTo>
                  <a:lnTo>
                    <a:pt x="6775" y="4968"/>
                  </a:lnTo>
                  <a:lnTo>
                    <a:pt x="7076" y="4216"/>
                  </a:lnTo>
                  <a:lnTo>
                    <a:pt x="7076" y="3463"/>
                  </a:lnTo>
                  <a:lnTo>
                    <a:pt x="7076" y="2861"/>
                  </a:lnTo>
                  <a:lnTo>
                    <a:pt x="6775" y="2108"/>
                  </a:lnTo>
                  <a:lnTo>
                    <a:pt x="6474" y="1506"/>
                  </a:lnTo>
                  <a:lnTo>
                    <a:pt x="6022" y="1054"/>
                  </a:lnTo>
                  <a:lnTo>
                    <a:pt x="5570" y="603"/>
                  </a:lnTo>
                  <a:lnTo>
                    <a:pt x="4968" y="302"/>
                  </a:lnTo>
                  <a:lnTo>
                    <a:pt x="4215" y="151"/>
                  </a:lnTo>
                  <a:lnTo>
                    <a:pt x="3613" y="1"/>
                  </a:lnTo>
                  <a:close/>
                </a:path>
              </a:pathLst>
            </a:custGeom>
            <a:solidFill>
              <a:srgbClr val="669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4557943" y="4342520"/>
              <a:ext cx="99633" cy="99633"/>
            </a:xfrm>
            <a:custGeom>
              <a:rect b="b" l="l" r="r" t="t"/>
              <a:pathLst>
                <a:path extrusionOk="0" fill="none" h="5872" w="5872">
                  <a:moveTo>
                    <a:pt x="3011" y="5872"/>
                  </a:moveTo>
                  <a:lnTo>
                    <a:pt x="3011" y="5872"/>
                  </a:lnTo>
                  <a:lnTo>
                    <a:pt x="2409" y="5872"/>
                  </a:lnTo>
                  <a:lnTo>
                    <a:pt x="1807" y="5721"/>
                  </a:lnTo>
                  <a:lnTo>
                    <a:pt x="1355" y="5420"/>
                  </a:lnTo>
                  <a:lnTo>
                    <a:pt x="904" y="4969"/>
                  </a:lnTo>
                  <a:lnTo>
                    <a:pt x="452" y="4517"/>
                  </a:lnTo>
                  <a:lnTo>
                    <a:pt x="302" y="4065"/>
                  </a:lnTo>
                  <a:lnTo>
                    <a:pt x="151" y="3463"/>
                  </a:lnTo>
                  <a:lnTo>
                    <a:pt x="1" y="2861"/>
                  </a:lnTo>
                  <a:lnTo>
                    <a:pt x="1" y="2861"/>
                  </a:lnTo>
                  <a:lnTo>
                    <a:pt x="151" y="2409"/>
                  </a:lnTo>
                  <a:lnTo>
                    <a:pt x="302" y="1807"/>
                  </a:lnTo>
                  <a:lnTo>
                    <a:pt x="452" y="1356"/>
                  </a:lnTo>
                  <a:lnTo>
                    <a:pt x="904" y="904"/>
                  </a:lnTo>
                  <a:lnTo>
                    <a:pt x="1355" y="452"/>
                  </a:lnTo>
                  <a:lnTo>
                    <a:pt x="1807" y="151"/>
                  </a:lnTo>
                  <a:lnTo>
                    <a:pt x="2409" y="1"/>
                  </a:lnTo>
                  <a:lnTo>
                    <a:pt x="3011" y="1"/>
                  </a:lnTo>
                  <a:lnTo>
                    <a:pt x="3011" y="1"/>
                  </a:lnTo>
                  <a:lnTo>
                    <a:pt x="3613" y="1"/>
                  </a:lnTo>
                  <a:lnTo>
                    <a:pt x="4065" y="151"/>
                  </a:lnTo>
                  <a:lnTo>
                    <a:pt x="4667" y="452"/>
                  </a:lnTo>
                  <a:lnTo>
                    <a:pt x="5119" y="904"/>
                  </a:lnTo>
                  <a:lnTo>
                    <a:pt x="5420" y="1356"/>
                  </a:lnTo>
                  <a:lnTo>
                    <a:pt x="5721" y="1807"/>
                  </a:lnTo>
                  <a:lnTo>
                    <a:pt x="5872" y="2409"/>
                  </a:lnTo>
                  <a:lnTo>
                    <a:pt x="5872" y="2861"/>
                  </a:lnTo>
                  <a:lnTo>
                    <a:pt x="5872" y="2861"/>
                  </a:lnTo>
                  <a:lnTo>
                    <a:pt x="5872" y="3463"/>
                  </a:lnTo>
                  <a:lnTo>
                    <a:pt x="5721" y="4065"/>
                  </a:lnTo>
                  <a:lnTo>
                    <a:pt x="5420" y="4517"/>
                  </a:lnTo>
                  <a:lnTo>
                    <a:pt x="5119" y="4969"/>
                  </a:lnTo>
                  <a:lnTo>
                    <a:pt x="4667" y="5420"/>
                  </a:lnTo>
                  <a:lnTo>
                    <a:pt x="4065" y="5721"/>
                  </a:lnTo>
                  <a:lnTo>
                    <a:pt x="3613" y="5872"/>
                  </a:lnTo>
                  <a:lnTo>
                    <a:pt x="3011" y="587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4547729" y="4332306"/>
              <a:ext cx="120062" cy="120062"/>
            </a:xfrm>
            <a:custGeom>
              <a:rect b="b" l="l" r="r" t="t"/>
              <a:pathLst>
                <a:path extrusionOk="0" fill="none" h="7076" w="7076">
                  <a:moveTo>
                    <a:pt x="3613" y="1"/>
                  </a:moveTo>
                  <a:lnTo>
                    <a:pt x="3613" y="1"/>
                  </a:lnTo>
                  <a:lnTo>
                    <a:pt x="2861" y="151"/>
                  </a:lnTo>
                  <a:lnTo>
                    <a:pt x="2258" y="302"/>
                  </a:lnTo>
                  <a:lnTo>
                    <a:pt x="1656" y="603"/>
                  </a:lnTo>
                  <a:lnTo>
                    <a:pt x="1054" y="1054"/>
                  </a:lnTo>
                  <a:lnTo>
                    <a:pt x="603" y="1506"/>
                  </a:lnTo>
                  <a:lnTo>
                    <a:pt x="301" y="2108"/>
                  </a:lnTo>
                  <a:lnTo>
                    <a:pt x="151" y="2861"/>
                  </a:lnTo>
                  <a:lnTo>
                    <a:pt x="0" y="3463"/>
                  </a:lnTo>
                  <a:lnTo>
                    <a:pt x="0" y="3463"/>
                  </a:lnTo>
                  <a:lnTo>
                    <a:pt x="151" y="4216"/>
                  </a:lnTo>
                  <a:lnTo>
                    <a:pt x="301" y="4968"/>
                  </a:lnTo>
                  <a:lnTo>
                    <a:pt x="603" y="5571"/>
                  </a:lnTo>
                  <a:lnTo>
                    <a:pt x="1054" y="6022"/>
                  </a:lnTo>
                  <a:lnTo>
                    <a:pt x="1656" y="6474"/>
                  </a:lnTo>
                  <a:lnTo>
                    <a:pt x="2258" y="6775"/>
                  </a:lnTo>
                  <a:lnTo>
                    <a:pt x="2861" y="6925"/>
                  </a:lnTo>
                  <a:lnTo>
                    <a:pt x="3613" y="7076"/>
                  </a:lnTo>
                  <a:lnTo>
                    <a:pt x="3613" y="7076"/>
                  </a:lnTo>
                  <a:lnTo>
                    <a:pt x="4215" y="6925"/>
                  </a:lnTo>
                  <a:lnTo>
                    <a:pt x="4968" y="6775"/>
                  </a:lnTo>
                  <a:lnTo>
                    <a:pt x="5570" y="6474"/>
                  </a:lnTo>
                  <a:lnTo>
                    <a:pt x="6022" y="6022"/>
                  </a:lnTo>
                  <a:lnTo>
                    <a:pt x="6474" y="5571"/>
                  </a:lnTo>
                  <a:lnTo>
                    <a:pt x="6775" y="4968"/>
                  </a:lnTo>
                  <a:lnTo>
                    <a:pt x="7076" y="4216"/>
                  </a:lnTo>
                  <a:lnTo>
                    <a:pt x="7076" y="3463"/>
                  </a:lnTo>
                  <a:lnTo>
                    <a:pt x="7076" y="3463"/>
                  </a:lnTo>
                  <a:lnTo>
                    <a:pt x="7076" y="2861"/>
                  </a:lnTo>
                  <a:lnTo>
                    <a:pt x="6775" y="2108"/>
                  </a:lnTo>
                  <a:lnTo>
                    <a:pt x="6474" y="1506"/>
                  </a:lnTo>
                  <a:lnTo>
                    <a:pt x="6022" y="1054"/>
                  </a:lnTo>
                  <a:lnTo>
                    <a:pt x="5570" y="603"/>
                  </a:lnTo>
                  <a:lnTo>
                    <a:pt x="4968" y="302"/>
                  </a:lnTo>
                  <a:lnTo>
                    <a:pt x="4215" y="151"/>
                  </a:lnTo>
                  <a:lnTo>
                    <a:pt x="361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4389354" y="4332306"/>
              <a:ext cx="120079" cy="120062"/>
            </a:xfrm>
            <a:custGeom>
              <a:rect b="b" l="l" r="r" t="t"/>
              <a:pathLst>
                <a:path extrusionOk="0" h="7076" w="7077">
                  <a:moveTo>
                    <a:pt x="4066" y="603"/>
                  </a:moveTo>
                  <a:lnTo>
                    <a:pt x="4668" y="753"/>
                  </a:lnTo>
                  <a:lnTo>
                    <a:pt x="5119" y="1054"/>
                  </a:lnTo>
                  <a:lnTo>
                    <a:pt x="5571" y="1506"/>
                  </a:lnTo>
                  <a:lnTo>
                    <a:pt x="6023" y="1958"/>
                  </a:lnTo>
                  <a:lnTo>
                    <a:pt x="6173" y="2409"/>
                  </a:lnTo>
                  <a:lnTo>
                    <a:pt x="6474" y="3011"/>
                  </a:lnTo>
                  <a:lnTo>
                    <a:pt x="6474" y="3463"/>
                  </a:lnTo>
                  <a:lnTo>
                    <a:pt x="6474" y="4065"/>
                  </a:lnTo>
                  <a:lnTo>
                    <a:pt x="6173" y="4667"/>
                  </a:lnTo>
                  <a:lnTo>
                    <a:pt x="6023" y="5119"/>
                  </a:lnTo>
                  <a:lnTo>
                    <a:pt x="5571" y="5571"/>
                  </a:lnTo>
                  <a:lnTo>
                    <a:pt x="5119" y="6022"/>
                  </a:lnTo>
                  <a:lnTo>
                    <a:pt x="4668" y="6323"/>
                  </a:lnTo>
                  <a:lnTo>
                    <a:pt x="4066" y="6474"/>
                  </a:lnTo>
                  <a:lnTo>
                    <a:pt x="2861" y="6474"/>
                  </a:lnTo>
                  <a:lnTo>
                    <a:pt x="2410" y="6323"/>
                  </a:lnTo>
                  <a:lnTo>
                    <a:pt x="1807" y="6022"/>
                  </a:lnTo>
                  <a:lnTo>
                    <a:pt x="1506" y="5571"/>
                  </a:lnTo>
                  <a:lnTo>
                    <a:pt x="1055" y="5119"/>
                  </a:lnTo>
                  <a:lnTo>
                    <a:pt x="754" y="4667"/>
                  </a:lnTo>
                  <a:lnTo>
                    <a:pt x="603" y="4065"/>
                  </a:lnTo>
                  <a:lnTo>
                    <a:pt x="603" y="3463"/>
                  </a:lnTo>
                  <a:lnTo>
                    <a:pt x="603" y="3011"/>
                  </a:lnTo>
                  <a:lnTo>
                    <a:pt x="754" y="2409"/>
                  </a:lnTo>
                  <a:lnTo>
                    <a:pt x="1055" y="1958"/>
                  </a:lnTo>
                  <a:lnTo>
                    <a:pt x="1506" y="1506"/>
                  </a:lnTo>
                  <a:lnTo>
                    <a:pt x="1807" y="1054"/>
                  </a:lnTo>
                  <a:lnTo>
                    <a:pt x="2410" y="753"/>
                  </a:lnTo>
                  <a:lnTo>
                    <a:pt x="2861" y="603"/>
                  </a:lnTo>
                  <a:close/>
                  <a:moveTo>
                    <a:pt x="3463" y="1"/>
                  </a:moveTo>
                  <a:lnTo>
                    <a:pt x="2861" y="151"/>
                  </a:lnTo>
                  <a:lnTo>
                    <a:pt x="2109" y="302"/>
                  </a:lnTo>
                  <a:lnTo>
                    <a:pt x="1506" y="603"/>
                  </a:lnTo>
                  <a:lnTo>
                    <a:pt x="1055" y="1054"/>
                  </a:lnTo>
                  <a:lnTo>
                    <a:pt x="603" y="1506"/>
                  </a:lnTo>
                  <a:lnTo>
                    <a:pt x="302" y="2108"/>
                  </a:lnTo>
                  <a:lnTo>
                    <a:pt x="152" y="2861"/>
                  </a:lnTo>
                  <a:lnTo>
                    <a:pt x="1" y="3463"/>
                  </a:lnTo>
                  <a:lnTo>
                    <a:pt x="152" y="4216"/>
                  </a:lnTo>
                  <a:lnTo>
                    <a:pt x="302" y="4968"/>
                  </a:lnTo>
                  <a:lnTo>
                    <a:pt x="603" y="5571"/>
                  </a:lnTo>
                  <a:lnTo>
                    <a:pt x="1055" y="6022"/>
                  </a:lnTo>
                  <a:lnTo>
                    <a:pt x="1506" y="6474"/>
                  </a:lnTo>
                  <a:lnTo>
                    <a:pt x="2109" y="6775"/>
                  </a:lnTo>
                  <a:lnTo>
                    <a:pt x="2861" y="6925"/>
                  </a:lnTo>
                  <a:lnTo>
                    <a:pt x="3463" y="7076"/>
                  </a:lnTo>
                  <a:lnTo>
                    <a:pt x="4216" y="6925"/>
                  </a:lnTo>
                  <a:lnTo>
                    <a:pt x="4818" y="6775"/>
                  </a:lnTo>
                  <a:lnTo>
                    <a:pt x="5420" y="6474"/>
                  </a:lnTo>
                  <a:lnTo>
                    <a:pt x="6023" y="6022"/>
                  </a:lnTo>
                  <a:lnTo>
                    <a:pt x="6474" y="5571"/>
                  </a:lnTo>
                  <a:lnTo>
                    <a:pt x="6775" y="4968"/>
                  </a:lnTo>
                  <a:lnTo>
                    <a:pt x="6926" y="4216"/>
                  </a:lnTo>
                  <a:lnTo>
                    <a:pt x="7076" y="3463"/>
                  </a:lnTo>
                  <a:lnTo>
                    <a:pt x="6926" y="2861"/>
                  </a:lnTo>
                  <a:lnTo>
                    <a:pt x="6775" y="2108"/>
                  </a:lnTo>
                  <a:lnTo>
                    <a:pt x="6474" y="1506"/>
                  </a:lnTo>
                  <a:lnTo>
                    <a:pt x="6023" y="1054"/>
                  </a:lnTo>
                  <a:lnTo>
                    <a:pt x="5420" y="603"/>
                  </a:lnTo>
                  <a:lnTo>
                    <a:pt x="4818" y="302"/>
                  </a:lnTo>
                  <a:lnTo>
                    <a:pt x="4216" y="151"/>
                  </a:lnTo>
                  <a:lnTo>
                    <a:pt x="3463" y="1"/>
                  </a:lnTo>
                  <a:close/>
                </a:path>
              </a:pathLst>
            </a:custGeom>
            <a:solidFill>
              <a:srgbClr val="669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4399585" y="4342520"/>
              <a:ext cx="99633" cy="99633"/>
            </a:xfrm>
            <a:custGeom>
              <a:rect b="b" l="l" r="r" t="t"/>
              <a:pathLst>
                <a:path extrusionOk="0" fill="none" h="5872" w="5872">
                  <a:moveTo>
                    <a:pt x="2860" y="5872"/>
                  </a:moveTo>
                  <a:lnTo>
                    <a:pt x="2860" y="5872"/>
                  </a:lnTo>
                  <a:lnTo>
                    <a:pt x="2258" y="5872"/>
                  </a:lnTo>
                  <a:lnTo>
                    <a:pt x="1807" y="5721"/>
                  </a:lnTo>
                  <a:lnTo>
                    <a:pt x="1204" y="5420"/>
                  </a:lnTo>
                  <a:lnTo>
                    <a:pt x="903" y="4969"/>
                  </a:lnTo>
                  <a:lnTo>
                    <a:pt x="452" y="4517"/>
                  </a:lnTo>
                  <a:lnTo>
                    <a:pt x="151" y="4065"/>
                  </a:lnTo>
                  <a:lnTo>
                    <a:pt x="0" y="3463"/>
                  </a:lnTo>
                  <a:lnTo>
                    <a:pt x="0" y="2861"/>
                  </a:lnTo>
                  <a:lnTo>
                    <a:pt x="0" y="2861"/>
                  </a:lnTo>
                  <a:lnTo>
                    <a:pt x="0" y="2409"/>
                  </a:lnTo>
                  <a:lnTo>
                    <a:pt x="151" y="1807"/>
                  </a:lnTo>
                  <a:lnTo>
                    <a:pt x="452" y="1356"/>
                  </a:lnTo>
                  <a:lnTo>
                    <a:pt x="903" y="904"/>
                  </a:lnTo>
                  <a:lnTo>
                    <a:pt x="1204" y="452"/>
                  </a:lnTo>
                  <a:lnTo>
                    <a:pt x="1807" y="151"/>
                  </a:lnTo>
                  <a:lnTo>
                    <a:pt x="2258" y="1"/>
                  </a:lnTo>
                  <a:lnTo>
                    <a:pt x="2860" y="1"/>
                  </a:lnTo>
                  <a:lnTo>
                    <a:pt x="2860" y="1"/>
                  </a:lnTo>
                  <a:lnTo>
                    <a:pt x="3463" y="1"/>
                  </a:lnTo>
                  <a:lnTo>
                    <a:pt x="4065" y="151"/>
                  </a:lnTo>
                  <a:lnTo>
                    <a:pt x="4516" y="452"/>
                  </a:lnTo>
                  <a:lnTo>
                    <a:pt x="4968" y="904"/>
                  </a:lnTo>
                  <a:lnTo>
                    <a:pt x="5420" y="1356"/>
                  </a:lnTo>
                  <a:lnTo>
                    <a:pt x="5570" y="1807"/>
                  </a:lnTo>
                  <a:lnTo>
                    <a:pt x="5871" y="2409"/>
                  </a:lnTo>
                  <a:lnTo>
                    <a:pt x="5871" y="2861"/>
                  </a:lnTo>
                  <a:lnTo>
                    <a:pt x="5871" y="2861"/>
                  </a:lnTo>
                  <a:lnTo>
                    <a:pt x="5871" y="3463"/>
                  </a:lnTo>
                  <a:lnTo>
                    <a:pt x="5570" y="4065"/>
                  </a:lnTo>
                  <a:lnTo>
                    <a:pt x="5420" y="4517"/>
                  </a:lnTo>
                  <a:lnTo>
                    <a:pt x="4968" y="4969"/>
                  </a:lnTo>
                  <a:lnTo>
                    <a:pt x="4516" y="5420"/>
                  </a:lnTo>
                  <a:lnTo>
                    <a:pt x="4065" y="5721"/>
                  </a:lnTo>
                  <a:lnTo>
                    <a:pt x="3463" y="5872"/>
                  </a:lnTo>
                  <a:lnTo>
                    <a:pt x="2860" y="587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4389354" y="4332306"/>
              <a:ext cx="120079" cy="120062"/>
            </a:xfrm>
            <a:custGeom>
              <a:rect b="b" l="l" r="r" t="t"/>
              <a:pathLst>
                <a:path extrusionOk="0" fill="none" h="7076" w="7077">
                  <a:moveTo>
                    <a:pt x="3463" y="1"/>
                  </a:moveTo>
                  <a:lnTo>
                    <a:pt x="3463" y="1"/>
                  </a:lnTo>
                  <a:lnTo>
                    <a:pt x="2861" y="151"/>
                  </a:lnTo>
                  <a:lnTo>
                    <a:pt x="2109" y="302"/>
                  </a:lnTo>
                  <a:lnTo>
                    <a:pt x="1506" y="603"/>
                  </a:lnTo>
                  <a:lnTo>
                    <a:pt x="1055" y="1054"/>
                  </a:lnTo>
                  <a:lnTo>
                    <a:pt x="603" y="1506"/>
                  </a:lnTo>
                  <a:lnTo>
                    <a:pt x="302" y="2108"/>
                  </a:lnTo>
                  <a:lnTo>
                    <a:pt x="152" y="2861"/>
                  </a:lnTo>
                  <a:lnTo>
                    <a:pt x="1" y="3463"/>
                  </a:lnTo>
                  <a:lnTo>
                    <a:pt x="1" y="3463"/>
                  </a:lnTo>
                  <a:lnTo>
                    <a:pt x="152" y="4216"/>
                  </a:lnTo>
                  <a:lnTo>
                    <a:pt x="302" y="4968"/>
                  </a:lnTo>
                  <a:lnTo>
                    <a:pt x="603" y="5571"/>
                  </a:lnTo>
                  <a:lnTo>
                    <a:pt x="1055" y="6022"/>
                  </a:lnTo>
                  <a:lnTo>
                    <a:pt x="1506" y="6474"/>
                  </a:lnTo>
                  <a:lnTo>
                    <a:pt x="2109" y="6775"/>
                  </a:lnTo>
                  <a:lnTo>
                    <a:pt x="2861" y="6925"/>
                  </a:lnTo>
                  <a:lnTo>
                    <a:pt x="3463" y="7076"/>
                  </a:lnTo>
                  <a:lnTo>
                    <a:pt x="3463" y="7076"/>
                  </a:lnTo>
                  <a:lnTo>
                    <a:pt x="4216" y="6925"/>
                  </a:lnTo>
                  <a:lnTo>
                    <a:pt x="4818" y="6775"/>
                  </a:lnTo>
                  <a:lnTo>
                    <a:pt x="5420" y="6474"/>
                  </a:lnTo>
                  <a:lnTo>
                    <a:pt x="6023" y="6022"/>
                  </a:lnTo>
                  <a:lnTo>
                    <a:pt x="6474" y="5571"/>
                  </a:lnTo>
                  <a:lnTo>
                    <a:pt x="6775" y="4968"/>
                  </a:lnTo>
                  <a:lnTo>
                    <a:pt x="6926" y="4216"/>
                  </a:lnTo>
                  <a:lnTo>
                    <a:pt x="7076" y="3463"/>
                  </a:lnTo>
                  <a:lnTo>
                    <a:pt x="7076" y="3463"/>
                  </a:lnTo>
                  <a:lnTo>
                    <a:pt x="6926" y="2861"/>
                  </a:lnTo>
                  <a:lnTo>
                    <a:pt x="6775" y="2108"/>
                  </a:lnTo>
                  <a:lnTo>
                    <a:pt x="6474" y="1506"/>
                  </a:lnTo>
                  <a:lnTo>
                    <a:pt x="6023" y="1054"/>
                  </a:lnTo>
                  <a:lnTo>
                    <a:pt x="5420" y="603"/>
                  </a:lnTo>
                  <a:lnTo>
                    <a:pt x="4818" y="302"/>
                  </a:lnTo>
                  <a:lnTo>
                    <a:pt x="4216" y="151"/>
                  </a:lnTo>
                  <a:lnTo>
                    <a:pt x="346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5472373" y="3098599"/>
              <a:ext cx="1006393" cy="94526"/>
            </a:xfrm>
            <a:custGeom>
              <a:rect b="b" l="l" r="r" t="t"/>
              <a:pathLst>
                <a:path extrusionOk="0" h="5571" w="59313">
                  <a:moveTo>
                    <a:pt x="0" y="0"/>
                  </a:moveTo>
                  <a:lnTo>
                    <a:pt x="0" y="5570"/>
                  </a:lnTo>
                  <a:lnTo>
                    <a:pt x="57055" y="5570"/>
                  </a:lnTo>
                  <a:lnTo>
                    <a:pt x="57657" y="5420"/>
                  </a:lnTo>
                  <a:lnTo>
                    <a:pt x="58108" y="5119"/>
                  </a:lnTo>
                  <a:lnTo>
                    <a:pt x="58560" y="4818"/>
                  </a:lnTo>
                  <a:lnTo>
                    <a:pt x="58861" y="4366"/>
                  </a:lnTo>
                  <a:lnTo>
                    <a:pt x="59162" y="3914"/>
                  </a:lnTo>
                  <a:lnTo>
                    <a:pt x="59313" y="3312"/>
                  </a:lnTo>
                  <a:lnTo>
                    <a:pt x="59313" y="2710"/>
                  </a:lnTo>
                  <a:lnTo>
                    <a:pt x="59313" y="2258"/>
                  </a:lnTo>
                  <a:lnTo>
                    <a:pt x="59162" y="1656"/>
                  </a:lnTo>
                  <a:lnTo>
                    <a:pt x="58861" y="1205"/>
                  </a:lnTo>
                  <a:lnTo>
                    <a:pt x="58560" y="753"/>
                  </a:lnTo>
                  <a:lnTo>
                    <a:pt x="58108" y="452"/>
                  </a:lnTo>
                  <a:lnTo>
                    <a:pt x="57657" y="151"/>
                  </a:lnTo>
                  <a:lnTo>
                    <a:pt x="570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5472373" y="3098599"/>
              <a:ext cx="1006393" cy="94526"/>
            </a:xfrm>
            <a:custGeom>
              <a:rect b="b" l="l" r="r" t="t"/>
              <a:pathLst>
                <a:path extrusionOk="0" fill="none" h="5571" w="59313">
                  <a:moveTo>
                    <a:pt x="56603" y="5570"/>
                  </a:moveTo>
                  <a:lnTo>
                    <a:pt x="0" y="5570"/>
                  </a:lnTo>
                  <a:lnTo>
                    <a:pt x="0" y="0"/>
                  </a:lnTo>
                  <a:lnTo>
                    <a:pt x="56603" y="0"/>
                  </a:lnTo>
                  <a:lnTo>
                    <a:pt x="56603" y="0"/>
                  </a:lnTo>
                  <a:lnTo>
                    <a:pt x="57055" y="0"/>
                  </a:lnTo>
                  <a:lnTo>
                    <a:pt x="57657" y="151"/>
                  </a:lnTo>
                  <a:lnTo>
                    <a:pt x="58108" y="452"/>
                  </a:lnTo>
                  <a:lnTo>
                    <a:pt x="58560" y="753"/>
                  </a:lnTo>
                  <a:lnTo>
                    <a:pt x="58861" y="1205"/>
                  </a:lnTo>
                  <a:lnTo>
                    <a:pt x="59162" y="1656"/>
                  </a:lnTo>
                  <a:lnTo>
                    <a:pt x="59313" y="2258"/>
                  </a:lnTo>
                  <a:lnTo>
                    <a:pt x="59313" y="2710"/>
                  </a:lnTo>
                  <a:lnTo>
                    <a:pt x="59313" y="2710"/>
                  </a:lnTo>
                  <a:lnTo>
                    <a:pt x="59313" y="3312"/>
                  </a:lnTo>
                  <a:lnTo>
                    <a:pt x="59162" y="3914"/>
                  </a:lnTo>
                  <a:lnTo>
                    <a:pt x="58861" y="4366"/>
                  </a:lnTo>
                  <a:lnTo>
                    <a:pt x="58560" y="4818"/>
                  </a:lnTo>
                  <a:lnTo>
                    <a:pt x="58108" y="5119"/>
                  </a:lnTo>
                  <a:lnTo>
                    <a:pt x="57657" y="5420"/>
                  </a:lnTo>
                  <a:lnTo>
                    <a:pt x="57055" y="5570"/>
                  </a:lnTo>
                  <a:lnTo>
                    <a:pt x="56603" y="55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5170962" y="3098599"/>
              <a:ext cx="1006410" cy="94526"/>
            </a:xfrm>
            <a:custGeom>
              <a:rect b="b" l="l" r="r" t="t"/>
              <a:pathLst>
                <a:path extrusionOk="0" h="5571" w="59314">
                  <a:moveTo>
                    <a:pt x="1" y="0"/>
                  </a:moveTo>
                  <a:lnTo>
                    <a:pt x="1" y="5570"/>
                  </a:lnTo>
                  <a:lnTo>
                    <a:pt x="57055" y="5570"/>
                  </a:lnTo>
                  <a:lnTo>
                    <a:pt x="57507" y="5420"/>
                  </a:lnTo>
                  <a:lnTo>
                    <a:pt x="58109" y="5119"/>
                  </a:lnTo>
                  <a:lnTo>
                    <a:pt x="58410" y="4818"/>
                  </a:lnTo>
                  <a:lnTo>
                    <a:pt x="58861" y="4366"/>
                  </a:lnTo>
                  <a:lnTo>
                    <a:pt x="59012" y="3914"/>
                  </a:lnTo>
                  <a:lnTo>
                    <a:pt x="59313" y="3312"/>
                  </a:lnTo>
                  <a:lnTo>
                    <a:pt x="59313" y="2710"/>
                  </a:lnTo>
                  <a:lnTo>
                    <a:pt x="59313" y="2258"/>
                  </a:lnTo>
                  <a:lnTo>
                    <a:pt x="59012" y="1656"/>
                  </a:lnTo>
                  <a:lnTo>
                    <a:pt x="58861" y="1205"/>
                  </a:lnTo>
                  <a:lnTo>
                    <a:pt x="58410" y="753"/>
                  </a:lnTo>
                  <a:lnTo>
                    <a:pt x="58109" y="452"/>
                  </a:lnTo>
                  <a:lnTo>
                    <a:pt x="57507" y="151"/>
                  </a:lnTo>
                  <a:lnTo>
                    <a:pt x="5705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5170962" y="3098599"/>
              <a:ext cx="1006410" cy="94526"/>
            </a:xfrm>
            <a:custGeom>
              <a:rect b="b" l="l" r="r" t="t"/>
              <a:pathLst>
                <a:path extrusionOk="0" fill="none" h="5571" w="59314">
                  <a:moveTo>
                    <a:pt x="56453" y="5570"/>
                  </a:moveTo>
                  <a:lnTo>
                    <a:pt x="1" y="5570"/>
                  </a:lnTo>
                  <a:lnTo>
                    <a:pt x="1" y="0"/>
                  </a:lnTo>
                  <a:lnTo>
                    <a:pt x="56453" y="0"/>
                  </a:lnTo>
                  <a:lnTo>
                    <a:pt x="56453" y="0"/>
                  </a:lnTo>
                  <a:lnTo>
                    <a:pt x="57055" y="0"/>
                  </a:lnTo>
                  <a:lnTo>
                    <a:pt x="57507" y="151"/>
                  </a:lnTo>
                  <a:lnTo>
                    <a:pt x="58109" y="452"/>
                  </a:lnTo>
                  <a:lnTo>
                    <a:pt x="58410" y="753"/>
                  </a:lnTo>
                  <a:lnTo>
                    <a:pt x="58861" y="1205"/>
                  </a:lnTo>
                  <a:lnTo>
                    <a:pt x="59012" y="1656"/>
                  </a:lnTo>
                  <a:lnTo>
                    <a:pt x="59313" y="2258"/>
                  </a:lnTo>
                  <a:lnTo>
                    <a:pt x="59313" y="2710"/>
                  </a:lnTo>
                  <a:lnTo>
                    <a:pt x="59313" y="2710"/>
                  </a:lnTo>
                  <a:lnTo>
                    <a:pt x="59313" y="3312"/>
                  </a:lnTo>
                  <a:lnTo>
                    <a:pt x="59012" y="3914"/>
                  </a:lnTo>
                  <a:lnTo>
                    <a:pt x="58861" y="4366"/>
                  </a:lnTo>
                  <a:lnTo>
                    <a:pt x="58410" y="4818"/>
                  </a:lnTo>
                  <a:lnTo>
                    <a:pt x="58109" y="5119"/>
                  </a:lnTo>
                  <a:lnTo>
                    <a:pt x="57507" y="5420"/>
                  </a:lnTo>
                  <a:lnTo>
                    <a:pt x="57055" y="5570"/>
                  </a:lnTo>
                  <a:lnTo>
                    <a:pt x="56453" y="55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01097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4" y="82345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6001097" y="3193108"/>
              <a:ext cx="61321" cy="1397206"/>
            </a:xfrm>
            <a:custGeom>
              <a:rect b="b" l="l" r="r" t="t"/>
              <a:pathLst>
                <a:path extrusionOk="0" fill="none" h="82346" w="3614">
                  <a:moveTo>
                    <a:pt x="3614" y="0"/>
                  </a:moveTo>
                  <a:lnTo>
                    <a:pt x="1" y="0"/>
                  </a:lnTo>
                  <a:lnTo>
                    <a:pt x="1" y="82345"/>
                  </a:lnTo>
                  <a:lnTo>
                    <a:pt x="3614" y="82345"/>
                  </a:lnTo>
                  <a:lnTo>
                    <a:pt x="36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001097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4" y="82345"/>
                  </a:lnTo>
                  <a:lnTo>
                    <a:pt x="3614" y="62926"/>
                  </a:lnTo>
                  <a:lnTo>
                    <a:pt x="3614" y="7678"/>
                  </a:lnTo>
                  <a:lnTo>
                    <a:pt x="3614" y="7527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6302507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3" y="82345"/>
                  </a:lnTo>
                  <a:lnTo>
                    <a:pt x="361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302507" y="3193108"/>
              <a:ext cx="61321" cy="1397206"/>
            </a:xfrm>
            <a:custGeom>
              <a:rect b="b" l="l" r="r" t="t"/>
              <a:pathLst>
                <a:path extrusionOk="0" fill="none" h="82346" w="3614">
                  <a:moveTo>
                    <a:pt x="3613" y="0"/>
                  </a:moveTo>
                  <a:lnTo>
                    <a:pt x="1" y="0"/>
                  </a:lnTo>
                  <a:lnTo>
                    <a:pt x="1" y="82345"/>
                  </a:lnTo>
                  <a:lnTo>
                    <a:pt x="3613" y="82345"/>
                  </a:lnTo>
                  <a:lnTo>
                    <a:pt x="36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302507" y="3193108"/>
              <a:ext cx="61321" cy="1397206"/>
            </a:xfrm>
            <a:custGeom>
              <a:rect b="b" l="l" r="r" t="t"/>
              <a:pathLst>
                <a:path extrusionOk="0" h="82346" w="3614">
                  <a:moveTo>
                    <a:pt x="1" y="0"/>
                  </a:moveTo>
                  <a:lnTo>
                    <a:pt x="1" y="82345"/>
                  </a:lnTo>
                  <a:lnTo>
                    <a:pt x="3613" y="82345"/>
                  </a:lnTo>
                  <a:lnTo>
                    <a:pt x="3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098168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4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054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463" y="2560"/>
                  </a:lnTo>
                  <a:lnTo>
                    <a:pt x="3613" y="1807"/>
                  </a:lnTo>
                  <a:lnTo>
                    <a:pt x="3463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5960239" y="3113920"/>
              <a:ext cx="63866" cy="63883"/>
            </a:xfrm>
            <a:custGeom>
              <a:rect b="b" l="l" r="r" t="t"/>
              <a:pathLst>
                <a:path extrusionOk="0" h="3765" w="3764">
                  <a:moveTo>
                    <a:pt x="1957" y="1"/>
                  </a:moveTo>
                  <a:lnTo>
                    <a:pt x="1205" y="151"/>
                  </a:lnTo>
                  <a:lnTo>
                    <a:pt x="60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602" y="3162"/>
                  </a:lnTo>
                  <a:lnTo>
                    <a:pt x="1205" y="3614"/>
                  </a:lnTo>
                  <a:lnTo>
                    <a:pt x="1957" y="3764"/>
                  </a:lnTo>
                  <a:lnTo>
                    <a:pt x="2559" y="3614"/>
                  </a:lnTo>
                  <a:lnTo>
                    <a:pt x="3162" y="3162"/>
                  </a:lnTo>
                  <a:lnTo>
                    <a:pt x="3613" y="2560"/>
                  </a:lnTo>
                  <a:lnTo>
                    <a:pt x="3764" y="1807"/>
                  </a:lnTo>
                  <a:lnTo>
                    <a:pt x="3613" y="1205"/>
                  </a:lnTo>
                  <a:lnTo>
                    <a:pt x="3162" y="603"/>
                  </a:lnTo>
                  <a:lnTo>
                    <a:pt x="2559" y="151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5824855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5" y="151"/>
                  </a:lnTo>
                  <a:lnTo>
                    <a:pt x="452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452" y="3162"/>
                  </a:lnTo>
                  <a:lnTo>
                    <a:pt x="1055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463" y="2560"/>
                  </a:lnTo>
                  <a:lnTo>
                    <a:pt x="3614" y="1807"/>
                  </a:lnTo>
                  <a:lnTo>
                    <a:pt x="3463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5686927" y="3113920"/>
              <a:ext cx="63883" cy="63883"/>
            </a:xfrm>
            <a:custGeom>
              <a:rect b="b" l="l" r="r" t="t"/>
              <a:pathLst>
                <a:path extrusionOk="0" h="3765" w="3765">
                  <a:moveTo>
                    <a:pt x="1807" y="1"/>
                  </a:moveTo>
                  <a:lnTo>
                    <a:pt x="1205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205" y="3614"/>
                  </a:lnTo>
                  <a:lnTo>
                    <a:pt x="1807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614" y="2560"/>
                  </a:lnTo>
                  <a:lnTo>
                    <a:pt x="3764" y="1807"/>
                  </a:lnTo>
                  <a:lnTo>
                    <a:pt x="3614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5551560" y="3113920"/>
              <a:ext cx="61321" cy="63883"/>
            </a:xfrm>
            <a:custGeom>
              <a:rect b="b" l="l" r="r" t="t"/>
              <a:pathLst>
                <a:path extrusionOk="0" h="3765" w="3614">
                  <a:moveTo>
                    <a:pt x="1807" y="1"/>
                  </a:moveTo>
                  <a:lnTo>
                    <a:pt x="1054" y="151"/>
                  </a:lnTo>
                  <a:lnTo>
                    <a:pt x="45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452" y="3162"/>
                  </a:lnTo>
                  <a:lnTo>
                    <a:pt x="1054" y="3614"/>
                  </a:lnTo>
                  <a:lnTo>
                    <a:pt x="1807" y="3764"/>
                  </a:lnTo>
                  <a:lnTo>
                    <a:pt x="2559" y="3614"/>
                  </a:lnTo>
                  <a:lnTo>
                    <a:pt x="3011" y="3162"/>
                  </a:lnTo>
                  <a:lnTo>
                    <a:pt x="3463" y="2560"/>
                  </a:lnTo>
                  <a:lnTo>
                    <a:pt x="3613" y="1807"/>
                  </a:lnTo>
                  <a:lnTo>
                    <a:pt x="3463" y="1205"/>
                  </a:lnTo>
                  <a:lnTo>
                    <a:pt x="3011" y="603"/>
                  </a:lnTo>
                  <a:lnTo>
                    <a:pt x="2559" y="151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5413631" y="3113920"/>
              <a:ext cx="61304" cy="63883"/>
            </a:xfrm>
            <a:custGeom>
              <a:rect b="b" l="l" r="r" t="t"/>
              <a:pathLst>
                <a:path extrusionOk="0" h="3765" w="3613">
                  <a:moveTo>
                    <a:pt x="1806" y="1"/>
                  </a:moveTo>
                  <a:lnTo>
                    <a:pt x="1054" y="151"/>
                  </a:lnTo>
                  <a:lnTo>
                    <a:pt x="602" y="603"/>
                  </a:lnTo>
                  <a:lnTo>
                    <a:pt x="151" y="1205"/>
                  </a:lnTo>
                  <a:lnTo>
                    <a:pt x="0" y="1807"/>
                  </a:lnTo>
                  <a:lnTo>
                    <a:pt x="151" y="2560"/>
                  </a:lnTo>
                  <a:lnTo>
                    <a:pt x="602" y="3162"/>
                  </a:lnTo>
                  <a:lnTo>
                    <a:pt x="1054" y="3614"/>
                  </a:lnTo>
                  <a:lnTo>
                    <a:pt x="1806" y="3764"/>
                  </a:lnTo>
                  <a:lnTo>
                    <a:pt x="2559" y="3614"/>
                  </a:lnTo>
                  <a:lnTo>
                    <a:pt x="3161" y="3162"/>
                  </a:lnTo>
                  <a:lnTo>
                    <a:pt x="3462" y="2560"/>
                  </a:lnTo>
                  <a:lnTo>
                    <a:pt x="3613" y="1807"/>
                  </a:lnTo>
                  <a:lnTo>
                    <a:pt x="3462" y="1205"/>
                  </a:lnTo>
                  <a:lnTo>
                    <a:pt x="3161" y="603"/>
                  </a:lnTo>
                  <a:lnTo>
                    <a:pt x="2559" y="151"/>
                  </a:lnTo>
                  <a:lnTo>
                    <a:pt x="18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5275685" y="3113920"/>
              <a:ext cx="63883" cy="63883"/>
            </a:xfrm>
            <a:custGeom>
              <a:rect b="b" l="l" r="r" t="t"/>
              <a:pathLst>
                <a:path extrusionOk="0" h="3765" w="3765">
                  <a:moveTo>
                    <a:pt x="1958" y="1"/>
                  </a:moveTo>
                  <a:lnTo>
                    <a:pt x="1205" y="151"/>
                  </a:lnTo>
                  <a:lnTo>
                    <a:pt x="603" y="603"/>
                  </a:lnTo>
                  <a:lnTo>
                    <a:pt x="151" y="1205"/>
                  </a:lnTo>
                  <a:lnTo>
                    <a:pt x="1" y="1807"/>
                  </a:lnTo>
                  <a:lnTo>
                    <a:pt x="151" y="2560"/>
                  </a:lnTo>
                  <a:lnTo>
                    <a:pt x="603" y="3162"/>
                  </a:lnTo>
                  <a:lnTo>
                    <a:pt x="1205" y="3614"/>
                  </a:lnTo>
                  <a:lnTo>
                    <a:pt x="1958" y="3764"/>
                  </a:lnTo>
                  <a:lnTo>
                    <a:pt x="2560" y="3614"/>
                  </a:lnTo>
                  <a:lnTo>
                    <a:pt x="3162" y="3162"/>
                  </a:lnTo>
                  <a:lnTo>
                    <a:pt x="3614" y="2560"/>
                  </a:lnTo>
                  <a:lnTo>
                    <a:pt x="3764" y="1807"/>
                  </a:lnTo>
                  <a:lnTo>
                    <a:pt x="3614" y="1205"/>
                  </a:lnTo>
                  <a:lnTo>
                    <a:pt x="3162" y="603"/>
                  </a:lnTo>
                  <a:lnTo>
                    <a:pt x="2560" y="151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5170962" y="3113920"/>
              <a:ext cx="30677" cy="63883"/>
            </a:xfrm>
            <a:custGeom>
              <a:rect b="b" l="l" r="r" t="t"/>
              <a:pathLst>
                <a:path extrusionOk="0" h="3765" w="1808">
                  <a:moveTo>
                    <a:pt x="1" y="1"/>
                  </a:moveTo>
                  <a:lnTo>
                    <a:pt x="1" y="3764"/>
                  </a:lnTo>
                  <a:lnTo>
                    <a:pt x="754" y="3614"/>
                  </a:lnTo>
                  <a:lnTo>
                    <a:pt x="1356" y="3162"/>
                  </a:lnTo>
                  <a:lnTo>
                    <a:pt x="1657" y="2560"/>
                  </a:lnTo>
                  <a:lnTo>
                    <a:pt x="1807" y="1807"/>
                  </a:lnTo>
                  <a:lnTo>
                    <a:pt x="1657" y="1205"/>
                  </a:lnTo>
                  <a:lnTo>
                    <a:pt x="1356" y="603"/>
                  </a:lnTo>
                  <a:lnTo>
                    <a:pt x="754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4394478" y="2319553"/>
              <a:ext cx="610474" cy="1136653"/>
            </a:xfrm>
            <a:custGeom>
              <a:rect b="b" l="l" r="r" t="t"/>
              <a:pathLst>
                <a:path extrusionOk="0" h="66990" w="35979">
                  <a:moveTo>
                    <a:pt x="2108" y="0"/>
                  </a:moveTo>
                  <a:lnTo>
                    <a:pt x="1204" y="151"/>
                  </a:lnTo>
                  <a:lnTo>
                    <a:pt x="602" y="602"/>
                  </a:lnTo>
                  <a:lnTo>
                    <a:pt x="151" y="1204"/>
                  </a:lnTo>
                  <a:lnTo>
                    <a:pt x="0" y="2108"/>
                  </a:lnTo>
                  <a:lnTo>
                    <a:pt x="0" y="64882"/>
                  </a:lnTo>
                  <a:lnTo>
                    <a:pt x="151" y="65635"/>
                  </a:lnTo>
                  <a:lnTo>
                    <a:pt x="602" y="66388"/>
                  </a:lnTo>
                  <a:lnTo>
                    <a:pt x="1204" y="66839"/>
                  </a:lnTo>
                  <a:lnTo>
                    <a:pt x="2108" y="66990"/>
                  </a:lnTo>
                  <a:lnTo>
                    <a:pt x="33871" y="66990"/>
                  </a:lnTo>
                  <a:lnTo>
                    <a:pt x="34624" y="66839"/>
                  </a:lnTo>
                  <a:lnTo>
                    <a:pt x="35377" y="66388"/>
                  </a:lnTo>
                  <a:lnTo>
                    <a:pt x="35828" y="65635"/>
                  </a:lnTo>
                  <a:lnTo>
                    <a:pt x="35979" y="64882"/>
                  </a:lnTo>
                  <a:lnTo>
                    <a:pt x="35979" y="2108"/>
                  </a:lnTo>
                  <a:lnTo>
                    <a:pt x="35828" y="1204"/>
                  </a:lnTo>
                  <a:lnTo>
                    <a:pt x="35377" y="602"/>
                  </a:lnTo>
                  <a:lnTo>
                    <a:pt x="34624" y="151"/>
                  </a:lnTo>
                  <a:lnTo>
                    <a:pt x="338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4394478" y="2319553"/>
              <a:ext cx="610474" cy="1136653"/>
            </a:xfrm>
            <a:custGeom>
              <a:rect b="b" l="l" r="r" t="t"/>
              <a:pathLst>
                <a:path extrusionOk="0" fill="none" h="66990" w="35979">
                  <a:moveTo>
                    <a:pt x="33871" y="66990"/>
                  </a:moveTo>
                  <a:lnTo>
                    <a:pt x="2108" y="66990"/>
                  </a:lnTo>
                  <a:lnTo>
                    <a:pt x="2108" y="66990"/>
                  </a:lnTo>
                  <a:lnTo>
                    <a:pt x="1204" y="66839"/>
                  </a:lnTo>
                  <a:lnTo>
                    <a:pt x="602" y="66388"/>
                  </a:lnTo>
                  <a:lnTo>
                    <a:pt x="151" y="65635"/>
                  </a:lnTo>
                  <a:lnTo>
                    <a:pt x="0" y="64882"/>
                  </a:lnTo>
                  <a:lnTo>
                    <a:pt x="0" y="2108"/>
                  </a:lnTo>
                  <a:lnTo>
                    <a:pt x="0" y="2108"/>
                  </a:lnTo>
                  <a:lnTo>
                    <a:pt x="151" y="1204"/>
                  </a:lnTo>
                  <a:lnTo>
                    <a:pt x="602" y="602"/>
                  </a:lnTo>
                  <a:lnTo>
                    <a:pt x="1204" y="151"/>
                  </a:lnTo>
                  <a:lnTo>
                    <a:pt x="2108" y="0"/>
                  </a:lnTo>
                  <a:lnTo>
                    <a:pt x="33871" y="0"/>
                  </a:lnTo>
                  <a:lnTo>
                    <a:pt x="33871" y="0"/>
                  </a:lnTo>
                  <a:lnTo>
                    <a:pt x="34624" y="151"/>
                  </a:lnTo>
                  <a:lnTo>
                    <a:pt x="35377" y="602"/>
                  </a:lnTo>
                  <a:lnTo>
                    <a:pt x="35828" y="1204"/>
                  </a:lnTo>
                  <a:lnTo>
                    <a:pt x="35979" y="2108"/>
                  </a:lnTo>
                  <a:lnTo>
                    <a:pt x="35979" y="64882"/>
                  </a:lnTo>
                  <a:lnTo>
                    <a:pt x="35979" y="64882"/>
                  </a:lnTo>
                  <a:lnTo>
                    <a:pt x="35828" y="65635"/>
                  </a:lnTo>
                  <a:lnTo>
                    <a:pt x="35377" y="66388"/>
                  </a:lnTo>
                  <a:lnTo>
                    <a:pt x="34624" y="66839"/>
                  </a:lnTo>
                  <a:lnTo>
                    <a:pt x="33871" y="6699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4458327" y="2439598"/>
              <a:ext cx="480214" cy="339740"/>
            </a:xfrm>
            <a:custGeom>
              <a:rect b="b" l="l" r="r" t="t"/>
              <a:pathLst>
                <a:path extrusionOk="0" h="20023" w="28302">
                  <a:moveTo>
                    <a:pt x="2259" y="0"/>
                  </a:moveTo>
                  <a:lnTo>
                    <a:pt x="1807" y="151"/>
                  </a:lnTo>
                  <a:lnTo>
                    <a:pt x="1506" y="301"/>
                  </a:lnTo>
                  <a:lnTo>
                    <a:pt x="753" y="753"/>
                  </a:lnTo>
                  <a:lnTo>
                    <a:pt x="302" y="1506"/>
                  </a:lnTo>
                  <a:lnTo>
                    <a:pt x="151" y="1807"/>
                  </a:lnTo>
                  <a:lnTo>
                    <a:pt x="1" y="2258"/>
                  </a:lnTo>
                  <a:lnTo>
                    <a:pt x="1" y="17764"/>
                  </a:lnTo>
                  <a:lnTo>
                    <a:pt x="151" y="18216"/>
                  </a:lnTo>
                  <a:lnTo>
                    <a:pt x="302" y="18667"/>
                  </a:lnTo>
                  <a:lnTo>
                    <a:pt x="753" y="19420"/>
                  </a:lnTo>
                  <a:lnTo>
                    <a:pt x="1506" y="19872"/>
                  </a:lnTo>
                  <a:lnTo>
                    <a:pt x="1807" y="20022"/>
                  </a:lnTo>
                  <a:lnTo>
                    <a:pt x="26495" y="20022"/>
                  </a:lnTo>
                  <a:lnTo>
                    <a:pt x="26947" y="19872"/>
                  </a:lnTo>
                  <a:lnTo>
                    <a:pt x="27700" y="19420"/>
                  </a:lnTo>
                  <a:lnTo>
                    <a:pt x="28151" y="18667"/>
                  </a:lnTo>
                  <a:lnTo>
                    <a:pt x="28302" y="18216"/>
                  </a:lnTo>
                  <a:lnTo>
                    <a:pt x="28302" y="17764"/>
                  </a:lnTo>
                  <a:lnTo>
                    <a:pt x="28302" y="2258"/>
                  </a:lnTo>
                  <a:lnTo>
                    <a:pt x="28302" y="1807"/>
                  </a:lnTo>
                  <a:lnTo>
                    <a:pt x="28151" y="1506"/>
                  </a:lnTo>
                  <a:lnTo>
                    <a:pt x="27700" y="753"/>
                  </a:lnTo>
                  <a:lnTo>
                    <a:pt x="26947" y="301"/>
                  </a:lnTo>
                  <a:lnTo>
                    <a:pt x="26495" y="151"/>
                  </a:lnTo>
                  <a:lnTo>
                    <a:pt x="26044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4458327" y="2439598"/>
              <a:ext cx="480214" cy="339740"/>
            </a:xfrm>
            <a:custGeom>
              <a:rect b="b" l="l" r="r" t="t"/>
              <a:pathLst>
                <a:path extrusionOk="0" fill="none" h="20023" w="28302">
                  <a:moveTo>
                    <a:pt x="26044" y="0"/>
                  </a:moveTo>
                  <a:lnTo>
                    <a:pt x="2259" y="0"/>
                  </a:lnTo>
                  <a:lnTo>
                    <a:pt x="2259" y="0"/>
                  </a:lnTo>
                  <a:lnTo>
                    <a:pt x="1807" y="151"/>
                  </a:lnTo>
                  <a:lnTo>
                    <a:pt x="1506" y="301"/>
                  </a:lnTo>
                  <a:lnTo>
                    <a:pt x="753" y="753"/>
                  </a:lnTo>
                  <a:lnTo>
                    <a:pt x="302" y="1506"/>
                  </a:lnTo>
                  <a:lnTo>
                    <a:pt x="151" y="1807"/>
                  </a:lnTo>
                  <a:lnTo>
                    <a:pt x="1" y="2258"/>
                  </a:lnTo>
                  <a:lnTo>
                    <a:pt x="1" y="17764"/>
                  </a:lnTo>
                  <a:lnTo>
                    <a:pt x="1" y="17764"/>
                  </a:lnTo>
                  <a:lnTo>
                    <a:pt x="151" y="18216"/>
                  </a:lnTo>
                  <a:lnTo>
                    <a:pt x="302" y="18667"/>
                  </a:lnTo>
                  <a:lnTo>
                    <a:pt x="753" y="19420"/>
                  </a:lnTo>
                  <a:lnTo>
                    <a:pt x="1506" y="19872"/>
                  </a:lnTo>
                  <a:lnTo>
                    <a:pt x="1807" y="20022"/>
                  </a:lnTo>
                  <a:lnTo>
                    <a:pt x="2259" y="20022"/>
                  </a:lnTo>
                  <a:lnTo>
                    <a:pt x="26044" y="20022"/>
                  </a:lnTo>
                  <a:lnTo>
                    <a:pt x="26044" y="20022"/>
                  </a:lnTo>
                  <a:lnTo>
                    <a:pt x="26495" y="20022"/>
                  </a:lnTo>
                  <a:lnTo>
                    <a:pt x="26947" y="19872"/>
                  </a:lnTo>
                  <a:lnTo>
                    <a:pt x="27700" y="19420"/>
                  </a:lnTo>
                  <a:lnTo>
                    <a:pt x="28151" y="18667"/>
                  </a:lnTo>
                  <a:lnTo>
                    <a:pt x="28302" y="18216"/>
                  </a:lnTo>
                  <a:lnTo>
                    <a:pt x="28302" y="17764"/>
                  </a:lnTo>
                  <a:lnTo>
                    <a:pt x="28302" y="2258"/>
                  </a:lnTo>
                  <a:lnTo>
                    <a:pt x="28302" y="2258"/>
                  </a:lnTo>
                  <a:lnTo>
                    <a:pt x="28302" y="1807"/>
                  </a:lnTo>
                  <a:lnTo>
                    <a:pt x="28151" y="1506"/>
                  </a:lnTo>
                  <a:lnTo>
                    <a:pt x="27700" y="753"/>
                  </a:lnTo>
                  <a:lnTo>
                    <a:pt x="26947" y="301"/>
                  </a:lnTo>
                  <a:lnTo>
                    <a:pt x="26495" y="151"/>
                  </a:lnTo>
                  <a:lnTo>
                    <a:pt x="260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4458327" y="2827848"/>
              <a:ext cx="480214" cy="232455"/>
            </a:xfrm>
            <a:custGeom>
              <a:rect b="b" l="l" r="r" t="t"/>
              <a:pathLst>
                <a:path extrusionOk="0" h="13700" w="28302">
                  <a:moveTo>
                    <a:pt x="2259" y="0"/>
                  </a:moveTo>
                  <a:lnTo>
                    <a:pt x="1355" y="151"/>
                  </a:lnTo>
                  <a:lnTo>
                    <a:pt x="753" y="602"/>
                  </a:lnTo>
                  <a:lnTo>
                    <a:pt x="302" y="1355"/>
                  </a:lnTo>
                  <a:lnTo>
                    <a:pt x="1" y="2108"/>
                  </a:lnTo>
                  <a:lnTo>
                    <a:pt x="1" y="11592"/>
                  </a:lnTo>
                  <a:lnTo>
                    <a:pt x="302" y="12495"/>
                  </a:lnTo>
                  <a:lnTo>
                    <a:pt x="753" y="13097"/>
                  </a:lnTo>
                  <a:lnTo>
                    <a:pt x="1355" y="13549"/>
                  </a:lnTo>
                  <a:lnTo>
                    <a:pt x="2259" y="13699"/>
                  </a:lnTo>
                  <a:lnTo>
                    <a:pt x="26194" y="13699"/>
                  </a:lnTo>
                  <a:lnTo>
                    <a:pt x="27098" y="13549"/>
                  </a:lnTo>
                  <a:lnTo>
                    <a:pt x="27700" y="13097"/>
                  </a:lnTo>
                  <a:lnTo>
                    <a:pt x="28151" y="12495"/>
                  </a:lnTo>
                  <a:lnTo>
                    <a:pt x="28302" y="11592"/>
                  </a:lnTo>
                  <a:lnTo>
                    <a:pt x="28302" y="2108"/>
                  </a:lnTo>
                  <a:lnTo>
                    <a:pt x="28151" y="1355"/>
                  </a:lnTo>
                  <a:lnTo>
                    <a:pt x="27700" y="602"/>
                  </a:lnTo>
                  <a:lnTo>
                    <a:pt x="27098" y="151"/>
                  </a:lnTo>
                  <a:lnTo>
                    <a:pt x="26194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4458327" y="2827848"/>
              <a:ext cx="480214" cy="232455"/>
            </a:xfrm>
            <a:custGeom>
              <a:rect b="b" l="l" r="r" t="t"/>
              <a:pathLst>
                <a:path extrusionOk="0" fill="none" h="13700" w="28302">
                  <a:moveTo>
                    <a:pt x="26194" y="0"/>
                  </a:moveTo>
                  <a:lnTo>
                    <a:pt x="2259" y="0"/>
                  </a:lnTo>
                  <a:lnTo>
                    <a:pt x="2259" y="0"/>
                  </a:lnTo>
                  <a:lnTo>
                    <a:pt x="1355" y="151"/>
                  </a:lnTo>
                  <a:lnTo>
                    <a:pt x="753" y="602"/>
                  </a:lnTo>
                  <a:lnTo>
                    <a:pt x="302" y="1355"/>
                  </a:lnTo>
                  <a:lnTo>
                    <a:pt x="1" y="2108"/>
                  </a:lnTo>
                  <a:lnTo>
                    <a:pt x="1" y="11592"/>
                  </a:lnTo>
                  <a:lnTo>
                    <a:pt x="1" y="11592"/>
                  </a:lnTo>
                  <a:lnTo>
                    <a:pt x="302" y="12495"/>
                  </a:lnTo>
                  <a:lnTo>
                    <a:pt x="753" y="13097"/>
                  </a:lnTo>
                  <a:lnTo>
                    <a:pt x="1355" y="13549"/>
                  </a:lnTo>
                  <a:lnTo>
                    <a:pt x="2259" y="13699"/>
                  </a:lnTo>
                  <a:lnTo>
                    <a:pt x="26194" y="13699"/>
                  </a:lnTo>
                  <a:lnTo>
                    <a:pt x="26194" y="13699"/>
                  </a:lnTo>
                  <a:lnTo>
                    <a:pt x="27098" y="13549"/>
                  </a:lnTo>
                  <a:lnTo>
                    <a:pt x="27700" y="13097"/>
                  </a:lnTo>
                  <a:lnTo>
                    <a:pt x="28151" y="12495"/>
                  </a:lnTo>
                  <a:lnTo>
                    <a:pt x="28302" y="11592"/>
                  </a:lnTo>
                  <a:lnTo>
                    <a:pt x="28302" y="2108"/>
                  </a:lnTo>
                  <a:lnTo>
                    <a:pt x="28302" y="2108"/>
                  </a:lnTo>
                  <a:lnTo>
                    <a:pt x="28151" y="1355"/>
                  </a:lnTo>
                  <a:lnTo>
                    <a:pt x="27700" y="602"/>
                  </a:lnTo>
                  <a:lnTo>
                    <a:pt x="27098" y="151"/>
                  </a:lnTo>
                  <a:lnTo>
                    <a:pt x="261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4524738" y="2858492"/>
              <a:ext cx="163499" cy="86874"/>
            </a:xfrm>
            <a:custGeom>
              <a:rect b="b" l="l" r="r" t="t"/>
              <a:pathLst>
                <a:path extrusionOk="0" h="5120" w="9636">
                  <a:moveTo>
                    <a:pt x="4667" y="1"/>
                  </a:moveTo>
                  <a:lnTo>
                    <a:pt x="3915" y="151"/>
                  </a:lnTo>
                  <a:lnTo>
                    <a:pt x="3162" y="302"/>
                  </a:lnTo>
                  <a:lnTo>
                    <a:pt x="2409" y="603"/>
                  </a:lnTo>
                  <a:lnTo>
                    <a:pt x="1807" y="904"/>
                  </a:lnTo>
                  <a:lnTo>
                    <a:pt x="1205" y="1506"/>
                  </a:lnTo>
                  <a:lnTo>
                    <a:pt x="753" y="1958"/>
                  </a:lnTo>
                  <a:lnTo>
                    <a:pt x="302" y="2710"/>
                  </a:lnTo>
                  <a:lnTo>
                    <a:pt x="1" y="3313"/>
                  </a:lnTo>
                  <a:lnTo>
                    <a:pt x="4667" y="5119"/>
                  </a:lnTo>
                  <a:lnTo>
                    <a:pt x="9635" y="4216"/>
                  </a:lnTo>
                  <a:lnTo>
                    <a:pt x="9334" y="3313"/>
                  </a:lnTo>
                  <a:lnTo>
                    <a:pt x="9033" y="2560"/>
                  </a:lnTo>
                  <a:lnTo>
                    <a:pt x="8581" y="1807"/>
                  </a:lnTo>
                  <a:lnTo>
                    <a:pt x="7829" y="1205"/>
                  </a:lnTo>
                  <a:lnTo>
                    <a:pt x="7226" y="753"/>
                  </a:lnTo>
                  <a:lnTo>
                    <a:pt x="6474" y="452"/>
                  </a:lnTo>
                  <a:lnTo>
                    <a:pt x="5570" y="151"/>
                  </a:lnTo>
                  <a:lnTo>
                    <a:pt x="46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4519630" y="2914688"/>
              <a:ext cx="168606" cy="114955"/>
            </a:xfrm>
            <a:custGeom>
              <a:rect b="b" l="l" r="r" t="t"/>
              <a:pathLst>
                <a:path extrusionOk="0" h="6775" w="9937">
                  <a:moveTo>
                    <a:pt x="302" y="1"/>
                  </a:moveTo>
                  <a:lnTo>
                    <a:pt x="0" y="904"/>
                  </a:lnTo>
                  <a:lnTo>
                    <a:pt x="0" y="1807"/>
                  </a:lnTo>
                  <a:lnTo>
                    <a:pt x="0" y="2861"/>
                  </a:lnTo>
                  <a:lnTo>
                    <a:pt x="302" y="3764"/>
                  </a:lnTo>
                  <a:lnTo>
                    <a:pt x="753" y="4517"/>
                  </a:lnTo>
                  <a:lnTo>
                    <a:pt x="1506" y="5269"/>
                  </a:lnTo>
                  <a:lnTo>
                    <a:pt x="2108" y="5872"/>
                  </a:lnTo>
                  <a:lnTo>
                    <a:pt x="3011" y="6474"/>
                  </a:lnTo>
                  <a:lnTo>
                    <a:pt x="3914" y="6775"/>
                  </a:lnTo>
                  <a:lnTo>
                    <a:pt x="6022" y="6775"/>
                  </a:lnTo>
                  <a:lnTo>
                    <a:pt x="6925" y="6474"/>
                  </a:lnTo>
                  <a:lnTo>
                    <a:pt x="7828" y="5872"/>
                  </a:lnTo>
                  <a:lnTo>
                    <a:pt x="8581" y="5269"/>
                  </a:lnTo>
                  <a:lnTo>
                    <a:pt x="9183" y="4517"/>
                  </a:lnTo>
                  <a:lnTo>
                    <a:pt x="9635" y="3764"/>
                  </a:lnTo>
                  <a:lnTo>
                    <a:pt x="9936" y="2861"/>
                  </a:lnTo>
                  <a:lnTo>
                    <a:pt x="9936" y="1807"/>
                  </a:lnTo>
                  <a:lnTo>
                    <a:pt x="9936" y="904"/>
                  </a:lnTo>
                  <a:lnTo>
                    <a:pt x="4968" y="1807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4805702" y="2932572"/>
              <a:ext cx="30677" cy="97071"/>
            </a:xfrm>
            <a:custGeom>
              <a:rect b="b" l="l" r="r" t="t"/>
              <a:pathLst>
                <a:path extrusionOk="0" h="5721" w="1808">
                  <a:moveTo>
                    <a:pt x="1" y="0"/>
                  </a:moveTo>
                  <a:lnTo>
                    <a:pt x="1" y="5721"/>
                  </a:lnTo>
                  <a:lnTo>
                    <a:pt x="1807" y="5721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4749506" y="2983661"/>
              <a:ext cx="33222" cy="45982"/>
            </a:xfrm>
            <a:custGeom>
              <a:rect b="b" l="l" r="r" t="t"/>
              <a:pathLst>
                <a:path extrusionOk="0" h="2710" w="1958">
                  <a:moveTo>
                    <a:pt x="1" y="0"/>
                  </a:moveTo>
                  <a:lnTo>
                    <a:pt x="1" y="2710"/>
                  </a:lnTo>
                  <a:lnTo>
                    <a:pt x="1958" y="2710"/>
                  </a:lnTo>
                  <a:lnTo>
                    <a:pt x="19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4749506" y="2958108"/>
              <a:ext cx="33222" cy="25570"/>
            </a:xfrm>
            <a:custGeom>
              <a:rect b="b" l="l" r="r" t="t"/>
              <a:pathLst>
                <a:path extrusionOk="0" h="1507" w="1958">
                  <a:moveTo>
                    <a:pt x="1" y="1"/>
                  </a:moveTo>
                  <a:lnTo>
                    <a:pt x="1" y="1506"/>
                  </a:lnTo>
                  <a:lnTo>
                    <a:pt x="1958" y="1506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4805702" y="2873813"/>
              <a:ext cx="30677" cy="58775"/>
            </a:xfrm>
            <a:custGeom>
              <a:rect b="b" l="l" r="r" t="t"/>
              <a:pathLst>
                <a:path extrusionOk="0" h="3464" w="1808">
                  <a:moveTo>
                    <a:pt x="1" y="1"/>
                  </a:moveTo>
                  <a:lnTo>
                    <a:pt x="1" y="3463"/>
                  </a:lnTo>
                  <a:lnTo>
                    <a:pt x="1807" y="3463"/>
                  </a:lnTo>
                  <a:lnTo>
                    <a:pt x="18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4859354" y="2950456"/>
              <a:ext cx="33222" cy="79187"/>
            </a:xfrm>
            <a:custGeom>
              <a:rect b="b" l="l" r="r" t="t"/>
              <a:pathLst>
                <a:path extrusionOk="0" h="4667" w="1958">
                  <a:moveTo>
                    <a:pt x="0" y="0"/>
                  </a:moveTo>
                  <a:lnTo>
                    <a:pt x="0" y="4667"/>
                  </a:lnTo>
                  <a:lnTo>
                    <a:pt x="1957" y="4667"/>
                  </a:lnTo>
                  <a:lnTo>
                    <a:pt x="19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859354" y="2914688"/>
              <a:ext cx="33222" cy="35784"/>
            </a:xfrm>
            <a:custGeom>
              <a:rect b="b" l="l" r="r" t="t"/>
              <a:pathLst>
                <a:path extrusionOk="0" h="2109" w="1958">
                  <a:moveTo>
                    <a:pt x="0" y="1"/>
                  </a:moveTo>
                  <a:lnTo>
                    <a:pt x="0" y="2108"/>
                  </a:lnTo>
                  <a:lnTo>
                    <a:pt x="1957" y="2108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4514523" y="2513678"/>
              <a:ext cx="367821" cy="168589"/>
            </a:xfrm>
            <a:custGeom>
              <a:rect b="b" l="l" r="r" t="t"/>
              <a:pathLst>
                <a:path extrusionOk="0" h="9936" w="21678">
                  <a:moveTo>
                    <a:pt x="17613" y="0"/>
                  </a:moveTo>
                  <a:lnTo>
                    <a:pt x="17162" y="301"/>
                  </a:lnTo>
                  <a:lnTo>
                    <a:pt x="16861" y="602"/>
                  </a:lnTo>
                  <a:lnTo>
                    <a:pt x="16259" y="1806"/>
                  </a:lnTo>
                  <a:lnTo>
                    <a:pt x="15807" y="3462"/>
                  </a:lnTo>
                  <a:lnTo>
                    <a:pt x="15506" y="4366"/>
                  </a:lnTo>
                  <a:lnTo>
                    <a:pt x="15054" y="5118"/>
                  </a:lnTo>
                  <a:lnTo>
                    <a:pt x="14753" y="5720"/>
                  </a:lnTo>
                  <a:lnTo>
                    <a:pt x="14302" y="6022"/>
                  </a:lnTo>
                  <a:lnTo>
                    <a:pt x="13699" y="6323"/>
                  </a:lnTo>
                  <a:lnTo>
                    <a:pt x="13097" y="6473"/>
                  </a:lnTo>
                  <a:lnTo>
                    <a:pt x="12043" y="6473"/>
                  </a:lnTo>
                  <a:lnTo>
                    <a:pt x="10839" y="6022"/>
                  </a:lnTo>
                  <a:lnTo>
                    <a:pt x="9635" y="5269"/>
                  </a:lnTo>
                  <a:lnTo>
                    <a:pt x="8581" y="4516"/>
                  </a:lnTo>
                  <a:lnTo>
                    <a:pt x="7678" y="3462"/>
                  </a:lnTo>
                  <a:lnTo>
                    <a:pt x="7377" y="3161"/>
                  </a:lnTo>
                  <a:lnTo>
                    <a:pt x="6925" y="2860"/>
                  </a:lnTo>
                  <a:lnTo>
                    <a:pt x="6474" y="2710"/>
                  </a:lnTo>
                  <a:lnTo>
                    <a:pt x="5721" y="2710"/>
                  </a:lnTo>
                  <a:lnTo>
                    <a:pt x="5119" y="2860"/>
                  </a:lnTo>
                  <a:lnTo>
                    <a:pt x="4215" y="3462"/>
                  </a:lnTo>
                  <a:lnTo>
                    <a:pt x="3162" y="4366"/>
                  </a:lnTo>
                  <a:lnTo>
                    <a:pt x="2258" y="5570"/>
                  </a:lnTo>
                  <a:lnTo>
                    <a:pt x="1205" y="7075"/>
                  </a:lnTo>
                  <a:lnTo>
                    <a:pt x="151" y="8882"/>
                  </a:lnTo>
                  <a:lnTo>
                    <a:pt x="0" y="9183"/>
                  </a:lnTo>
                  <a:lnTo>
                    <a:pt x="151" y="9635"/>
                  </a:lnTo>
                  <a:lnTo>
                    <a:pt x="452" y="9936"/>
                  </a:lnTo>
                  <a:lnTo>
                    <a:pt x="21226" y="9936"/>
                  </a:lnTo>
                  <a:lnTo>
                    <a:pt x="21527" y="9635"/>
                  </a:lnTo>
                  <a:lnTo>
                    <a:pt x="21678" y="9183"/>
                  </a:lnTo>
                  <a:lnTo>
                    <a:pt x="21527" y="8882"/>
                  </a:lnTo>
                  <a:lnTo>
                    <a:pt x="21226" y="7828"/>
                  </a:lnTo>
                  <a:lnTo>
                    <a:pt x="20775" y="6624"/>
                  </a:lnTo>
                  <a:lnTo>
                    <a:pt x="20474" y="5269"/>
                  </a:lnTo>
                  <a:lnTo>
                    <a:pt x="20173" y="3462"/>
                  </a:lnTo>
                  <a:lnTo>
                    <a:pt x="19872" y="2108"/>
                  </a:lnTo>
                  <a:lnTo>
                    <a:pt x="19570" y="903"/>
                  </a:lnTo>
                  <a:lnTo>
                    <a:pt x="18968" y="301"/>
                  </a:lnTo>
                  <a:lnTo>
                    <a:pt x="186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4458327" y="3131804"/>
              <a:ext cx="114955" cy="112410"/>
            </a:xfrm>
            <a:custGeom>
              <a:rect b="b" l="l" r="r" t="t"/>
              <a:pathLst>
                <a:path extrusionOk="0" h="6625" w="6775">
                  <a:moveTo>
                    <a:pt x="3463" y="452"/>
                  </a:moveTo>
                  <a:lnTo>
                    <a:pt x="3915" y="603"/>
                  </a:lnTo>
                  <a:lnTo>
                    <a:pt x="4517" y="753"/>
                  </a:lnTo>
                  <a:lnTo>
                    <a:pt x="4968" y="1054"/>
                  </a:lnTo>
                  <a:lnTo>
                    <a:pt x="5420" y="1355"/>
                  </a:lnTo>
                  <a:lnTo>
                    <a:pt x="5721" y="1807"/>
                  </a:lnTo>
                  <a:lnTo>
                    <a:pt x="6022" y="2258"/>
                  </a:lnTo>
                  <a:lnTo>
                    <a:pt x="6173" y="2710"/>
                  </a:lnTo>
                  <a:lnTo>
                    <a:pt x="6173" y="3312"/>
                  </a:lnTo>
                  <a:lnTo>
                    <a:pt x="6173" y="3914"/>
                  </a:lnTo>
                  <a:lnTo>
                    <a:pt x="6022" y="4366"/>
                  </a:lnTo>
                  <a:lnTo>
                    <a:pt x="5721" y="4818"/>
                  </a:lnTo>
                  <a:lnTo>
                    <a:pt x="5420" y="5269"/>
                  </a:lnTo>
                  <a:lnTo>
                    <a:pt x="4968" y="5570"/>
                  </a:lnTo>
                  <a:lnTo>
                    <a:pt x="4517" y="5871"/>
                  </a:lnTo>
                  <a:lnTo>
                    <a:pt x="3915" y="6022"/>
                  </a:lnTo>
                  <a:lnTo>
                    <a:pt x="2861" y="6022"/>
                  </a:lnTo>
                  <a:lnTo>
                    <a:pt x="2259" y="5871"/>
                  </a:lnTo>
                  <a:lnTo>
                    <a:pt x="1807" y="5570"/>
                  </a:lnTo>
                  <a:lnTo>
                    <a:pt x="1506" y="5269"/>
                  </a:lnTo>
                  <a:lnTo>
                    <a:pt x="1054" y="4818"/>
                  </a:lnTo>
                  <a:lnTo>
                    <a:pt x="904" y="4366"/>
                  </a:lnTo>
                  <a:lnTo>
                    <a:pt x="753" y="3914"/>
                  </a:lnTo>
                  <a:lnTo>
                    <a:pt x="603" y="3312"/>
                  </a:lnTo>
                  <a:lnTo>
                    <a:pt x="753" y="2710"/>
                  </a:lnTo>
                  <a:lnTo>
                    <a:pt x="904" y="2258"/>
                  </a:lnTo>
                  <a:lnTo>
                    <a:pt x="1054" y="1807"/>
                  </a:lnTo>
                  <a:lnTo>
                    <a:pt x="1506" y="1355"/>
                  </a:lnTo>
                  <a:lnTo>
                    <a:pt x="1807" y="1054"/>
                  </a:lnTo>
                  <a:lnTo>
                    <a:pt x="2259" y="753"/>
                  </a:lnTo>
                  <a:lnTo>
                    <a:pt x="2861" y="603"/>
                  </a:lnTo>
                  <a:lnTo>
                    <a:pt x="3463" y="452"/>
                  </a:lnTo>
                  <a:close/>
                  <a:moveTo>
                    <a:pt x="2710" y="0"/>
                  </a:moveTo>
                  <a:lnTo>
                    <a:pt x="2108" y="151"/>
                  </a:lnTo>
                  <a:lnTo>
                    <a:pt x="1506" y="603"/>
                  </a:lnTo>
                  <a:lnTo>
                    <a:pt x="1054" y="904"/>
                  </a:lnTo>
                  <a:lnTo>
                    <a:pt x="603" y="1506"/>
                  </a:lnTo>
                  <a:lnTo>
                    <a:pt x="302" y="1957"/>
                  </a:lnTo>
                  <a:lnTo>
                    <a:pt x="151" y="2560"/>
                  </a:lnTo>
                  <a:lnTo>
                    <a:pt x="1" y="3312"/>
                  </a:lnTo>
                  <a:lnTo>
                    <a:pt x="151" y="3914"/>
                  </a:lnTo>
                  <a:lnTo>
                    <a:pt x="302" y="4667"/>
                  </a:lnTo>
                  <a:lnTo>
                    <a:pt x="603" y="5119"/>
                  </a:lnTo>
                  <a:lnTo>
                    <a:pt x="1054" y="5721"/>
                  </a:lnTo>
                  <a:lnTo>
                    <a:pt x="1506" y="6022"/>
                  </a:lnTo>
                  <a:lnTo>
                    <a:pt x="2108" y="6323"/>
                  </a:lnTo>
                  <a:lnTo>
                    <a:pt x="2710" y="6624"/>
                  </a:lnTo>
                  <a:lnTo>
                    <a:pt x="4065" y="6624"/>
                  </a:lnTo>
                  <a:lnTo>
                    <a:pt x="4667" y="6323"/>
                  </a:lnTo>
                  <a:lnTo>
                    <a:pt x="5269" y="6022"/>
                  </a:lnTo>
                  <a:lnTo>
                    <a:pt x="5721" y="5721"/>
                  </a:lnTo>
                  <a:lnTo>
                    <a:pt x="6173" y="5119"/>
                  </a:lnTo>
                  <a:lnTo>
                    <a:pt x="6474" y="4667"/>
                  </a:lnTo>
                  <a:lnTo>
                    <a:pt x="6624" y="3914"/>
                  </a:lnTo>
                  <a:lnTo>
                    <a:pt x="6775" y="3312"/>
                  </a:lnTo>
                  <a:lnTo>
                    <a:pt x="6624" y="2560"/>
                  </a:lnTo>
                  <a:lnTo>
                    <a:pt x="6474" y="1957"/>
                  </a:lnTo>
                  <a:lnTo>
                    <a:pt x="6173" y="1506"/>
                  </a:lnTo>
                  <a:lnTo>
                    <a:pt x="5721" y="904"/>
                  </a:lnTo>
                  <a:lnTo>
                    <a:pt x="5269" y="603"/>
                  </a:lnTo>
                  <a:lnTo>
                    <a:pt x="4667" y="151"/>
                  </a:lnTo>
                  <a:lnTo>
                    <a:pt x="406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4468541" y="3139473"/>
              <a:ext cx="94526" cy="94509"/>
            </a:xfrm>
            <a:custGeom>
              <a:rect b="b" l="l" r="r" t="t"/>
              <a:pathLst>
                <a:path extrusionOk="0" fill="none" h="5570" w="5571">
                  <a:moveTo>
                    <a:pt x="2861" y="0"/>
                  </a:moveTo>
                  <a:lnTo>
                    <a:pt x="2861" y="0"/>
                  </a:lnTo>
                  <a:lnTo>
                    <a:pt x="3313" y="151"/>
                  </a:lnTo>
                  <a:lnTo>
                    <a:pt x="3915" y="301"/>
                  </a:lnTo>
                  <a:lnTo>
                    <a:pt x="4366" y="602"/>
                  </a:lnTo>
                  <a:lnTo>
                    <a:pt x="4818" y="903"/>
                  </a:lnTo>
                  <a:lnTo>
                    <a:pt x="5119" y="1355"/>
                  </a:lnTo>
                  <a:lnTo>
                    <a:pt x="5420" y="1806"/>
                  </a:lnTo>
                  <a:lnTo>
                    <a:pt x="5571" y="2258"/>
                  </a:lnTo>
                  <a:lnTo>
                    <a:pt x="5571" y="2860"/>
                  </a:lnTo>
                  <a:lnTo>
                    <a:pt x="5571" y="2860"/>
                  </a:lnTo>
                  <a:lnTo>
                    <a:pt x="5571" y="3462"/>
                  </a:lnTo>
                  <a:lnTo>
                    <a:pt x="5420" y="3914"/>
                  </a:lnTo>
                  <a:lnTo>
                    <a:pt x="5119" y="4366"/>
                  </a:lnTo>
                  <a:lnTo>
                    <a:pt x="4818" y="4817"/>
                  </a:lnTo>
                  <a:lnTo>
                    <a:pt x="4366" y="5118"/>
                  </a:lnTo>
                  <a:lnTo>
                    <a:pt x="3915" y="5419"/>
                  </a:lnTo>
                  <a:lnTo>
                    <a:pt x="3313" y="5570"/>
                  </a:lnTo>
                  <a:lnTo>
                    <a:pt x="2861" y="5570"/>
                  </a:lnTo>
                  <a:lnTo>
                    <a:pt x="2861" y="5570"/>
                  </a:lnTo>
                  <a:lnTo>
                    <a:pt x="2259" y="5570"/>
                  </a:lnTo>
                  <a:lnTo>
                    <a:pt x="1657" y="5419"/>
                  </a:lnTo>
                  <a:lnTo>
                    <a:pt x="1205" y="5118"/>
                  </a:lnTo>
                  <a:lnTo>
                    <a:pt x="904" y="4817"/>
                  </a:lnTo>
                  <a:lnTo>
                    <a:pt x="452" y="4366"/>
                  </a:lnTo>
                  <a:lnTo>
                    <a:pt x="302" y="3914"/>
                  </a:lnTo>
                  <a:lnTo>
                    <a:pt x="151" y="3462"/>
                  </a:lnTo>
                  <a:lnTo>
                    <a:pt x="1" y="2860"/>
                  </a:lnTo>
                  <a:lnTo>
                    <a:pt x="1" y="2860"/>
                  </a:lnTo>
                  <a:lnTo>
                    <a:pt x="151" y="2258"/>
                  </a:lnTo>
                  <a:lnTo>
                    <a:pt x="302" y="1806"/>
                  </a:lnTo>
                  <a:lnTo>
                    <a:pt x="452" y="1355"/>
                  </a:lnTo>
                  <a:lnTo>
                    <a:pt x="904" y="903"/>
                  </a:lnTo>
                  <a:lnTo>
                    <a:pt x="1205" y="602"/>
                  </a:lnTo>
                  <a:lnTo>
                    <a:pt x="1657" y="301"/>
                  </a:lnTo>
                  <a:lnTo>
                    <a:pt x="2259" y="151"/>
                  </a:lnTo>
                  <a:lnTo>
                    <a:pt x="286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4458327" y="3131804"/>
              <a:ext cx="114955" cy="112410"/>
            </a:xfrm>
            <a:custGeom>
              <a:rect b="b" l="l" r="r" t="t"/>
              <a:pathLst>
                <a:path extrusionOk="0" fill="none" h="6625" w="6775">
                  <a:moveTo>
                    <a:pt x="3463" y="0"/>
                  </a:moveTo>
                  <a:lnTo>
                    <a:pt x="3463" y="0"/>
                  </a:lnTo>
                  <a:lnTo>
                    <a:pt x="2710" y="0"/>
                  </a:lnTo>
                  <a:lnTo>
                    <a:pt x="2108" y="151"/>
                  </a:lnTo>
                  <a:lnTo>
                    <a:pt x="1506" y="603"/>
                  </a:lnTo>
                  <a:lnTo>
                    <a:pt x="1054" y="904"/>
                  </a:lnTo>
                  <a:lnTo>
                    <a:pt x="603" y="1506"/>
                  </a:lnTo>
                  <a:lnTo>
                    <a:pt x="302" y="1957"/>
                  </a:lnTo>
                  <a:lnTo>
                    <a:pt x="151" y="2560"/>
                  </a:lnTo>
                  <a:lnTo>
                    <a:pt x="1" y="3312"/>
                  </a:lnTo>
                  <a:lnTo>
                    <a:pt x="1" y="3312"/>
                  </a:lnTo>
                  <a:lnTo>
                    <a:pt x="151" y="3914"/>
                  </a:lnTo>
                  <a:lnTo>
                    <a:pt x="302" y="4667"/>
                  </a:lnTo>
                  <a:lnTo>
                    <a:pt x="603" y="5119"/>
                  </a:lnTo>
                  <a:lnTo>
                    <a:pt x="1054" y="5721"/>
                  </a:lnTo>
                  <a:lnTo>
                    <a:pt x="1506" y="6022"/>
                  </a:lnTo>
                  <a:lnTo>
                    <a:pt x="2108" y="6323"/>
                  </a:lnTo>
                  <a:lnTo>
                    <a:pt x="2710" y="6624"/>
                  </a:lnTo>
                  <a:lnTo>
                    <a:pt x="3463" y="6624"/>
                  </a:lnTo>
                  <a:lnTo>
                    <a:pt x="3463" y="6624"/>
                  </a:lnTo>
                  <a:lnTo>
                    <a:pt x="4065" y="6624"/>
                  </a:lnTo>
                  <a:lnTo>
                    <a:pt x="4667" y="6323"/>
                  </a:lnTo>
                  <a:lnTo>
                    <a:pt x="5269" y="6022"/>
                  </a:lnTo>
                  <a:lnTo>
                    <a:pt x="5721" y="5721"/>
                  </a:lnTo>
                  <a:lnTo>
                    <a:pt x="6173" y="5119"/>
                  </a:lnTo>
                  <a:lnTo>
                    <a:pt x="6474" y="4667"/>
                  </a:lnTo>
                  <a:lnTo>
                    <a:pt x="6624" y="3914"/>
                  </a:lnTo>
                  <a:lnTo>
                    <a:pt x="6775" y="3312"/>
                  </a:lnTo>
                  <a:lnTo>
                    <a:pt x="6775" y="3312"/>
                  </a:lnTo>
                  <a:lnTo>
                    <a:pt x="6624" y="2560"/>
                  </a:lnTo>
                  <a:lnTo>
                    <a:pt x="6474" y="1957"/>
                  </a:lnTo>
                  <a:lnTo>
                    <a:pt x="6173" y="1506"/>
                  </a:lnTo>
                  <a:lnTo>
                    <a:pt x="5721" y="904"/>
                  </a:lnTo>
                  <a:lnTo>
                    <a:pt x="5269" y="603"/>
                  </a:lnTo>
                  <a:lnTo>
                    <a:pt x="4667" y="151"/>
                  </a:lnTo>
                  <a:lnTo>
                    <a:pt x="4065" y="0"/>
                  </a:lnTo>
                  <a:lnTo>
                    <a:pt x="3463" y="0"/>
                  </a:lnTo>
                  <a:lnTo>
                    <a:pt x="346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4614139" y="3131804"/>
              <a:ext cx="112410" cy="112410"/>
            </a:xfrm>
            <a:custGeom>
              <a:rect b="b" l="l" r="r" t="t"/>
              <a:pathLst>
                <a:path extrusionOk="0" h="6625" w="6625">
                  <a:moveTo>
                    <a:pt x="3312" y="452"/>
                  </a:moveTo>
                  <a:lnTo>
                    <a:pt x="3914" y="603"/>
                  </a:lnTo>
                  <a:lnTo>
                    <a:pt x="4366" y="753"/>
                  </a:lnTo>
                  <a:lnTo>
                    <a:pt x="4818" y="1054"/>
                  </a:lnTo>
                  <a:lnTo>
                    <a:pt x="5269" y="1355"/>
                  </a:lnTo>
                  <a:lnTo>
                    <a:pt x="5570" y="1807"/>
                  </a:lnTo>
                  <a:lnTo>
                    <a:pt x="5871" y="2258"/>
                  </a:lnTo>
                  <a:lnTo>
                    <a:pt x="6022" y="2710"/>
                  </a:lnTo>
                  <a:lnTo>
                    <a:pt x="6172" y="3312"/>
                  </a:lnTo>
                  <a:lnTo>
                    <a:pt x="6022" y="3914"/>
                  </a:lnTo>
                  <a:lnTo>
                    <a:pt x="5871" y="4366"/>
                  </a:lnTo>
                  <a:lnTo>
                    <a:pt x="5570" y="4818"/>
                  </a:lnTo>
                  <a:lnTo>
                    <a:pt x="5269" y="5269"/>
                  </a:lnTo>
                  <a:lnTo>
                    <a:pt x="4818" y="5570"/>
                  </a:lnTo>
                  <a:lnTo>
                    <a:pt x="4366" y="5871"/>
                  </a:lnTo>
                  <a:lnTo>
                    <a:pt x="3914" y="6022"/>
                  </a:lnTo>
                  <a:lnTo>
                    <a:pt x="2710" y="6022"/>
                  </a:lnTo>
                  <a:lnTo>
                    <a:pt x="2258" y="5871"/>
                  </a:lnTo>
                  <a:lnTo>
                    <a:pt x="1807" y="5570"/>
                  </a:lnTo>
                  <a:lnTo>
                    <a:pt x="1355" y="5269"/>
                  </a:lnTo>
                  <a:lnTo>
                    <a:pt x="1054" y="4818"/>
                  </a:lnTo>
                  <a:lnTo>
                    <a:pt x="753" y="4366"/>
                  </a:lnTo>
                  <a:lnTo>
                    <a:pt x="603" y="3914"/>
                  </a:lnTo>
                  <a:lnTo>
                    <a:pt x="452" y="3312"/>
                  </a:lnTo>
                  <a:lnTo>
                    <a:pt x="603" y="2710"/>
                  </a:lnTo>
                  <a:lnTo>
                    <a:pt x="753" y="2258"/>
                  </a:lnTo>
                  <a:lnTo>
                    <a:pt x="1054" y="1807"/>
                  </a:lnTo>
                  <a:lnTo>
                    <a:pt x="1355" y="1355"/>
                  </a:lnTo>
                  <a:lnTo>
                    <a:pt x="1807" y="1054"/>
                  </a:lnTo>
                  <a:lnTo>
                    <a:pt x="2258" y="753"/>
                  </a:lnTo>
                  <a:lnTo>
                    <a:pt x="2710" y="603"/>
                  </a:lnTo>
                  <a:lnTo>
                    <a:pt x="3312" y="452"/>
                  </a:lnTo>
                  <a:close/>
                  <a:moveTo>
                    <a:pt x="2710" y="0"/>
                  </a:moveTo>
                  <a:lnTo>
                    <a:pt x="1957" y="151"/>
                  </a:lnTo>
                  <a:lnTo>
                    <a:pt x="1506" y="603"/>
                  </a:lnTo>
                  <a:lnTo>
                    <a:pt x="904" y="904"/>
                  </a:lnTo>
                  <a:lnTo>
                    <a:pt x="603" y="1506"/>
                  </a:lnTo>
                  <a:lnTo>
                    <a:pt x="301" y="1957"/>
                  </a:lnTo>
                  <a:lnTo>
                    <a:pt x="0" y="2560"/>
                  </a:lnTo>
                  <a:lnTo>
                    <a:pt x="0" y="3312"/>
                  </a:lnTo>
                  <a:lnTo>
                    <a:pt x="0" y="3914"/>
                  </a:lnTo>
                  <a:lnTo>
                    <a:pt x="301" y="4667"/>
                  </a:lnTo>
                  <a:lnTo>
                    <a:pt x="603" y="5119"/>
                  </a:lnTo>
                  <a:lnTo>
                    <a:pt x="904" y="5721"/>
                  </a:lnTo>
                  <a:lnTo>
                    <a:pt x="1506" y="6022"/>
                  </a:lnTo>
                  <a:lnTo>
                    <a:pt x="1957" y="6323"/>
                  </a:lnTo>
                  <a:lnTo>
                    <a:pt x="2710" y="6624"/>
                  </a:lnTo>
                  <a:lnTo>
                    <a:pt x="3914" y="6624"/>
                  </a:lnTo>
                  <a:lnTo>
                    <a:pt x="4667" y="6323"/>
                  </a:lnTo>
                  <a:lnTo>
                    <a:pt x="5119" y="6022"/>
                  </a:lnTo>
                  <a:lnTo>
                    <a:pt x="5721" y="5721"/>
                  </a:lnTo>
                  <a:lnTo>
                    <a:pt x="6022" y="5119"/>
                  </a:lnTo>
                  <a:lnTo>
                    <a:pt x="6323" y="4667"/>
                  </a:lnTo>
                  <a:lnTo>
                    <a:pt x="6624" y="3914"/>
                  </a:lnTo>
                  <a:lnTo>
                    <a:pt x="6624" y="3312"/>
                  </a:lnTo>
                  <a:lnTo>
                    <a:pt x="6624" y="2560"/>
                  </a:lnTo>
                  <a:lnTo>
                    <a:pt x="6323" y="1957"/>
                  </a:lnTo>
                  <a:lnTo>
                    <a:pt x="6022" y="1506"/>
                  </a:lnTo>
                  <a:lnTo>
                    <a:pt x="5721" y="904"/>
                  </a:lnTo>
                  <a:lnTo>
                    <a:pt x="5119" y="603"/>
                  </a:lnTo>
                  <a:lnTo>
                    <a:pt x="4667" y="151"/>
                  </a:lnTo>
                  <a:lnTo>
                    <a:pt x="39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4889997" y="3313153"/>
              <a:ext cx="48544" cy="51106"/>
            </a:xfrm>
            <a:custGeom>
              <a:rect b="b" l="l" r="r" t="t"/>
              <a:pathLst>
                <a:path extrusionOk="0" h="3012" w="2861">
                  <a:moveTo>
                    <a:pt x="1506" y="1"/>
                  </a:moveTo>
                  <a:lnTo>
                    <a:pt x="904" y="151"/>
                  </a:lnTo>
                  <a:lnTo>
                    <a:pt x="452" y="452"/>
                  </a:lnTo>
                  <a:lnTo>
                    <a:pt x="151" y="904"/>
                  </a:lnTo>
                  <a:lnTo>
                    <a:pt x="1" y="1506"/>
                  </a:lnTo>
                  <a:lnTo>
                    <a:pt x="151" y="2108"/>
                  </a:lnTo>
                  <a:lnTo>
                    <a:pt x="452" y="2560"/>
                  </a:lnTo>
                  <a:lnTo>
                    <a:pt x="904" y="2861"/>
                  </a:lnTo>
                  <a:lnTo>
                    <a:pt x="1506" y="3011"/>
                  </a:lnTo>
                  <a:lnTo>
                    <a:pt x="1958" y="2861"/>
                  </a:lnTo>
                  <a:lnTo>
                    <a:pt x="2409" y="2560"/>
                  </a:lnTo>
                  <a:lnTo>
                    <a:pt x="2710" y="2108"/>
                  </a:lnTo>
                  <a:lnTo>
                    <a:pt x="2861" y="1506"/>
                  </a:lnTo>
                  <a:lnTo>
                    <a:pt x="2710" y="904"/>
                  </a:lnTo>
                  <a:lnTo>
                    <a:pt x="2409" y="452"/>
                  </a:lnTo>
                  <a:lnTo>
                    <a:pt x="1958" y="151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4782712" y="3313153"/>
              <a:ext cx="48561" cy="51106"/>
            </a:xfrm>
            <a:custGeom>
              <a:rect b="b" l="l" r="r" t="t"/>
              <a:pathLst>
                <a:path extrusionOk="0" h="3012" w="2862">
                  <a:moveTo>
                    <a:pt x="1356" y="1"/>
                  </a:moveTo>
                  <a:lnTo>
                    <a:pt x="904" y="151"/>
                  </a:lnTo>
                  <a:lnTo>
                    <a:pt x="453" y="452"/>
                  </a:lnTo>
                  <a:lnTo>
                    <a:pt x="151" y="904"/>
                  </a:lnTo>
                  <a:lnTo>
                    <a:pt x="1" y="1506"/>
                  </a:lnTo>
                  <a:lnTo>
                    <a:pt x="151" y="2108"/>
                  </a:lnTo>
                  <a:lnTo>
                    <a:pt x="453" y="2560"/>
                  </a:lnTo>
                  <a:lnTo>
                    <a:pt x="904" y="2861"/>
                  </a:lnTo>
                  <a:lnTo>
                    <a:pt x="1356" y="3011"/>
                  </a:lnTo>
                  <a:lnTo>
                    <a:pt x="1958" y="2861"/>
                  </a:lnTo>
                  <a:lnTo>
                    <a:pt x="2410" y="2560"/>
                  </a:lnTo>
                  <a:lnTo>
                    <a:pt x="2711" y="2108"/>
                  </a:lnTo>
                  <a:lnTo>
                    <a:pt x="2861" y="1506"/>
                  </a:lnTo>
                  <a:lnTo>
                    <a:pt x="2711" y="904"/>
                  </a:lnTo>
                  <a:lnTo>
                    <a:pt x="2410" y="452"/>
                  </a:lnTo>
                  <a:lnTo>
                    <a:pt x="1958" y="151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4782712" y="3313153"/>
              <a:ext cx="48561" cy="51106"/>
            </a:xfrm>
            <a:custGeom>
              <a:rect b="b" l="l" r="r" t="t"/>
              <a:pathLst>
                <a:path extrusionOk="0" fill="none" h="3012" w="2862">
                  <a:moveTo>
                    <a:pt x="1356" y="1"/>
                  </a:moveTo>
                  <a:lnTo>
                    <a:pt x="1356" y="1"/>
                  </a:lnTo>
                  <a:lnTo>
                    <a:pt x="904" y="151"/>
                  </a:lnTo>
                  <a:lnTo>
                    <a:pt x="453" y="452"/>
                  </a:lnTo>
                  <a:lnTo>
                    <a:pt x="151" y="904"/>
                  </a:lnTo>
                  <a:lnTo>
                    <a:pt x="1" y="1506"/>
                  </a:lnTo>
                  <a:lnTo>
                    <a:pt x="1" y="1506"/>
                  </a:lnTo>
                  <a:lnTo>
                    <a:pt x="151" y="2108"/>
                  </a:lnTo>
                  <a:lnTo>
                    <a:pt x="453" y="2560"/>
                  </a:lnTo>
                  <a:lnTo>
                    <a:pt x="904" y="2861"/>
                  </a:lnTo>
                  <a:lnTo>
                    <a:pt x="1356" y="3011"/>
                  </a:lnTo>
                  <a:lnTo>
                    <a:pt x="1356" y="3011"/>
                  </a:lnTo>
                  <a:lnTo>
                    <a:pt x="1958" y="2861"/>
                  </a:lnTo>
                  <a:lnTo>
                    <a:pt x="2410" y="2560"/>
                  </a:lnTo>
                  <a:lnTo>
                    <a:pt x="2711" y="2108"/>
                  </a:lnTo>
                  <a:lnTo>
                    <a:pt x="2861" y="1506"/>
                  </a:lnTo>
                  <a:lnTo>
                    <a:pt x="2861" y="1506"/>
                  </a:lnTo>
                  <a:lnTo>
                    <a:pt x="2711" y="904"/>
                  </a:lnTo>
                  <a:lnTo>
                    <a:pt x="2410" y="452"/>
                  </a:lnTo>
                  <a:lnTo>
                    <a:pt x="1958" y="151"/>
                  </a:lnTo>
                  <a:lnTo>
                    <a:pt x="13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4675443" y="3313153"/>
              <a:ext cx="48544" cy="51106"/>
            </a:xfrm>
            <a:custGeom>
              <a:rect b="b" l="l" r="r" t="t"/>
              <a:pathLst>
                <a:path extrusionOk="0" h="3012" w="2861">
                  <a:moveTo>
                    <a:pt x="1355" y="1"/>
                  </a:moveTo>
                  <a:lnTo>
                    <a:pt x="904" y="151"/>
                  </a:lnTo>
                  <a:lnTo>
                    <a:pt x="452" y="452"/>
                  </a:lnTo>
                  <a:lnTo>
                    <a:pt x="151" y="904"/>
                  </a:lnTo>
                  <a:lnTo>
                    <a:pt x="0" y="1506"/>
                  </a:lnTo>
                  <a:lnTo>
                    <a:pt x="151" y="2108"/>
                  </a:lnTo>
                  <a:lnTo>
                    <a:pt x="452" y="2560"/>
                  </a:lnTo>
                  <a:lnTo>
                    <a:pt x="904" y="2861"/>
                  </a:lnTo>
                  <a:lnTo>
                    <a:pt x="1355" y="3011"/>
                  </a:lnTo>
                  <a:lnTo>
                    <a:pt x="1957" y="2861"/>
                  </a:lnTo>
                  <a:lnTo>
                    <a:pt x="2409" y="2560"/>
                  </a:lnTo>
                  <a:lnTo>
                    <a:pt x="2710" y="2108"/>
                  </a:lnTo>
                  <a:lnTo>
                    <a:pt x="2861" y="1506"/>
                  </a:lnTo>
                  <a:lnTo>
                    <a:pt x="2710" y="904"/>
                  </a:lnTo>
                  <a:lnTo>
                    <a:pt x="2409" y="452"/>
                  </a:lnTo>
                  <a:lnTo>
                    <a:pt x="1957" y="151"/>
                  </a:lnTo>
                  <a:lnTo>
                    <a:pt x="13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4568157" y="3313153"/>
              <a:ext cx="48544" cy="51106"/>
            </a:xfrm>
            <a:custGeom>
              <a:rect b="b" l="l" r="r" t="t"/>
              <a:pathLst>
                <a:path extrusionOk="0" h="3012" w="2861">
                  <a:moveTo>
                    <a:pt x="1356" y="1"/>
                  </a:moveTo>
                  <a:lnTo>
                    <a:pt x="753" y="151"/>
                  </a:lnTo>
                  <a:lnTo>
                    <a:pt x="302" y="452"/>
                  </a:lnTo>
                  <a:lnTo>
                    <a:pt x="1" y="904"/>
                  </a:lnTo>
                  <a:lnTo>
                    <a:pt x="1" y="1506"/>
                  </a:lnTo>
                  <a:lnTo>
                    <a:pt x="1" y="2108"/>
                  </a:lnTo>
                  <a:lnTo>
                    <a:pt x="302" y="2560"/>
                  </a:lnTo>
                  <a:lnTo>
                    <a:pt x="753" y="2861"/>
                  </a:lnTo>
                  <a:lnTo>
                    <a:pt x="1356" y="3011"/>
                  </a:lnTo>
                  <a:lnTo>
                    <a:pt x="1958" y="2861"/>
                  </a:lnTo>
                  <a:lnTo>
                    <a:pt x="2409" y="2560"/>
                  </a:lnTo>
                  <a:lnTo>
                    <a:pt x="2710" y="2108"/>
                  </a:lnTo>
                  <a:lnTo>
                    <a:pt x="2861" y="1506"/>
                  </a:lnTo>
                  <a:lnTo>
                    <a:pt x="2710" y="904"/>
                  </a:lnTo>
                  <a:lnTo>
                    <a:pt x="2409" y="452"/>
                  </a:lnTo>
                  <a:lnTo>
                    <a:pt x="1958" y="151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4458327" y="3313153"/>
              <a:ext cx="51106" cy="51106"/>
            </a:xfrm>
            <a:custGeom>
              <a:rect b="b" l="l" r="r" t="t"/>
              <a:pathLst>
                <a:path extrusionOk="0" h="3012" w="3012">
                  <a:moveTo>
                    <a:pt x="1506" y="1"/>
                  </a:moveTo>
                  <a:lnTo>
                    <a:pt x="904" y="151"/>
                  </a:lnTo>
                  <a:lnTo>
                    <a:pt x="452" y="452"/>
                  </a:lnTo>
                  <a:lnTo>
                    <a:pt x="151" y="904"/>
                  </a:lnTo>
                  <a:lnTo>
                    <a:pt x="1" y="1506"/>
                  </a:lnTo>
                  <a:lnTo>
                    <a:pt x="151" y="2108"/>
                  </a:lnTo>
                  <a:lnTo>
                    <a:pt x="452" y="2560"/>
                  </a:lnTo>
                  <a:lnTo>
                    <a:pt x="904" y="2861"/>
                  </a:lnTo>
                  <a:lnTo>
                    <a:pt x="1506" y="3011"/>
                  </a:lnTo>
                  <a:lnTo>
                    <a:pt x="2108" y="2861"/>
                  </a:lnTo>
                  <a:lnTo>
                    <a:pt x="2560" y="2560"/>
                  </a:lnTo>
                  <a:lnTo>
                    <a:pt x="2861" y="2108"/>
                  </a:lnTo>
                  <a:lnTo>
                    <a:pt x="3011" y="1506"/>
                  </a:lnTo>
                  <a:lnTo>
                    <a:pt x="2861" y="904"/>
                  </a:lnTo>
                  <a:lnTo>
                    <a:pt x="2560" y="452"/>
                  </a:lnTo>
                  <a:lnTo>
                    <a:pt x="2108" y="151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589872" y="2725670"/>
              <a:ext cx="538956" cy="372946"/>
            </a:xfrm>
            <a:custGeom>
              <a:rect b="b" l="l" r="r" t="t"/>
              <a:pathLst>
                <a:path extrusionOk="0" h="21980" w="31764">
                  <a:moveTo>
                    <a:pt x="0" y="1"/>
                  </a:moveTo>
                  <a:lnTo>
                    <a:pt x="0" y="21979"/>
                  </a:lnTo>
                  <a:lnTo>
                    <a:pt x="31764" y="21979"/>
                  </a:lnTo>
                  <a:lnTo>
                    <a:pt x="317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589872" y="2725670"/>
              <a:ext cx="538956" cy="372946"/>
            </a:xfrm>
            <a:custGeom>
              <a:rect b="b" l="l" r="r" t="t"/>
              <a:pathLst>
                <a:path extrusionOk="0" fill="none" h="21980" w="31764">
                  <a:moveTo>
                    <a:pt x="31764" y="1"/>
                  </a:moveTo>
                  <a:lnTo>
                    <a:pt x="0" y="1"/>
                  </a:lnTo>
                  <a:lnTo>
                    <a:pt x="0" y="21979"/>
                  </a:lnTo>
                  <a:lnTo>
                    <a:pt x="31764" y="21979"/>
                  </a:lnTo>
                  <a:lnTo>
                    <a:pt x="3176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727801" y="2725670"/>
              <a:ext cx="97071" cy="137946"/>
            </a:xfrm>
            <a:custGeom>
              <a:rect b="b" l="l" r="r" t="t"/>
              <a:pathLst>
                <a:path extrusionOk="0" h="8130" w="5721">
                  <a:moveTo>
                    <a:pt x="0" y="1"/>
                  </a:moveTo>
                  <a:lnTo>
                    <a:pt x="0" y="8130"/>
                  </a:lnTo>
                  <a:lnTo>
                    <a:pt x="5721" y="8130"/>
                  </a:lnTo>
                  <a:lnTo>
                    <a:pt x="5721" y="1"/>
                  </a:lnTo>
                  <a:close/>
                </a:path>
              </a:pathLst>
            </a:custGeom>
            <a:solidFill>
              <a:srgbClr val="C6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727801" y="2725670"/>
              <a:ext cx="97071" cy="137946"/>
            </a:xfrm>
            <a:custGeom>
              <a:rect b="b" l="l" r="r" t="t"/>
              <a:pathLst>
                <a:path extrusionOk="0" fill="none" h="8130" w="5721">
                  <a:moveTo>
                    <a:pt x="5721" y="1"/>
                  </a:moveTo>
                  <a:lnTo>
                    <a:pt x="3613" y="1"/>
                  </a:lnTo>
                  <a:lnTo>
                    <a:pt x="0" y="1"/>
                  </a:lnTo>
                  <a:lnTo>
                    <a:pt x="0" y="8130"/>
                  </a:lnTo>
                  <a:lnTo>
                    <a:pt x="5721" y="8130"/>
                  </a:lnTo>
                  <a:lnTo>
                    <a:pt x="572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960239" y="2725670"/>
              <a:ext cx="168589" cy="372946"/>
            </a:xfrm>
            <a:custGeom>
              <a:rect b="b" l="l" r="r" t="t"/>
              <a:pathLst>
                <a:path extrusionOk="0" h="21980" w="9936">
                  <a:moveTo>
                    <a:pt x="0" y="1"/>
                  </a:moveTo>
                  <a:lnTo>
                    <a:pt x="0" y="21979"/>
                  </a:lnTo>
                  <a:lnTo>
                    <a:pt x="9936" y="21979"/>
                  </a:lnTo>
                  <a:lnTo>
                    <a:pt x="9936" y="1"/>
                  </a:lnTo>
                  <a:lnTo>
                    <a:pt x="6624" y="1"/>
                  </a:lnTo>
                  <a:lnTo>
                    <a:pt x="6624" y="8130"/>
                  </a:lnTo>
                  <a:lnTo>
                    <a:pt x="3463" y="8130"/>
                  </a:lnTo>
                  <a:lnTo>
                    <a:pt x="34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960239" y="2725670"/>
              <a:ext cx="168589" cy="372946"/>
            </a:xfrm>
            <a:custGeom>
              <a:rect b="b" l="l" r="r" t="t"/>
              <a:pathLst>
                <a:path extrusionOk="0" fill="none" h="21980" w="9936">
                  <a:moveTo>
                    <a:pt x="9936" y="1"/>
                  </a:moveTo>
                  <a:lnTo>
                    <a:pt x="6624" y="1"/>
                  </a:lnTo>
                  <a:lnTo>
                    <a:pt x="6624" y="8130"/>
                  </a:lnTo>
                  <a:lnTo>
                    <a:pt x="3463" y="8130"/>
                  </a:lnTo>
                  <a:lnTo>
                    <a:pt x="3463" y="1"/>
                  </a:lnTo>
                  <a:lnTo>
                    <a:pt x="3463" y="1"/>
                  </a:lnTo>
                  <a:lnTo>
                    <a:pt x="0" y="1"/>
                  </a:lnTo>
                  <a:lnTo>
                    <a:pt x="0" y="21979"/>
                  </a:lnTo>
                  <a:lnTo>
                    <a:pt x="9936" y="21979"/>
                  </a:lnTo>
                  <a:lnTo>
                    <a:pt x="993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6018981" y="2725670"/>
              <a:ext cx="53668" cy="137946"/>
            </a:xfrm>
            <a:custGeom>
              <a:rect b="b" l="l" r="r" t="t"/>
              <a:pathLst>
                <a:path extrusionOk="0" h="8130" w="3163">
                  <a:moveTo>
                    <a:pt x="1" y="1"/>
                  </a:moveTo>
                  <a:lnTo>
                    <a:pt x="1" y="8130"/>
                  </a:lnTo>
                  <a:lnTo>
                    <a:pt x="3162" y="8130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rgbClr val="3C74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6018981" y="2725670"/>
              <a:ext cx="53668" cy="137946"/>
            </a:xfrm>
            <a:custGeom>
              <a:rect b="b" l="l" r="r" t="t"/>
              <a:pathLst>
                <a:path extrusionOk="0" fill="none" h="8130" w="3163">
                  <a:moveTo>
                    <a:pt x="3162" y="1"/>
                  </a:moveTo>
                  <a:lnTo>
                    <a:pt x="1" y="1"/>
                  </a:lnTo>
                  <a:lnTo>
                    <a:pt x="1" y="8130"/>
                  </a:lnTo>
                  <a:lnTo>
                    <a:pt x="3162" y="8130"/>
                  </a:lnTo>
                  <a:lnTo>
                    <a:pt x="31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5623078" y="2983661"/>
              <a:ext cx="79187" cy="81749"/>
            </a:xfrm>
            <a:custGeom>
              <a:rect b="b" l="l" r="r" t="t"/>
              <a:pathLst>
                <a:path extrusionOk="0" h="4818" w="4667">
                  <a:moveTo>
                    <a:pt x="4215" y="602"/>
                  </a:moveTo>
                  <a:lnTo>
                    <a:pt x="4215" y="4215"/>
                  </a:lnTo>
                  <a:lnTo>
                    <a:pt x="602" y="4215"/>
                  </a:lnTo>
                  <a:lnTo>
                    <a:pt x="602" y="602"/>
                  </a:lnTo>
                  <a:close/>
                  <a:moveTo>
                    <a:pt x="0" y="0"/>
                  </a:moveTo>
                  <a:lnTo>
                    <a:pt x="0" y="4817"/>
                  </a:lnTo>
                  <a:lnTo>
                    <a:pt x="4667" y="4817"/>
                  </a:lnTo>
                  <a:lnTo>
                    <a:pt x="46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5633292" y="2993875"/>
              <a:ext cx="61321" cy="61321"/>
            </a:xfrm>
            <a:custGeom>
              <a:rect b="b" l="l" r="r" t="t"/>
              <a:pathLst>
                <a:path extrusionOk="0" fill="none" h="3614" w="3614">
                  <a:moveTo>
                    <a:pt x="3613" y="0"/>
                  </a:moveTo>
                  <a:lnTo>
                    <a:pt x="3613" y="3613"/>
                  </a:lnTo>
                  <a:lnTo>
                    <a:pt x="0" y="3613"/>
                  </a:lnTo>
                  <a:lnTo>
                    <a:pt x="0" y="0"/>
                  </a:lnTo>
                  <a:lnTo>
                    <a:pt x="36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5623078" y="2983661"/>
              <a:ext cx="79187" cy="81749"/>
            </a:xfrm>
            <a:custGeom>
              <a:rect b="b" l="l" r="r" t="t"/>
              <a:pathLst>
                <a:path extrusionOk="0" fill="none" h="4818" w="4667">
                  <a:moveTo>
                    <a:pt x="4667" y="0"/>
                  </a:moveTo>
                  <a:lnTo>
                    <a:pt x="0" y="0"/>
                  </a:lnTo>
                  <a:lnTo>
                    <a:pt x="0" y="4817"/>
                  </a:lnTo>
                  <a:lnTo>
                    <a:pt x="4667" y="4817"/>
                  </a:lnTo>
                  <a:lnTo>
                    <a:pt x="466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5738016" y="2983661"/>
              <a:ext cx="79204" cy="81749"/>
            </a:xfrm>
            <a:custGeom>
              <a:rect b="b" l="l" r="r" t="t"/>
              <a:pathLst>
                <a:path extrusionOk="0" h="4818" w="4668">
                  <a:moveTo>
                    <a:pt x="0" y="0"/>
                  </a:moveTo>
                  <a:lnTo>
                    <a:pt x="0" y="4817"/>
                  </a:lnTo>
                  <a:lnTo>
                    <a:pt x="4667" y="4817"/>
                  </a:lnTo>
                  <a:lnTo>
                    <a:pt x="46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5738016" y="2983661"/>
              <a:ext cx="79204" cy="81749"/>
            </a:xfrm>
            <a:custGeom>
              <a:rect b="b" l="l" r="r" t="t"/>
              <a:pathLst>
                <a:path extrusionOk="0" fill="none" h="4818" w="4668">
                  <a:moveTo>
                    <a:pt x="4667" y="0"/>
                  </a:moveTo>
                  <a:lnTo>
                    <a:pt x="0" y="0"/>
                  </a:lnTo>
                  <a:lnTo>
                    <a:pt x="0" y="4817"/>
                  </a:lnTo>
                  <a:lnTo>
                    <a:pt x="4667" y="4817"/>
                  </a:lnTo>
                  <a:lnTo>
                    <a:pt x="466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3965353" y="2786974"/>
              <a:ext cx="173713" cy="311642"/>
            </a:xfrm>
            <a:custGeom>
              <a:rect b="b" l="l" r="r" t="t"/>
              <a:pathLst>
                <a:path extrusionOk="0" h="18367" w="10238">
                  <a:moveTo>
                    <a:pt x="452" y="1"/>
                  </a:moveTo>
                  <a:lnTo>
                    <a:pt x="151" y="151"/>
                  </a:lnTo>
                  <a:lnTo>
                    <a:pt x="1" y="452"/>
                  </a:lnTo>
                  <a:lnTo>
                    <a:pt x="1" y="17915"/>
                  </a:lnTo>
                  <a:lnTo>
                    <a:pt x="151" y="18216"/>
                  </a:lnTo>
                  <a:lnTo>
                    <a:pt x="452" y="18366"/>
                  </a:lnTo>
                  <a:lnTo>
                    <a:pt x="9786" y="18366"/>
                  </a:lnTo>
                  <a:lnTo>
                    <a:pt x="10087" y="18216"/>
                  </a:lnTo>
                  <a:lnTo>
                    <a:pt x="10237" y="17915"/>
                  </a:lnTo>
                  <a:lnTo>
                    <a:pt x="10237" y="452"/>
                  </a:lnTo>
                  <a:lnTo>
                    <a:pt x="10087" y="151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3965353" y="2786974"/>
              <a:ext cx="173713" cy="311642"/>
            </a:xfrm>
            <a:custGeom>
              <a:rect b="b" l="l" r="r" t="t"/>
              <a:pathLst>
                <a:path extrusionOk="0" fill="none" h="18367" w="10238">
                  <a:moveTo>
                    <a:pt x="9786" y="1"/>
                  </a:moveTo>
                  <a:lnTo>
                    <a:pt x="452" y="1"/>
                  </a:lnTo>
                  <a:lnTo>
                    <a:pt x="452" y="1"/>
                  </a:lnTo>
                  <a:lnTo>
                    <a:pt x="151" y="151"/>
                  </a:lnTo>
                  <a:lnTo>
                    <a:pt x="1" y="452"/>
                  </a:lnTo>
                  <a:lnTo>
                    <a:pt x="1" y="17915"/>
                  </a:lnTo>
                  <a:lnTo>
                    <a:pt x="1" y="17915"/>
                  </a:lnTo>
                  <a:lnTo>
                    <a:pt x="151" y="18216"/>
                  </a:lnTo>
                  <a:lnTo>
                    <a:pt x="452" y="18366"/>
                  </a:lnTo>
                  <a:lnTo>
                    <a:pt x="9786" y="18366"/>
                  </a:lnTo>
                  <a:lnTo>
                    <a:pt x="9786" y="18366"/>
                  </a:lnTo>
                  <a:lnTo>
                    <a:pt x="10087" y="18216"/>
                  </a:lnTo>
                  <a:lnTo>
                    <a:pt x="10237" y="17915"/>
                  </a:lnTo>
                  <a:lnTo>
                    <a:pt x="10237" y="452"/>
                  </a:lnTo>
                  <a:lnTo>
                    <a:pt x="10237" y="452"/>
                  </a:lnTo>
                  <a:lnTo>
                    <a:pt x="10087" y="151"/>
                  </a:lnTo>
                  <a:lnTo>
                    <a:pt x="978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3955139" y="2786974"/>
              <a:ext cx="176258" cy="311642"/>
            </a:xfrm>
            <a:custGeom>
              <a:rect b="b" l="l" r="r" t="t"/>
              <a:pathLst>
                <a:path extrusionOk="0" h="18367" w="10388">
                  <a:moveTo>
                    <a:pt x="452" y="1"/>
                  </a:moveTo>
                  <a:lnTo>
                    <a:pt x="151" y="151"/>
                  </a:lnTo>
                  <a:lnTo>
                    <a:pt x="0" y="452"/>
                  </a:lnTo>
                  <a:lnTo>
                    <a:pt x="0" y="17915"/>
                  </a:lnTo>
                  <a:lnTo>
                    <a:pt x="151" y="18216"/>
                  </a:lnTo>
                  <a:lnTo>
                    <a:pt x="452" y="18366"/>
                  </a:lnTo>
                  <a:lnTo>
                    <a:pt x="9785" y="18366"/>
                  </a:lnTo>
                  <a:lnTo>
                    <a:pt x="10237" y="18216"/>
                  </a:lnTo>
                  <a:lnTo>
                    <a:pt x="10388" y="17915"/>
                  </a:lnTo>
                  <a:lnTo>
                    <a:pt x="10388" y="452"/>
                  </a:lnTo>
                  <a:lnTo>
                    <a:pt x="10237" y="151"/>
                  </a:lnTo>
                  <a:lnTo>
                    <a:pt x="97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3965353" y="2797188"/>
              <a:ext cx="155830" cy="291213"/>
            </a:xfrm>
            <a:custGeom>
              <a:rect b="b" l="l" r="r" t="t"/>
              <a:pathLst>
                <a:path extrusionOk="0" h="17163" w="9184">
                  <a:moveTo>
                    <a:pt x="452" y="1"/>
                  </a:moveTo>
                  <a:lnTo>
                    <a:pt x="151" y="151"/>
                  </a:lnTo>
                  <a:lnTo>
                    <a:pt x="1" y="452"/>
                  </a:lnTo>
                  <a:lnTo>
                    <a:pt x="1" y="16711"/>
                  </a:lnTo>
                  <a:lnTo>
                    <a:pt x="151" y="17012"/>
                  </a:lnTo>
                  <a:lnTo>
                    <a:pt x="452" y="17162"/>
                  </a:lnTo>
                  <a:lnTo>
                    <a:pt x="8732" y="17162"/>
                  </a:lnTo>
                  <a:lnTo>
                    <a:pt x="9033" y="17012"/>
                  </a:lnTo>
                  <a:lnTo>
                    <a:pt x="9183" y="16711"/>
                  </a:lnTo>
                  <a:lnTo>
                    <a:pt x="9183" y="452"/>
                  </a:lnTo>
                  <a:lnTo>
                    <a:pt x="9033" y="151"/>
                  </a:lnTo>
                  <a:lnTo>
                    <a:pt x="87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3965353" y="2797188"/>
              <a:ext cx="155830" cy="291213"/>
            </a:xfrm>
            <a:custGeom>
              <a:rect b="b" l="l" r="r" t="t"/>
              <a:pathLst>
                <a:path extrusionOk="0" fill="none" h="17163" w="9184">
                  <a:moveTo>
                    <a:pt x="1" y="16711"/>
                  </a:moveTo>
                  <a:lnTo>
                    <a:pt x="1" y="452"/>
                  </a:lnTo>
                  <a:lnTo>
                    <a:pt x="1" y="452"/>
                  </a:lnTo>
                  <a:lnTo>
                    <a:pt x="151" y="151"/>
                  </a:lnTo>
                  <a:lnTo>
                    <a:pt x="452" y="1"/>
                  </a:lnTo>
                  <a:lnTo>
                    <a:pt x="8732" y="1"/>
                  </a:lnTo>
                  <a:lnTo>
                    <a:pt x="8732" y="1"/>
                  </a:lnTo>
                  <a:lnTo>
                    <a:pt x="9033" y="151"/>
                  </a:lnTo>
                  <a:lnTo>
                    <a:pt x="9183" y="452"/>
                  </a:lnTo>
                  <a:lnTo>
                    <a:pt x="9183" y="16711"/>
                  </a:lnTo>
                  <a:lnTo>
                    <a:pt x="9183" y="16711"/>
                  </a:lnTo>
                  <a:lnTo>
                    <a:pt x="9033" y="17012"/>
                  </a:lnTo>
                  <a:lnTo>
                    <a:pt x="8732" y="17162"/>
                  </a:lnTo>
                  <a:lnTo>
                    <a:pt x="452" y="17162"/>
                  </a:lnTo>
                  <a:lnTo>
                    <a:pt x="452" y="17162"/>
                  </a:lnTo>
                  <a:lnTo>
                    <a:pt x="151" y="17012"/>
                  </a:lnTo>
                  <a:lnTo>
                    <a:pt x="1" y="167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3983237" y="2797188"/>
              <a:ext cx="56213" cy="291213"/>
            </a:xfrm>
            <a:custGeom>
              <a:rect b="b" l="l" r="r" t="t"/>
              <a:pathLst>
                <a:path extrusionOk="0" h="17163" w="3313">
                  <a:moveTo>
                    <a:pt x="1506" y="1"/>
                  </a:moveTo>
                  <a:lnTo>
                    <a:pt x="0" y="17162"/>
                  </a:lnTo>
                  <a:lnTo>
                    <a:pt x="1957" y="17162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rgbClr val="D9E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3983237" y="2797188"/>
              <a:ext cx="56213" cy="291213"/>
            </a:xfrm>
            <a:custGeom>
              <a:rect b="b" l="l" r="r" t="t"/>
              <a:pathLst>
                <a:path extrusionOk="0" fill="none" h="17163" w="3313">
                  <a:moveTo>
                    <a:pt x="3312" y="1"/>
                  </a:moveTo>
                  <a:lnTo>
                    <a:pt x="1506" y="1"/>
                  </a:lnTo>
                  <a:lnTo>
                    <a:pt x="0" y="17162"/>
                  </a:lnTo>
                  <a:lnTo>
                    <a:pt x="1957" y="17162"/>
                  </a:lnTo>
                  <a:lnTo>
                    <a:pt x="33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4026657" y="2797188"/>
              <a:ext cx="45999" cy="291213"/>
            </a:xfrm>
            <a:custGeom>
              <a:rect b="b" l="l" r="r" t="t"/>
              <a:pathLst>
                <a:path extrusionOk="0" h="17163" w="2711">
                  <a:moveTo>
                    <a:pt x="1506" y="1"/>
                  </a:moveTo>
                  <a:lnTo>
                    <a:pt x="0" y="17162"/>
                  </a:lnTo>
                  <a:lnTo>
                    <a:pt x="1205" y="1716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D9E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4026657" y="2797188"/>
              <a:ext cx="45999" cy="291213"/>
            </a:xfrm>
            <a:custGeom>
              <a:rect b="b" l="l" r="r" t="t"/>
              <a:pathLst>
                <a:path extrusionOk="0" fill="none" h="17163" w="2711">
                  <a:moveTo>
                    <a:pt x="2710" y="1"/>
                  </a:moveTo>
                  <a:lnTo>
                    <a:pt x="1506" y="1"/>
                  </a:lnTo>
                  <a:lnTo>
                    <a:pt x="0" y="17162"/>
                  </a:lnTo>
                  <a:lnTo>
                    <a:pt x="1205" y="17162"/>
                  </a:lnTo>
                  <a:lnTo>
                    <a:pt x="271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3712486" y="2115196"/>
              <a:ext cx="344831" cy="378053"/>
            </a:xfrm>
            <a:custGeom>
              <a:rect b="b" l="l" r="r" t="t"/>
              <a:pathLst>
                <a:path extrusionOk="0" h="22281" w="20323">
                  <a:moveTo>
                    <a:pt x="4667" y="1"/>
                  </a:moveTo>
                  <a:lnTo>
                    <a:pt x="4215" y="302"/>
                  </a:lnTo>
                  <a:lnTo>
                    <a:pt x="3914" y="603"/>
                  </a:lnTo>
                  <a:lnTo>
                    <a:pt x="0" y="21679"/>
                  </a:lnTo>
                  <a:lnTo>
                    <a:pt x="0" y="21980"/>
                  </a:lnTo>
                  <a:lnTo>
                    <a:pt x="0" y="22130"/>
                  </a:lnTo>
                  <a:lnTo>
                    <a:pt x="151" y="22281"/>
                  </a:lnTo>
                  <a:lnTo>
                    <a:pt x="15656" y="22281"/>
                  </a:lnTo>
                  <a:lnTo>
                    <a:pt x="16108" y="22130"/>
                  </a:lnTo>
                  <a:lnTo>
                    <a:pt x="16409" y="21679"/>
                  </a:lnTo>
                  <a:lnTo>
                    <a:pt x="20323" y="603"/>
                  </a:lnTo>
                  <a:lnTo>
                    <a:pt x="20323" y="453"/>
                  </a:lnTo>
                  <a:lnTo>
                    <a:pt x="20172" y="302"/>
                  </a:lnTo>
                  <a:lnTo>
                    <a:pt x="20022" y="152"/>
                  </a:lnTo>
                  <a:lnTo>
                    <a:pt x="198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3717594" y="2122866"/>
              <a:ext cx="324402" cy="357624"/>
            </a:xfrm>
            <a:custGeom>
              <a:rect b="b" l="l" r="r" t="t"/>
              <a:pathLst>
                <a:path extrusionOk="0" h="21077" w="19119">
                  <a:moveTo>
                    <a:pt x="4366" y="1"/>
                  </a:moveTo>
                  <a:lnTo>
                    <a:pt x="3914" y="151"/>
                  </a:lnTo>
                  <a:lnTo>
                    <a:pt x="3764" y="603"/>
                  </a:lnTo>
                  <a:lnTo>
                    <a:pt x="0" y="20474"/>
                  </a:lnTo>
                  <a:lnTo>
                    <a:pt x="0" y="20624"/>
                  </a:lnTo>
                  <a:lnTo>
                    <a:pt x="151" y="20775"/>
                  </a:lnTo>
                  <a:lnTo>
                    <a:pt x="301" y="20925"/>
                  </a:lnTo>
                  <a:lnTo>
                    <a:pt x="452" y="21076"/>
                  </a:lnTo>
                  <a:lnTo>
                    <a:pt x="14753" y="21076"/>
                  </a:lnTo>
                  <a:lnTo>
                    <a:pt x="15205" y="20775"/>
                  </a:lnTo>
                  <a:lnTo>
                    <a:pt x="15506" y="20474"/>
                  </a:lnTo>
                  <a:lnTo>
                    <a:pt x="19119" y="603"/>
                  </a:lnTo>
                  <a:lnTo>
                    <a:pt x="19119" y="452"/>
                  </a:lnTo>
                  <a:lnTo>
                    <a:pt x="19119" y="151"/>
                  </a:lnTo>
                  <a:lnTo>
                    <a:pt x="18968" y="151"/>
                  </a:lnTo>
                  <a:lnTo>
                    <a:pt x="186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3717594" y="2122866"/>
              <a:ext cx="324402" cy="357624"/>
            </a:xfrm>
            <a:custGeom>
              <a:rect b="b" l="l" r="r" t="t"/>
              <a:pathLst>
                <a:path extrusionOk="0" fill="none" h="21077" w="19119">
                  <a:moveTo>
                    <a:pt x="14753" y="21076"/>
                  </a:moveTo>
                  <a:lnTo>
                    <a:pt x="452" y="21076"/>
                  </a:lnTo>
                  <a:lnTo>
                    <a:pt x="452" y="21076"/>
                  </a:lnTo>
                  <a:lnTo>
                    <a:pt x="301" y="20925"/>
                  </a:lnTo>
                  <a:lnTo>
                    <a:pt x="151" y="20775"/>
                  </a:lnTo>
                  <a:lnTo>
                    <a:pt x="0" y="20624"/>
                  </a:lnTo>
                  <a:lnTo>
                    <a:pt x="0" y="20474"/>
                  </a:lnTo>
                  <a:lnTo>
                    <a:pt x="3764" y="603"/>
                  </a:lnTo>
                  <a:lnTo>
                    <a:pt x="3764" y="603"/>
                  </a:lnTo>
                  <a:lnTo>
                    <a:pt x="3914" y="151"/>
                  </a:lnTo>
                  <a:lnTo>
                    <a:pt x="4366" y="1"/>
                  </a:lnTo>
                  <a:lnTo>
                    <a:pt x="18667" y="1"/>
                  </a:lnTo>
                  <a:lnTo>
                    <a:pt x="18667" y="1"/>
                  </a:lnTo>
                  <a:lnTo>
                    <a:pt x="18968" y="151"/>
                  </a:lnTo>
                  <a:lnTo>
                    <a:pt x="19119" y="151"/>
                  </a:lnTo>
                  <a:lnTo>
                    <a:pt x="19119" y="452"/>
                  </a:lnTo>
                  <a:lnTo>
                    <a:pt x="19119" y="603"/>
                  </a:lnTo>
                  <a:lnTo>
                    <a:pt x="15506" y="20474"/>
                  </a:lnTo>
                  <a:lnTo>
                    <a:pt x="15506" y="20474"/>
                  </a:lnTo>
                  <a:lnTo>
                    <a:pt x="15205" y="20775"/>
                  </a:lnTo>
                  <a:lnTo>
                    <a:pt x="14753" y="210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3265478" y="2097330"/>
              <a:ext cx="255446" cy="357607"/>
            </a:xfrm>
            <a:custGeom>
              <a:rect b="b" l="l" r="r" t="t"/>
              <a:pathLst>
                <a:path extrusionOk="0" h="21076" w="15055">
                  <a:moveTo>
                    <a:pt x="3313" y="0"/>
                  </a:moveTo>
                  <a:lnTo>
                    <a:pt x="3162" y="452"/>
                  </a:lnTo>
                  <a:lnTo>
                    <a:pt x="2861" y="1054"/>
                  </a:lnTo>
                  <a:lnTo>
                    <a:pt x="2410" y="1957"/>
                  </a:lnTo>
                  <a:lnTo>
                    <a:pt x="1807" y="3914"/>
                  </a:lnTo>
                  <a:lnTo>
                    <a:pt x="1205" y="5871"/>
                  </a:lnTo>
                  <a:lnTo>
                    <a:pt x="754" y="7828"/>
                  </a:lnTo>
                  <a:lnTo>
                    <a:pt x="453" y="9785"/>
                  </a:lnTo>
                  <a:lnTo>
                    <a:pt x="151" y="11742"/>
                  </a:lnTo>
                  <a:lnTo>
                    <a:pt x="1" y="13699"/>
                  </a:lnTo>
                  <a:lnTo>
                    <a:pt x="1" y="15656"/>
                  </a:lnTo>
                  <a:lnTo>
                    <a:pt x="1" y="16710"/>
                  </a:lnTo>
                  <a:lnTo>
                    <a:pt x="1" y="17613"/>
                  </a:lnTo>
                  <a:lnTo>
                    <a:pt x="302" y="18516"/>
                  </a:lnTo>
                  <a:lnTo>
                    <a:pt x="603" y="19119"/>
                  </a:lnTo>
                  <a:lnTo>
                    <a:pt x="904" y="19570"/>
                  </a:lnTo>
                  <a:lnTo>
                    <a:pt x="1356" y="20022"/>
                  </a:lnTo>
                  <a:lnTo>
                    <a:pt x="1807" y="20323"/>
                  </a:lnTo>
                  <a:lnTo>
                    <a:pt x="2861" y="20775"/>
                  </a:lnTo>
                  <a:lnTo>
                    <a:pt x="3764" y="21076"/>
                  </a:lnTo>
                  <a:lnTo>
                    <a:pt x="5119" y="20925"/>
                  </a:lnTo>
                  <a:lnTo>
                    <a:pt x="6324" y="20624"/>
                  </a:lnTo>
                  <a:lnTo>
                    <a:pt x="8431" y="19871"/>
                  </a:lnTo>
                  <a:lnTo>
                    <a:pt x="10238" y="18968"/>
                  </a:lnTo>
                  <a:lnTo>
                    <a:pt x="11893" y="18065"/>
                  </a:lnTo>
                  <a:lnTo>
                    <a:pt x="13549" y="16861"/>
                  </a:lnTo>
                  <a:lnTo>
                    <a:pt x="15055" y="15656"/>
                  </a:lnTo>
                  <a:lnTo>
                    <a:pt x="13549" y="13398"/>
                  </a:lnTo>
                  <a:lnTo>
                    <a:pt x="10238" y="14904"/>
                  </a:lnTo>
                  <a:lnTo>
                    <a:pt x="8582" y="15506"/>
                  </a:lnTo>
                  <a:lnTo>
                    <a:pt x="6926" y="16108"/>
                  </a:lnTo>
                  <a:lnTo>
                    <a:pt x="5420" y="16409"/>
                  </a:lnTo>
                  <a:lnTo>
                    <a:pt x="4878" y="16409"/>
                  </a:lnTo>
                  <a:lnTo>
                    <a:pt x="4969" y="15957"/>
                  </a:lnTo>
                  <a:lnTo>
                    <a:pt x="5270" y="12344"/>
                  </a:lnTo>
                  <a:lnTo>
                    <a:pt x="6022" y="8882"/>
                  </a:lnTo>
                  <a:lnTo>
                    <a:pt x="6926" y="5570"/>
                  </a:lnTo>
                  <a:lnTo>
                    <a:pt x="7528" y="4065"/>
                  </a:lnTo>
                  <a:lnTo>
                    <a:pt x="7829" y="3312"/>
                  </a:lnTo>
                  <a:lnTo>
                    <a:pt x="7979" y="2860"/>
                  </a:lnTo>
                  <a:lnTo>
                    <a:pt x="8130" y="2559"/>
                  </a:lnTo>
                  <a:lnTo>
                    <a:pt x="3313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3462165" y="1778035"/>
              <a:ext cx="181366" cy="260553"/>
            </a:xfrm>
            <a:custGeom>
              <a:rect b="b" l="l" r="r" t="t"/>
              <a:pathLst>
                <a:path extrusionOk="0" h="15356" w="10689">
                  <a:moveTo>
                    <a:pt x="151" y="1"/>
                  </a:moveTo>
                  <a:lnTo>
                    <a:pt x="753" y="2861"/>
                  </a:lnTo>
                  <a:lnTo>
                    <a:pt x="904" y="4668"/>
                  </a:lnTo>
                  <a:lnTo>
                    <a:pt x="1054" y="6474"/>
                  </a:lnTo>
                  <a:lnTo>
                    <a:pt x="1205" y="8130"/>
                  </a:lnTo>
                  <a:lnTo>
                    <a:pt x="1054" y="9786"/>
                  </a:lnTo>
                  <a:lnTo>
                    <a:pt x="603" y="11141"/>
                  </a:lnTo>
                  <a:lnTo>
                    <a:pt x="301" y="11592"/>
                  </a:lnTo>
                  <a:lnTo>
                    <a:pt x="0" y="12044"/>
                  </a:lnTo>
                  <a:lnTo>
                    <a:pt x="151" y="12646"/>
                  </a:lnTo>
                  <a:lnTo>
                    <a:pt x="452" y="13098"/>
                  </a:lnTo>
                  <a:lnTo>
                    <a:pt x="1054" y="13700"/>
                  </a:lnTo>
                  <a:lnTo>
                    <a:pt x="1957" y="14302"/>
                  </a:lnTo>
                  <a:lnTo>
                    <a:pt x="3162" y="14754"/>
                  </a:lnTo>
                  <a:lnTo>
                    <a:pt x="4667" y="15205"/>
                  </a:lnTo>
                  <a:lnTo>
                    <a:pt x="6624" y="15356"/>
                  </a:lnTo>
                  <a:lnTo>
                    <a:pt x="8732" y="15205"/>
                  </a:lnTo>
                  <a:lnTo>
                    <a:pt x="9334" y="15055"/>
                  </a:lnTo>
                  <a:lnTo>
                    <a:pt x="9936" y="14754"/>
                  </a:lnTo>
                  <a:lnTo>
                    <a:pt x="10237" y="14603"/>
                  </a:lnTo>
                  <a:lnTo>
                    <a:pt x="10538" y="14302"/>
                  </a:lnTo>
                  <a:lnTo>
                    <a:pt x="10538" y="14001"/>
                  </a:lnTo>
                  <a:lnTo>
                    <a:pt x="10689" y="13700"/>
                  </a:lnTo>
                  <a:lnTo>
                    <a:pt x="10538" y="13098"/>
                  </a:lnTo>
                  <a:lnTo>
                    <a:pt x="10237" y="12646"/>
                  </a:lnTo>
                  <a:lnTo>
                    <a:pt x="9785" y="12044"/>
                  </a:lnTo>
                  <a:lnTo>
                    <a:pt x="8581" y="11743"/>
                  </a:lnTo>
                  <a:lnTo>
                    <a:pt x="7678" y="11141"/>
                  </a:lnTo>
                  <a:lnTo>
                    <a:pt x="7226" y="10539"/>
                  </a:lnTo>
                  <a:lnTo>
                    <a:pt x="6775" y="9786"/>
                  </a:lnTo>
                  <a:lnTo>
                    <a:pt x="6624" y="8883"/>
                  </a:lnTo>
                  <a:lnTo>
                    <a:pt x="6624" y="7979"/>
                  </a:lnTo>
                  <a:lnTo>
                    <a:pt x="6775" y="7076"/>
                  </a:lnTo>
                  <a:lnTo>
                    <a:pt x="6925" y="6173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3426397" y="1941517"/>
              <a:ext cx="232455" cy="74080"/>
            </a:xfrm>
            <a:custGeom>
              <a:rect b="b" l="l" r="r" t="t"/>
              <a:pathLst>
                <a:path extrusionOk="0" h="4366" w="13700">
                  <a:moveTo>
                    <a:pt x="2409" y="0"/>
                  </a:moveTo>
                  <a:lnTo>
                    <a:pt x="1055" y="151"/>
                  </a:lnTo>
                  <a:lnTo>
                    <a:pt x="302" y="301"/>
                  </a:lnTo>
                  <a:lnTo>
                    <a:pt x="1" y="452"/>
                  </a:lnTo>
                  <a:lnTo>
                    <a:pt x="1" y="753"/>
                  </a:lnTo>
                  <a:lnTo>
                    <a:pt x="452" y="2559"/>
                  </a:lnTo>
                  <a:lnTo>
                    <a:pt x="754" y="3613"/>
                  </a:lnTo>
                  <a:lnTo>
                    <a:pt x="13700" y="4366"/>
                  </a:lnTo>
                  <a:lnTo>
                    <a:pt x="13549" y="3914"/>
                  </a:lnTo>
                  <a:lnTo>
                    <a:pt x="12947" y="2861"/>
                  </a:lnTo>
                  <a:lnTo>
                    <a:pt x="12496" y="2108"/>
                  </a:lnTo>
                  <a:lnTo>
                    <a:pt x="11893" y="1506"/>
                  </a:lnTo>
                  <a:lnTo>
                    <a:pt x="11141" y="1054"/>
                  </a:lnTo>
                  <a:lnTo>
                    <a:pt x="10238" y="602"/>
                  </a:lnTo>
                  <a:lnTo>
                    <a:pt x="9033" y="452"/>
                  </a:lnTo>
                  <a:lnTo>
                    <a:pt x="7528" y="301"/>
                  </a:lnTo>
                  <a:lnTo>
                    <a:pt x="406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3694603" y="1765276"/>
              <a:ext cx="25553" cy="53651"/>
            </a:xfrm>
            <a:custGeom>
              <a:rect b="b" l="l" r="r" t="t"/>
              <a:pathLst>
                <a:path extrusionOk="0" h="3162" w="1506">
                  <a:moveTo>
                    <a:pt x="603" y="0"/>
                  </a:moveTo>
                  <a:lnTo>
                    <a:pt x="0" y="3011"/>
                  </a:lnTo>
                  <a:lnTo>
                    <a:pt x="452" y="3161"/>
                  </a:lnTo>
                  <a:lnTo>
                    <a:pt x="904" y="3161"/>
                  </a:lnTo>
                  <a:lnTo>
                    <a:pt x="1506" y="3011"/>
                  </a:lnTo>
                  <a:lnTo>
                    <a:pt x="1054" y="2108"/>
                  </a:lnTo>
                  <a:lnTo>
                    <a:pt x="753" y="1054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3684388" y="1691196"/>
              <a:ext cx="43437" cy="17901"/>
            </a:xfrm>
            <a:custGeom>
              <a:rect b="b" l="l" r="r" t="t"/>
              <a:pathLst>
                <a:path extrusionOk="0" h="1055" w="2560">
                  <a:moveTo>
                    <a:pt x="1506" y="1"/>
                  </a:moveTo>
                  <a:lnTo>
                    <a:pt x="904" y="151"/>
                  </a:lnTo>
                  <a:lnTo>
                    <a:pt x="151" y="753"/>
                  </a:lnTo>
                  <a:lnTo>
                    <a:pt x="0" y="904"/>
                  </a:lnTo>
                  <a:lnTo>
                    <a:pt x="151" y="1054"/>
                  </a:lnTo>
                  <a:lnTo>
                    <a:pt x="452" y="1054"/>
                  </a:lnTo>
                  <a:lnTo>
                    <a:pt x="1054" y="603"/>
                  </a:lnTo>
                  <a:lnTo>
                    <a:pt x="1656" y="452"/>
                  </a:lnTo>
                  <a:lnTo>
                    <a:pt x="2409" y="452"/>
                  </a:lnTo>
                  <a:lnTo>
                    <a:pt x="2559" y="302"/>
                  </a:lnTo>
                  <a:lnTo>
                    <a:pt x="24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3699710" y="1739723"/>
              <a:ext cx="17901" cy="25570"/>
            </a:xfrm>
            <a:custGeom>
              <a:rect b="b" l="l" r="r" t="t"/>
              <a:pathLst>
                <a:path extrusionOk="0" h="1507" w="1055">
                  <a:moveTo>
                    <a:pt x="452" y="1"/>
                  </a:moveTo>
                  <a:lnTo>
                    <a:pt x="302" y="151"/>
                  </a:lnTo>
                  <a:lnTo>
                    <a:pt x="1" y="753"/>
                  </a:lnTo>
                  <a:lnTo>
                    <a:pt x="1" y="1205"/>
                  </a:lnTo>
                  <a:lnTo>
                    <a:pt x="151" y="1506"/>
                  </a:lnTo>
                  <a:lnTo>
                    <a:pt x="603" y="1506"/>
                  </a:lnTo>
                  <a:lnTo>
                    <a:pt x="753" y="1356"/>
                  </a:lnTo>
                  <a:lnTo>
                    <a:pt x="1054" y="904"/>
                  </a:lnTo>
                  <a:lnTo>
                    <a:pt x="1054" y="302"/>
                  </a:lnTo>
                  <a:lnTo>
                    <a:pt x="904" y="151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3709924" y="1739723"/>
              <a:ext cx="17901" cy="5124"/>
            </a:xfrm>
            <a:custGeom>
              <a:rect b="b" l="l" r="r" t="t"/>
              <a:pathLst>
                <a:path extrusionOk="0" h="302" w="1055">
                  <a:moveTo>
                    <a:pt x="1" y="1"/>
                  </a:moveTo>
                  <a:lnTo>
                    <a:pt x="151" y="151"/>
                  </a:lnTo>
                  <a:lnTo>
                    <a:pt x="302" y="302"/>
                  </a:lnTo>
                  <a:lnTo>
                    <a:pt x="603" y="151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3004942" y="4375726"/>
              <a:ext cx="120079" cy="209464"/>
            </a:xfrm>
            <a:custGeom>
              <a:rect b="b" l="l" r="r" t="t"/>
              <a:pathLst>
                <a:path extrusionOk="0" h="12345" w="7077">
                  <a:moveTo>
                    <a:pt x="1657" y="1"/>
                  </a:moveTo>
                  <a:lnTo>
                    <a:pt x="1" y="12345"/>
                  </a:lnTo>
                  <a:lnTo>
                    <a:pt x="5270" y="12345"/>
                  </a:lnTo>
                  <a:lnTo>
                    <a:pt x="707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3004942" y="4375726"/>
              <a:ext cx="120079" cy="209464"/>
            </a:xfrm>
            <a:custGeom>
              <a:rect b="b" l="l" r="r" t="t"/>
              <a:pathLst>
                <a:path extrusionOk="0" fill="none" h="12345" w="7077">
                  <a:moveTo>
                    <a:pt x="1" y="12345"/>
                  </a:moveTo>
                  <a:lnTo>
                    <a:pt x="5270" y="12345"/>
                  </a:lnTo>
                  <a:lnTo>
                    <a:pt x="7076" y="1"/>
                  </a:lnTo>
                  <a:lnTo>
                    <a:pt x="1657" y="1"/>
                  </a:lnTo>
                  <a:lnTo>
                    <a:pt x="1" y="123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2989620" y="4521324"/>
              <a:ext cx="250338" cy="102195"/>
            </a:xfrm>
            <a:custGeom>
              <a:rect b="b" l="l" r="r" t="t"/>
              <a:pathLst>
                <a:path extrusionOk="0" h="6023" w="14754">
                  <a:moveTo>
                    <a:pt x="1205" y="1"/>
                  </a:moveTo>
                  <a:lnTo>
                    <a:pt x="904" y="151"/>
                  </a:lnTo>
                  <a:lnTo>
                    <a:pt x="753" y="452"/>
                  </a:lnTo>
                  <a:lnTo>
                    <a:pt x="1" y="5119"/>
                  </a:lnTo>
                  <a:lnTo>
                    <a:pt x="151" y="5570"/>
                  </a:lnTo>
                  <a:lnTo>
                    <a:pt x="302" y="5872"/>
                  </a:lnTo>
                  <a:lnTo>
                    <a:pt x="603" y="6022"/>
                  </a:lnTo>
                  <a:lnTo>
                    <a:pt x="3614" y="6022"/>
                  </a:lnTo>
                  <a:lnTo>
                    <a:pt x="6624" y="5872"/>
                  </a:lnTo>
                  <a:lnTo>
                    <a:pt x="12797" y="6022"/>
                  </a:lnTo>
                  <a:lnTo>
                    <a:pt x="13549" y="6022"/>
                  </a:lnTo>
                  <a:lnTo>
                    <a:pt x="14151" y="5721"/>
                  </a:lnTo>
                  <a:lnTo>
                    <a:pt x="14452" y="5420"/>
                  </a:lnTo>
                  <a:lnTo>
                    <a:pt x="14754" y="4968"/>
                  </a:lnTo>
                  <a:lnTo>
                    <a:pt x="14754" y="4517"/>
                  </a:lnTo>
                  <a:lnTo>
                    <a:pt x="14754" y="4216"/>
                  </a:lnTo>
                  <a:lnTo>
                    <a:pt x="14603" y="3915"/>
                  </a:lnTo>
                  <a:lnTo>
                    <a:pt x="14302" y="3613"/>
                  </a:lnTo>
                  <a:lnTo>
                    <a:pt x="12797" y="3312"/>
                  </a:lnTo>
                  <a:lnTo>
                    <a:pt x="11743" y="3011"/>
                  </a:lnTo>
                  <a:lnTo>
                    <a:pt x="10840" y="2560"/>
                  </a:lnTo>
                  <a:lnTo>
                    <a:pt x="10087" y="2108"/>
                  </a:lnTo>
                  <a:lnTo>
                    <a:pt x="9033" y="1205"/>
                  </a:lnTo>
                  <a:lnTo>
                    <a:pt x="7979" y="302"/>
                  </a:lnTo>
                  <a:lnTo>
                    <a:pt x="7528" y="151"/>
                  </a:lnTo>
                  <a:lnTo>
                    <a:pt x="707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3017718" y="4462582"/>
              <a:ext cx="5124" cy="20446"/>
            </a:xfrm>
            <a:custGeom>
              <a:rect b="b" l="l" r="r" t="t"/>
              <a:pathLst>
                <a:path extrusionOk="0" h="1205" w="302">
                  <a:moveTo>
                    <a:pt x="302" y="0"/>
                  </a:moveTo>
                  <a:lnTo>
                    <a:pt x="302" y="0"/>
                  </a:lnTo>
                  <a:lnTo>
                    <a:pt x="1" y="1204"/>
                  </a:lnTo>
                  <a:lnTo>
                    <a:pt x="1" y="1204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3017718" y="4462582"/>
              <a:ext cx="5124" cy="20446"/>
            </a:xfrm>
            <a:custGeom>
              <a:rect b="b" l="l" r="r" t="t"/>
              <a:pathLst>
                <a:path extrusionOk="0" fill="none" h="1205" w="302">
                  <a:moveTo>
                    <a:pt x="302" y="0"/>
                  </a:moveTo>
                  <a:lnTo>
                    <a:pt x="302" y="0"/>
                  </a:lnTo>
                  <a:lnTo>
                    <a:pt x="1" y="1204"/>
                  </a:lnTo>
                  <a:lnTo>
                    <a:pt x="1" y="1204"/>
                  </a:lnTo>
                  <a:lnTo>
                    <a:pt x="3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3017718" y="4462582"/>
              <a:ext cx="94526" cy="20446"/>
            </a:xfrm>
            <a:custGeom>
              <a:rect b="b" l="l" r="r" t="t"/>
              <a:pathLst>
                <a:path extrusionOk="0" h="1205" w="5571">
                  <a:moveTo>
                    <a:pt x="302" y="0"/>
                  </a:moveTo>
                  <a:lnTo>
                    <a:pt x="1" y="1204"/>
                  </a:lnTo>
                  <a:lnTo>
                    <a:pt x="5420" y="1204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3017718" y="4462582"/>
              <a:ext cx="94526" cy="20446"/>
            </a:xfrm>
            <a:custGeom>
              <a:rect b="b" l="l" r="r" t="t"/>
              <a:pathLst>
                <a:path extrusionOk="0" fill="none" h="1205" w="5571">
                  <a:moveTo>
                    <a:pt x="5571" y="0"/>
                  </a:moveTo>
                  <a:lnTo>
                    <a:pt x="302" y="0"/>
                  </a:lnTo>
                  <a:lnTo>
                    <a:pt x="1" y="1204"/>
                  </a:lnTo>
                  <a:lnTo>
                    <a:pt x="5420" y="1204"/>
                  </a:lnTo>
                  <a:lnTo>
                    <a:pt x="55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3283361" y="2002821"/>
              <a:ext cx="173713" cy="255446"/>
            </a:xfrm>
            <a:custGeom>
              <a:rect b="b" l="l" r="r" t="t"/>
              <a:pathLst>
                <a:path extrusionOk="0" h="15055" w="10238">
                  <a:moveTo>
                    <a:pt x="4667" y="0"/>
                  </a:moveTo>
                  <a:lnTo>
                    <a:pt x="3764" y="151"/>
                  </a:lnTo>
                  <a:lnTo>
                    <a:pt x="3463" y="301"/>
                  </a:lnTo>
                  <a:lnTo>
                    <a:pt x="3011" y="753"/>
                  </a:lnTo>
                  <a:lnTo>
                    <a:pt x="2259" y="1807"/>
                  </a:lnTo>
                  <a:lnTo>
                    <a:pt x="1657" y="3162"/>
                  </a:lnTo>
                  <a:lnTo>
                    <a:pt x="1054" y="4818"/>
                  </a:lnTo>
                  <a:lnTo>
                    <a:pt x="302" y="7678"/>
                  </a:lnTo>
                  <a:lnTo>
                    <a:pt x="1" y="8882"/>
                  </a:lnTo>
                  <a:lnTo>
                    <a:pt x="6925" y="15054"/>
                  </a:lnTo>
                  <a:lnTo>
                    <a:pt x="7528" y="13699"/>
                  </a:lnTo>
                  <a:lnTo>
                    <a:pt x="8882" y="10689"/>
                  </a:lnTo>
                  <a:lnTo>
                    <a:pt x="9635" y="8882"/>
                  </a:lnTo>
                  <a:lnTo>
                    <a:pt x="10087" y="7226"/>
                  </a:lnTo>
                  <a:lnTo>
                    <a:pt x="10237" y="5570"/>
                  </a:lnTo>
                  <a:lnTo>
                    <a:pt x="10237" y="4968"/>
                  </a:lnTo>
                  <a:lnTo>
                    <a:pt x="10087" y="4366"/>
                  </a:lnTo>
                  <a:lnTo>
                    <a:pt x="9485" y="3463"/>
                  </a:lnTo>
                  <a:lnTo>
                    <a:pt x="8882" y="2409"/>
                  </a:lnTo>
                  <a:lnTo>
                    <a:pt x="8130" y="1656"/>
                  </a:lnTo>
                  <a:lnTo>
                    <a:pt x="7377" y="903"/>
                  </a:lnTo>
                  <a:lnTo>
                    <a:pt x="6474" y="452"/>
                  </a:lnTo>
                  <a:lnTo>
                    <a:pt x="572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3319129" y="1979830"/>
              <a:ext cx="472545" cy="572178"/>
            </a:xfrm>
            <a:custGeom>
              <a:rect b="b" l="l" r="r" t="t"/>
              <a:pathLst>
                <a:path extrusionOk="0" h="33722" w="27850">
                  <a:moveTo>
                    <a:pt x="13398" y="0"/>
                  </a:moveTo>
                  <a:lnTo>
                    <a:pt x="8430" y="151"/>
                  </a:lnTo>
                  <a:lnTo>
                    <a:pt x="5570" y="452"/>
                  </a:lnTo>
                  <a:lnTo>
                    <a:pt x="3011" y="753"/>
                  </a:lnTo>
                  <a:lnTo>
                    <a:pt x="2258" y="904"/>
                  </a:lnTo>
                  <a:lnTo>
                    <a:pt x="1656" y="1205"/>
                  </a:lnTo>
                  <a:lnTo>
                    <a:pt x="1054" y="1656"/>
                  </a:lnTo>
                  <a:lnTo>
                    <a:pt x="602" y="2258"/>
                  </a:lnTo>
                  <a:lnTo>
                    <a:pt x="301" y="2861"/>
                  </a:lnTo>
                  <a:lnTo>
                    <a:pt x="0" y="3613"/>
                  </a:lnTo>
                  <a:lnTo>
                    <a:pt x="0" y="4366"/>
                  </a:lnTo>
                  <a:lnTo>
                    <a:pt x="0" y="5119"/>
                  </a:lnTo>
                  <a:lnTo>
                    <a:pt x="1506" y="11893"/>
                  </a:lnTo>
                  <a:lnTo>
                    <a:pt x="2409" y="17312"/>
                  </a:lnTo>
                  <a:lnTo>
                    <a:pt x="2860" y="21829"/>
                  </a:lnTo>
                  <a:lnTo>
                    <a:pt x="3162" y="25893"/>
                  </a:lnTo>
                  <a:lnTo>
                    <a:pt x="3162" y="26495"/>
                  </a:lnTo>
                  <a:lnTo>
                    <a:pt x="2860" y="27097"/>
                  </a:lnTo>
                  <a:lnTo>
                    <a:pt x="2409" y="28151"/>
                  </a:lnTo>
                  <a:lnTo>
                    <a:pt x="2108" y="28753"/>
                  </a:lnTo>
                  <a:lnTo>
                    <a:pt x="1807" y="29355"/>
                  </a:lnTo>
                  <a:lnTo>
                    <a:pt x="1807" y="30259"/>
                  </a:lnTo>
                  <a:lnTo>
                    <a:pt x="1807" y="31312"/>
                  </a:lnTo>
                  <a:lnTo>
                    <a:pt x="2108" y="32216"/>
                  </a:lnTo>
                  <a:lnTo>
                    <a:pt x="2559" y="32818"/>
                  </a:lnTo>
                  <a:lnTo>
                    <a:pt x="2860" y="33269"/>
                  </a:lnTo>
                  <a:lnTo>
                    <a:pt x="3011" y="33721"/>
                  </a:lnTo>
                  <a:lnTo>
                    <a:pt x="24689" y="33721"/>
                  </a:lnTo>
                  <a:lnTo>
                    <a:pt x="24839" y="33269"/>
                  </a:lnTo>
                  <a:lnTo>
                    <a:pt x="25140" y="32968"/>
                  </a:lnTo>
                  <a:lnTo>
                    <a:pt x="25441" y="32667"/>
                  </a:lnTo>
                  <a:lnTo>
                    <a:pt x="25742" y="31915"/>
                  </a:lnTo>
                  <a:lnTo>
                    <a:pt x="25893" y="30409"/>
                  </a:lnTo>
                  <a:lnTo>
                    <a:pt x="25742" y="29355"/>
                  </a:lnTo>
                  <a:lnTo>
                    <a:pt x="25592" y="28151"/>
                  </a:lnTo>
                  <a:lnTo>
                    <a:pt x="25742" y="26796"/>
                  </a:lnTo>
                  <a:lnTo>
                    <a:pt x="26495" y="22732"/>
                  </a:lnTo>
                  <a:lnTo>
                    <a:pt x="26947" y="19119"/>
                  </a:lnTo>
                  <a:lnTo>
                    <a:pt x="27398" y="15958"/>
                  </a:lnTo>
                  <a:lnTo>
                    <a:pt x="27549" y="13248"/>
                  </a:lnTo>
                  <a:lnTo>
                    <a:pt x="27850" y="8882"/>
                  </a:lnTo>
                  <a:lnTo>
                    <a:pt x="27850" y="5721"/>
                  </a:lnTo>
                  <a:lnTo>
                    <a:pt x="27699" y="4818"/>
                  </a:lnTo>
                  <a:lnTo>
                    <a:pt x="27549" y="4065"/>
                  </a:lnTo>
                  <a:lnTo>
                    <a:pt x="27097" y="3312"/>
                  </a:lnTo>
                  <a:lnTo>
                    <a:pt x="26646" y="2560"/>
                  </a:lnTo>
                  <a:lnTo>
                    <a:pt x="26043" y="1957"/>
                  </a:lnTo>
                  <a:lnTo>
                    <a:pt x="25441" y="1506"/>
                  </a:lnTo>
                  <a:lnTo>
                    <a:pt x="24689" y="1205"/>
                  </a:lnTo>
                  <a:lnTo>
                    <a:pt x="23785" y="904"/>
                  </a:lnTo>
                  <a:lnTo>
                    <a:pt x="21076" y="603"/>
                  </a:lnTo>
                  <a:lnTo>
                    <a:pt x="18215" y="151"/>
                  </a:lnTo>
                  <a:lnTo>
                    <a:pt x="1580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3319129" y="1979830"/>
              <a:ext cx="472545" cy="572178"/>
            </a:xfrm>
            <a:custGeom>
              <a:rect b="b" l="l" r="r" t="t"/>
              <a:pathLst>
                <a:path extrusionOk="0" fill="none" h="33722" w="27850">
                  <a:moveTo>
                    <a:pt x="27850" y="5721"/>
                  </a:moveTo>
                  <a:lnTo>
                    <a:pt x="27850" y="5721"/>
                  </a:lnTo>
                  <a:lnTo>
                    <a:pt x="27850" y="8882"/>
                  </a:lnTo>
                  <a:lnTo>
                    <a:pt x="27549" y="13248"/>
                  </a:lnTo>
                  <a:lnTo>
                    <a:pt x="27398" y="15958"/>
                  </a:lnTo>
                  <a:lnTo>
                    <a:pt x="26947" y="19119"/>
                  </a:lnTo>
                  <a:lnTo>
                    <a:pt x="26495" y="22732"/>
                  </a:lnTo>
                  <a:lnTo>
                    <a:pt x="25742" y="26796"/>
                  </a:lnTo>
                  <a:lnTo>
                    <a:pt x="25742" y="26796"/>
                  </a:lnTo>
                  <a:lnTo>
                    <a:pt x="25592" y="28151"/>
                  </a:lnTo>
                  <a:lnTo>
                    <a:pt x="25742" y="29355"/>
                  </a:lnTo>
                  <a:lnTo>
                    <a:pt x="25893" y="30409"/>
                  </a:lnTo>
                  <a:lnTo>
                    <a:pt x="25742" y="31915"/>
                  </a:lnTo>
                  <a:lnTo>
                    <a:pt x="25742" y="31915"/>
                  </a:lnTo>
                  <a:lnTo>
                    <a:pt x="25441" y="32667"/>
                  </a:lnTo>
                  <a:lnTo>
                    <a:pt x="25140" y="32968"/>
                  </a:lnTo>
                  <a:lnTo>
                    <a:pt x="24839" y="33269"/>
                  </a:lnTo>
                  <a:lnTo>
                    <a:pt x="24689" y="33721"/>
                  </a:lnTo>
                  <a:lnTo>
                    <a:pt x="3011" y="33721"/>
                  </a:lnTo>
                  <a:lnTo>
                    <a:pt x="3011" y="33721"/>
                  </a:lnTo>
                  <a:lnTo>
                    <a:pt x="2860" y="33269"/>
                  </a:lnTo>
                  <a:lnTo>
                    <a:pt x="2559" y="32818"/>
                  </a:lnTo>
                  <a:lnTo>
                    <a:pt x="2108" y="32216"/>
                  </a:lnTo>
                  <a:lnTo>
                    <a:pt x="1807" y="31312"/>
                  </a:lnTo>
                  <a:lnTo>
                    <a:pt x="1807" y="31312"/>
                  </a:lnTo>
                  <a:lnTo>
                    <a:pt x="1807" y="30259"/>
                  </a:lnTo>
                  <a:lnTo>
                    <a:pt x="1807" y="29355"/>
                  </a:lnTo>
                  <a:lnTo>
                    <a:pt x="2108" y="28753"/>
                  </a:lnTo>
                  <a:lnTo>
                    <a:pt x="2409" y="28151"/>
                  </a:lnTo>
                  <a:lnTo>
                    <a:pt x="2860" y="27097"/>
                  </a:lnTo>
                  <a:lnTo>
                    <a:pt x="3162" y="26495"/>
                  </a:lnTo>
                  <a:lnTo>
                    <a:pt x="3162" y="25893"/>
                  </a:lnTo>
                  <a:lnTo>
                    <a:pt x="3162" y="25893"/>
                  </a:lnTo>
                  <a:lnTo>
                    <a:pt x="2860" y="21829"/>
                  </a:lnTo>
                  <a:lnTo>
                    <a:pt x="2409" y="17312"/>
                  </a:lnTo>
                  <a:lnTo>
                    <a:pt x="1506" y="11893"/>
                  </a:lnTo>
                  <a:lnTo>
                    <a:pt x="0" y="5119"/>
                  </a:lnTo>
                  <a:lnTo>
                    <a:pt x="0" y="5119"/>
                  </a:lnTo>
                  <a:lnTo>
                    <a:pt x="0" y="4366"/>
                  </a:lnTo>
                  <a:lnTo>
                    <a:pt x="0" y="3613"/>
                  </a:lnTo>
                  <a:lnTo>
                    <a:pt x="301" y="2861"/>
                  </a:lnTo>
                  <a:lnTo>
                    <a:pt x="602" y="2258"/>
                  </a:lnTo>
                  <a:lnTo>
                    <a:pt x="1054" y="1656"/>
                  </a:lnTo>
                  <a:lnTo>
                    <a:pt x="1656" y="1205"/>
                  </a:lnTo>
                  <a:lnTo>
                    <a:pt x="2258" y="904"/>
                  </a:lnTo>
                  <a:lnTo>
                    <a:pt x="3011" y="753"/>
                  </a:lnTo>
                  <a:lnTo>
                    <a:pt x="3011" y="753"/>
                  </a:lnTo>
                  <a:lnTo>
                    <a:pt x="5570" y="452"/>
                  </a:lnTo>
                  <a:lnTo>
                    <a:pt x="8430" y="151"/>
                  </a:lnTo>
                  <a:lnTo>
                    <a:pt x="8430" y="151"/>
                  </a:lnTo>
                  <a:lnTo>
                    <a:pt x="13398" y="0"/>
                  </a:lnTo>
                  <a:lnTo>
                    <a:pt x="15807" y="0"/>
                  </a:lnTo>
                  <a:lnTo>
                    <a:pt x="18215" y="151"/>
                  </a:lnTo>
                  <a:lnTo>
                    <a:pt x="18215" y="151"/>
                  </a:lnTo>
                  <a:lnTo>
                    <a:pt x="21076" y="603"/>
                  </a:lnTo>
                  <a:lnTo>
                    <a:pt x="23785" y="904"/>
                  </a:lnTo>
                  <a:lnTo>
                    <a:pt x="23785" y="904"/>
                  </a:lnTo>
                  <a:lnTo>
                    <a:pt x="24689" y="1205"/>
                  </a:lnTo>
                  <a:lnTo>
                    <a:pt x="25441" y="1506"/>
                  </a:lnTo>
                  <a:lnTo>
                    <a:pt x="26043" y="1957"/>
                  </a:lnTo>
                  <a:lnTo>
                    <a:pt x="26646" y="2560"/>
                  </a:lnTo>
                  <a:lnTo>
                    <a:pt x="27097" y="3312"/>
                  </a:lnTo>
                  <a:lnTo>
                    <a:pt x="27549" y="4065"/>
                  </a:lnTo>
                  <a:lnTo>
                    <a:pt x="27699" y="4818"/>
                  </a:lnTo>
                  <a:lnTo>
                    <a:pt x="27850" y="572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3712486" y="2181607"/>
              <a:ext cx="63866" cy="150722"/>
            </a:xfrm>
            <a:custGeom>
              <a:rect b="b" l="l" r="r" t="t"/>
              <a:pathLst>
                <a:path extrusionOk="0" h="8883" w="3764">
                  <a:moveTo>
                    <a:pt x="602" y="1"/>
                  </a:moveTo>
                  <a:lnTo>
                    <a:pt x="151" y="1055"/>
                  </a:lnTo>
                  <a:lnTo>
                    <a:pt x="0" y="2109"/>
                  </a:lnTo>
                  <a:lnTo>
                    <a:pt x="0" y="3313"/>
                  </a:lnTo>
                  <a:lnTo>
                    <a:pt x="301" y="4668"/>
                  </a:lnTo>
                  <a:lnTo>
                    <a:pt x="753" y="5872"/>
                  </a:lnTo>
                  <a:lnTo>
                    <a:pt x="1355" y="7076"/>
                  </a:lnTo>
                  <a:lnTo>
                    <a:pt x="2258" y="7980"/>
                  </a:lnTo>
                  <a:lnTo>
                    <a:pt x="3463" y="8883"/>
                  </a:lnTo>
                  <a:lnTo>
                    <a:pt x="3764" y="6173"/>
                  </a:lnTo>
                  <a:lnTo>
                    <a:pt x="3764" y="3614"/>
                  </a:lnTo>
                  <a:lnTo>
                    <a:pt x="2258" y="1807"/>
                  </a:lnTo>
                  <a:lnTo>
                    <a:pt x="1506" y="90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17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3712486" y="2181607"/>
              <a:ext cx="63866" cy="150722"/>
            </a:xfrm>
            <a:custGeom>
              <a:rect b="b" l="l" r="r" t="t"/>
              <a:pathLst>
                <a:path extrusionOk="0" fill="none" h="8883" w="3764">
                  <a:moveTo>
                    <a:pt x="602" y="1"/>
                  </a:moveTo>
                  <a:lnTo>
                    <a:pt x="602" y="1"/>
                  </a:lnTo>
                  <a:lnTo>
                    <a:pt x="151" y="1055"/>
                  </a:lnTo>
                  <a:lnTo>
                    <a:pt x="0" y="2109"/>
                  </a:lnTo>
                  <a:lnTo>
                    <a:pt x="0" y="3313"/>
                  </a:lnTo>
                  <a:lnTo>
                    <a:pt x="301" y="4668"/>
                  </a:lnTo>
                  <a:lnTo>
                    <a:pt x="753" y="5872"/>
                  </a:lnTo>
                  <a:lnTo>
                    <a:pt x="1355" y="7076"/>
                  </a:lnTo>
                  <a:lnTo>
                    <a:pt x="2258" y="7980"/>
                  </a:lnTo>
                  <a:lnTo>
                    <a:pt x="3463" y="8883"/>
                  </a:lnTo>
                  <a:lnTo>
                    <a:pt x="3463" y="8883"/>
                  </a:lnTo>
                  <a:lnTo>
                    <a:pt x="3764" y="6173"/>
                  </a:lnTo>
                  <a:lnTo>
                    <a:pt x="3764" y="3614"/>
                  </a:lnTo>
                  <a:lnTo>
                    <a:pt x="3764" y="3614"/>
                  </a:lnTo>
                  <a:lnTo>
                    <a:pt x="2258" y="1807"/>
                  </a:lnTo>
                  <a:lnTo>
                    <a:pt x="1506" y="904"/>
                  </a:lnTo>
                  <a:lnTo>
                    <a:pt x="6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3715032" y="2102437"/>
              <a:ext cx="309080" cy="365276"/>
            </a:xfrm>
            <a:custGeom>
              <a:rect b="b" l="l" r="r" t="t"/>
              <a:pathLst>
                <a:path extrusionOk="0" h="21528" w="18216">
                  <a:moveTo>
                    <a:pt x="5270" y="0"/>
                  </a:moveTo>
                  <a:lnTo>
                    <a:pt x="1" y="1205"/>
                  </a:lnTo>
                  <a:lnTo>
                    <a:pt x="904" y="4968"/>
                  </a:lnTo>
                  <a:lnTo>
                    <a:pt x="1958" y="8581"/>
                  </a:lnTo>
                  <a:lnTo>
                    <a:pt x="3313" y="12344"/>
                  </a:lnTo>
                  <a:lnTo>
                    <a:pt x="4818" y="15957"/>
                  </a:lnTo>
                  <a:lnTo>
                    <a:pt x="5571" y="17764"/>
                  </a:lnTo>
                  <a:lnTo>
                    <a:pt x="6624" y="19570"/>
                  </a:lnTo>
                  <a:lnTo>
                    <a:pt x="7377" y="20474"/>
                  </a:lnTo>
                  <a:lnTo>
                    <a:pt x="7829" y="20925"/>
                  </a:lnTo>
                  <a:lnTo>
                    <a:pt x="8431" y="21226"/>
                  </a:lnTo>
                  <a:lnTo>
                    <a:pt x="9184" y="21377"/>
                  </a:lnTo>
                  <a:lnTo>
                    <a:pt x="9786" y="21527"/>
                  </a:lnTo>
                  <a:lnTo>
                    <a:pt x="10840" y="21377"/>
                  </a:lnTo>
                  <a:lnTo>
                    <a:pt x="11743" y="21076"/>
                  </a:lnTo>
                  <a:lnTo>
                    <a:pt x="12345" y="20624"/>
                  </a:lnTo>
                  <a:lnTo>
                    <a:pt x="13399" y="19871"/>
                  </a:lnTo>
                  <a:lnTo>
                    <a:pt x="14904" y="18366"/>
                  </a:lnTo>
                  <a:lnTo>
                    <a:pt x="16108" y="16861"/>
                  </a:lnTo>
                  <a:lnTo>
                    <a:pt x="17162" y="15205"/>
                  </a:lnTo>
                  <a:lnTo>
                    <a:pt x="18216" y="13398"/>
                  </a:lnTo>
                  <a:lnTo>
                    <a:pt x="15958" y="11893"/>
                  </a:lnTo>
                  <a:lnTo>
                    <a:pt x="13399" y="14301"/>
                  </a:lnTo>
                  <a:lnTo>
                    <a:pt x="12044" y="15506"/>
                  </a:lnTo>
                  <a:lnTo>
                    <a:pt x="10689" y="16409"/>
                  </a:lnTo>
                  <a:lnTo>
                    <a:pt x="10547" y="16480"/>
                  </a:lnTo>
                  <a:lnTo>
                    <a:pt x="10547" y="16480"/>
                  </a:lnTo>
                  <a:lnTo>
                    <a:pt x="9485" y="14000"/>
                  </a:lnTo>
                  <a:lnTo>
                    <a:pt x="8280" y="10538"/>
                  </a:lnTo>
                  <a:lnTo>
                    <a:pt x="7227" y="7076"/>
                  </a:lnTo>
                  <a:lnTo>
                    <a:pt x="5270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3653728" y="2000259"/>
              <a:ext cx="189035" cy="265660"/>
            </a:xfrm>
            <a:custGeom>
              <a:rect b="b" l="l" r="r" t="t"/>
              <a:pathLst>
                <a:path extrusionOk="0" h="15657" w="11141">
                  <a:moveTo>
                    <a:pt x="4065" y="1"/>
                  </a:moveTo>
                  <a:lnTo>
                    <a:pt x="3162" y="151"/>
                  </a:lnTo>
                  <a:lnTo>
                    <a:pt x="2259" y="753"/>
                  </a:lnTo>
                  <a:lnTo>
                    <a:pt x="1356" y="1506"/>
                  </a:lnTo>
                  <a:lnTo>
                    <a:pt x="603" y="2560"/>
                  </a:lnTo>
                  <a:lnTo>
                    <a:pt x="151" y="3915"/>
                  </a:lnTo>
                  <a:lnTo>
                    <a:pt x="1" y="4517"/>
                  </a:lnTo>
                  <a:lnTo>
                    <a:pt x="1" y="5119"/>
                  </a:lnTo>
                  <a:lnTo>
                    <a:pt x="151" y="6926"/>
                  </a:lnTo>
                  <a:lnTo>
                    <a:pt x="603" y="8883"/>
                  </a:lnTo>
                  <a:lnTo>
                    <a:pt x="1205" y="10840"/>
                  </a:lnTo>
                  <a:lnTo>
                    <a:pt x="2560" y="14151"/>
                  </a:lnTo>
                  <a:lnTo>
                    <a:pt x="3162" y="15657"/>
                  </a:lnTo>
                  <a:lnTo>
                    <a:pt x="11141" y="10388"/>
                  </a:lnTo>
                  <a:lnTo>
                    <a:pt x="10990" y="9485"/>
                  </a:lnTo>
                  <a:lnTo>
                    <a:pt x="10237" y="7227"/>
                  </a:lnTo>
                  <a:lnTo>
                    <a:pt x="9635" y="5721"/>
                  </a:lnTo>
                  <a:lnTo>
                    <a:pt x="9033" y="4216"/>
                  </a:lnTo>
                  <a:lnTo>
                    <a:pt x="8130" y="2861"/>
                  </a:lnTo>
                  <a:lnTo>
                    <a:pt x="7227" y="1506"/>
                  </a:lnTo>
                  <a:lnTo>
                    <a:pt x="6173" y="603"/>
                  </a:lnTo>
                  <a:lnTo>
                    <a:pt x="5119" y="151"/>
                  </a:lnTo>
                  <a:lnTo>
                    <a:pt x="406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3965353" y="2237804"/>
              <a:ext cx="66428" cy="109848"/>
            </a:xfrm>
            <a:custGeom>
              <a:rect b="b" l="l" r="r" t="t"/>
              <a:pathLst>
                <a:path extrusionOk="0" h="6474" w="3915">
                  <a:moveTo>
                    <a:pt x="3011" y="1"/>
                  </a:moveTo>
                  <a:lnTo>
                    <a:pt x="2861" y="151"/>
                  </a:lnTo>
                  <a:lnTo>
                    <a:pt x="2560" y="1055"/>
                  </a:lnTo>
                  <a:lnTo>
                    <a:pt x="1958" y="1958"/>
                  </a:lnTo>
                  <a:lnTo>
                    <a:pt x="753" y="3764"/>
                  </a:lnTo>
                  <a:lnTo>
                    <a:pt x="302" y="4517"/>
                  </a:lnTo>
                  <a:lnTo>
                    <a:pt x="1" y="5270"/>
                  </a:lnTo>
                  <a:lnTo>
                    <a:pt x="1" y="5571"/>
                  </a:lnTo>
                  <a:lnTo>
                    <a:pt x="1" y="5872"/>
                  </a:lnTo>
                  <a:lnTo>
                    <a:pt x="302" y="6173"/>
                  </a:lnTo>
                  <a:lnTo>
                    <a:pt x="603" y="6323"/>
                  </a:lnTo>
                  <a:lnTo>
                    <a:pt x="1054" y="6474"/>
                  </a:lnTo>
                  <a:lnTo>
                    <a:pt x="1656" y="6323"/>
                  </a:lnTo>
                  <a:lnTo>
                    <a:pt x="2108" y="6022"/>
                  </a:lnTo>
                  <a:lnTo>
                    <a:pt x="2710" y="5571"/>
                  </a:lnTo>
                  <a:lnTo>
                    <a:pt x="3463" y="4517"/>
                  </a:lnTo>
                  <a:lnTo>
                    <a:pt x="3764" y="4216"/>
                  </a:lnTo>
                  <a:lnTo>
                    <a:pt x="3915" y="3764"/>
                  </a:lnTo>
                  <a:lnTo>
                    <a:pt x="3915" y="3463"/>
                  </a:lnTo>
                  <a:lnTo>
                    <a:pt x="3613" y="2861"/>
                  </a:lnTo>
                  <a:lnTo>
                    <a:pt x="3463" y="2108"/>
                  </a:lnTo>
                  <a:lnTo>
                    <a:pt x="3312" y="1657"/>
                  </a:lnTo>
                  <a:lnTo>
                    <a:pt x="3463" y="904"/>
                  </a:lnTo>
                  <a:lnTo>
                    <a:pt x="3463" y="452"/>
                  </a:lnTo>
                  <a:lnTo>
                    <a:pt x="3162" y="151"/>
                  </a:lnTo>
                  <a:lnTo>
                    <a:pt x="301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3967915" y="2260795"/>
              <a:ext cx="91964" cy="89419"/>
            </a:xfrm>
            <a:custGeom>
              <a:rect b="b" l="l" r="r" t="t"/>
              <a:pathLst>
                <a:path extrusionOk="0" h="5270" w="5420">
                  <a:moveTo>
                    <a:pt x="4366" y="1"/>
                  </a:moveTo>
                  <a:lnTo>
                    <a:pt x="4065" y="151"/>
                  </a:lnTo>
                  <a:lnTo>
                    <a:pt x="3764" y="302"/>
                  </a:lnTo>
                  <a:lnTo>
                    <a:pt x="3312" y="904"/>
                  </a:lnTo>
                  <a:lnTo>
                    <a:pt x="2860" y="1356"/>
                  </a:lnTo>
                  <a:lnTo>
                    <a:pt x="2710" y="1356"/>
                  </a:lnTo>
                  <a:lnTo>
                    <a:pt x="1957" y="1657"/>
                  </a:lnTo>
                  <a:lnTo>
                    <a:pt x="1054" y="2409"/>
                  </a:lnTo>
                  <a:lnTo>
                    <a:pt x="0" y="3764"/>
                  </a:lnTo>
                  <a:lnTo>
                    <a:pt x="1656" y="5270"/>
                  </a:lnTo>
                  <a:lnTo>
                    <a:pt x="2258" y="5270"/>
                  </a:lnTo>
                  <a:lnTo>
                    <a:pt x="3011" y="4968"/>
                  </a:lnTo>
                  <a:lnTo>
                    <a:pt x="3613" y="4818"/>
                  </a:lnTo>
                  <a:lnTo>
                    <a:pt x="4215" y="4517"/>
                  </a:lnTo>
                  <a:lnTo>
                    <a:pt x="4817" y="4065"/>
                  </a:lnTo>
                  <a:lnTo>
                    <a:pt x="4968" y="3915"/>
                  </a:lnTo>
                  <a:lnTo>
                    <a:pt x="5269" y="3463"/>
                  </a:lnTo>
                  <a:lnTo>
                    <a:pt x="5419" y="3011"/>
                  </a:lnTo>
                  <a:lnTo>
                    <a:pt x="5269" y="1807"/>
                  </a:lnTo>
                  <a:lnTo>
                    <a:pt x="5118" y="904"/>
                  </a:lnTo>
                  <a:lnTo>
                    <a:pt x="4817" y="452"/>
                  </a:lnTo>
                  <a:lnTo>
                    <a:pt x="4667" y="151"/>
                  </a:lnTo>
                  <a:lnTo>
                    <a:pt x="436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3454496" y="1571150"/>
              <a:ext cx="258008" cy="344831"/>
            </a:xfrm>
            <a:custGeom>
              <a:rect b="b" l="l" r="r" t="t"/>
              <a:pathLst>
                <a:path extrusionOk="0" h="20323" w="15206">
                  <a:moveTo>
                    <a:pt x="7377" y="0"/>
                  </a:moveTo>
                  <a:lnTo>
                    <a:pt x="6474" y="151"/>
                  </a:lnTo>
                  <a:lnTo>
                    <a:pt x="5571" y="301"/>
                  </a:lnTo>
                  <a:lnTo>
                    <a:pt x="4818" y="602"/>
                  </a:lnTo>
                  <a:lnTo>
                    <a:pt x="4065" y="1054"/>
                  </a:lnTo>
                  <a:lnTo>
                    <a:pt x="3313" y="1506"/>
                  </a:lnTo>
                  <a:lnTo>
                    <a:pt x="2710" y="2108"/>
                  </a:lnTo>
                  <a:lnTo>
                    <a:pt x="2108" y="2860"/>
                  </a:lnTo>
                  <a:lnTo>
                    <a:pt x="1506" y="3613"/>
                  </a:lnTo>
                  <a:lnTo>
                    <a:pt x="1205" y="4366"/>
                  </a:lnTo>
                  <a:lnTo>
                    <a:pt x="904" y="5269"/>
                  </a:lnTo>
                  <a:lnTo>
                    <a:pt x="603" y="6323"/>
                  </a:lnTo>
                  <a:lnTo>
                    <a:pt x="151" y="9635"/>
                  </a:lnTo>
                  <a:lnTo>
                    <a:pt x="1" y="10990"/>
                  </a:lnTo>
                  <a:lnTo>
                    <a:pt x="1" y="12344"/>
                  </a:lnTo>
                  <a:lnTo>
                    <a:pt x="151" y="13549"/>
                  </a:lnTo>
                  <a:lnTo>
                    <a:pt x="452" y="14602"/>
                  </a:lnTo>
                  <a:lnTo>
                    <a:pt x="904" y="15656"/>
                  </a:lnTo>
                  <a:lnTo>
                    <a:pt x="1506" y="16861"/>
                  </a:lnTo>
                  <a:lnTo>
                    <a:pt x="2108" y="17764"/>
                  </a:lnTo>
                  <a:lnTo>
                    <a:pt x="2861" y="18366"/>
                  </a:lnTo>
                  <a:lnTo>
                    <a:pt x="3614" y="18968"/>
                  </a:lnTo>
                  <a:lnTo>
                    <a:pt x="4366" y="19570"/>
                  </a:lnTo>
                  <a:lnTo>
                    <a:pt x="5270" y="19871"/>
                  </a:lnTo>
                  <a:lnTo>
                    <a:pt x="6022" y="20172"/>
                  </a:lnTo>
                  <a:lnTo>
                    <a:pt x="6926" y="20323"/>
                  </a:lnTo>
                  <a:lnTo>
                    <a:pt x="8732" y="20323"/>
                  </a:lnTo>
                  <a:lnTo>
                    <a:pt x="9485" y="20022"/>
                  </a:lnTo>
                  <a:lnTo>
                    <a:pt x="10388" y="19721"/>
                  </a:lnTo>
                  <a:lnTo>
                    <a:pt x="11141" y="19269"/>
                  </a:lnTo>
                  <a:lnTo>
                    <a:pt x="11743" y="18818"/>
                  </a:lnTo>
                  <a:lnTo>
                    <a:pt x="12496" y="18215"/>
                  </a:lnTo>
                  <a:lnTo>
                    <a:pt x="13098" y="17463"/>
                  </a:lnTo>
                  <a:lnTo>
                    <a:pt x="13549" y="16559"/>
                  </a:lnTo>
                  <a:lnTo>
                    <a:pt x="14151" y="14753"/>
                  </a:lnTo>
                  <a:lnTo>
                    <a:pt x="14754" y="12796"/>
                  </a:lnTo>
                  <a:lnTo>
                    <a:pt x="15055" y="10538"/>
                  </a:lnTo>
                  <a:lnTo>
                    <a:pt x="15205" y="8430"/>
                  </a:lnTo>
                  <a:lnTo>
                    <a:pt x="14904" y="6323"/>
                  </a:lnTo>
                  <a:lnTo>
                    <a:pt x="14754" y="5269"/>
                  </a:lnTo>
                  <a:lnTo>
                    <a:pt x="14302" y="4366"/>
                  </a:lnTo>
                  <a:lnTo>
                    <a:pt x="13850" y="3463"/>
                  </a:lnTo>
                  <a:lnTo>
                    <a:pt x="13248" y="2559"/>
                  </a:lnTo>
                  <a:lnTo>
                    <a:pt x="12646" y="1807"/>
                  </a:lnTo>
                  <a:lnTo>
                    <a:pt x="11893" y="1205"/>
                  </a:lnTo>
                  <a:lnTo>
                    <a:pt x="10990" y="753"/>
                  </a:lnTo>
                  <a:lnTo>
                    <a:pt x="10087" y="301"/>
                  </a:lnTo>
                  <a:lnTo>
                    <a:pt x="9184" y="151"/>
                  </a:lnTo>
                  <a:lnTo>
                    <a:pt x="8280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3454496" y="1571150"/>
              <a:ext cx="258008" cy="344831"/>
            </a:xfrm>
            <a:custGeom>
              <a:rect b="b" l="l" r="r" t="t"/>
              <a:pathLst>
                <a:path extrusionOk="0" fill="none" h="20323" w="15206">
                  <a:moveTo>
                    <a:pt x="603" y="6323"/>
                  </a:moveTo>
                  <a:lnTo>
                    <a:pt x="603" y="6323"/>
                  </a:lnTo>
                  <a:lnTo>
                    <a:pt x="151" y="9635"/>
                  </a:lnTo>
                  <a:lnTo>
                    <a:pt x="1" y="10990"/>
                  </a:lnTo>
                  <a:lnTo>
                    <a:pt x="1" y="12344"/>
                  </a:lnTo>
                  <a:lnTo>
                    <a:pt x="151" y="13549"/>
                  </a:lnTo>
                  <a:lnTo>
                    <a:pt x="452" y="14602"/>
                  </a:lnTo>
                  <a:lnTo>
                    <a:pt x="904" y="15656"/>
                  </a:lnTo>
                  <a:lnTo>
                    <a:pt x="1506" y="16861"/>
                  </a:lnTo>
                  <a:lnTo>
                    <a:pt x="1506" y="16861"/>
                  </a:lnTo>
                  <a:lnTo>
                    <a:pt x="2108" y="17764"/>
                  </a:lnTo>
                  <a:lnTo>
                    <a:pt x="2861" y="18366"/>
                  </a:lnTo>
                  <a:lnTo>
                    <a:pt x="3614" y="18968"/>
                  </a:lnTo>
                  <a:lnTo>
                    <a:pt x="4366" y="19570"/>
                  </a:lnTo>
                  <a:lnTo>
                    <a:pt x="5270" y="19871"/>
                  </a:lnTo>
                  <a:lnTo>
                    <a:pt x="6022" y="20172"/>
                  </a:lnTo>
                  <a:lnTo>
                    <a:pt x="6926" y="20323"/>
                  </a:lnTo>
                  <a:lnTo>
                    <a:pt x="7829" y="20323"/>
                  </a:lnTo>
                  <a:lnTo>
                    <a:pt x="8732" y="20323"/>
                  </a:lnTo>
                  <a:lnTo>
                    <a:pt x="9485" y="20022"/>
                  </a:lnTo>
                  <a:lnTo>
                    <a:pt x="10388" y="19721"/>
                  </a:lnTo>
                  <a:lnTo>
                    <a:pt x="11141" y="19269"/>
                  </a:lnTo>
                  <a:lnTo>
                    <a:pt x="11743" y="18818"/>
                  </a:lnTo>
                  <a:lnTo>
                    <a:pt x="12496" y="18215"/>
                  </a:lnTo>
                  <a:lnTo>
                    <a:pt x="13098" y="17463"/>
                  </a:lnTo>
                  <a:lnTo>
                    <a:pt x="13549" y="16559"/>
                  </a:lnTo>
                  <a:lnTo>
                    <a:pt x="13549" y="16559"/>
                  </a:lnTo>
                  <a:lnTo>
                    <a:pt x="14151" y="14753"/>
                  </a:lnTo>
                  <a:lnTo>
                    <a:pt x="14754" y="12796"/>
                  </a:lnTo>
                  <a:lnTo>
                    <a:pt x="15055" y="10538"/>
                  </a:lnTo>
                  <a:lnTo>
                    <a:pt x="15205" y="8430"/>
                  </a:lnTo>
                  <a:lnTo>
                    <a:pt x="14904" y="6323"/>
                  </a:lnTo>
                  <a:lnTo>
                    <a:pt x="14754" y="5269"/>
                  </a:lnTo>
                  <a:lnTo>
                    <a:pt x="14302" y="4366"/>
                  </a:lnTo>
                  <a:lnTo>
                    <a:pt x="13850" y="3463"/>
                  </a:lnTo>
                  <a:lnTo>
                    <a:pt x="13248" y="2559"/>
                  </a:lnTo>
                  <a:lnTo>
                    <a:pt x="12646" y="1807"/>
                  </a:lnTo>
                  <a:lnTo>
                    <a:pt x="11893" y="1205"/>
                  </a:lnTo>
                  <a:lnTo>
                    <a:pt x="11893" y="1205"/>
                  </a:lnTo>
                  <a:lnTo>
                    <a:pt x="10990" y="753"/>
                  </a:lnTo>
                  <a:lnTo>
                    <a:pt x="10087" y="301"/>
                  </a:lnTo>
                  <a:lnTo>
                    <a:pt x="9184" y="151"/>
                  </a:lnTo>
                  <a:lnTo>
                    <a:pt x="8280" y="0"/>
                  </a:lnTo>
                  <a:lnTo>
                    <a:pt x="7377" y="0"/>
                  </a:lnTo>
                  <a:lnTo>
                    <a:pt x="6474" y="151"/>
                  </a:lnTo>
                  <a:lnTo>
                    <a:pt x="5571" y="301"/>
                  </a:lnTo>
                  <a:lnTo>
                    <a:pt x="4818" y="602"/>
                  </a:lnTo>
                  <a:lnTo>
                    <a:pt x="4065" y="1054"/>
                  </a:lnTo>
                  <a:lnTo>
                    <a:pt x="3313" y="1506"/>
                  </a:lnTo>
                  <a:lnTo>
                    <a:pt x="2710" y="2108"/>
                  </a:lnTo>
                  <a:lnTo>
                    <a:pt x="2108" y="2860"/>
                  </a:lnTo>
                  <a:lnTo>
                    <a:pt x="1506" y="3613"/>
                  </a:lnTo>
                  <a:lnTo>
                    <a:pt x="1205" y="4366"/>
                  </a:lnTo>
                  <a:lnTo>
                    <a:pt x="904" y="5269"/>
                  </a:lnTo>
                  <a:lnTo>
                    <a:pt x="603" y="632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3377870" y="1555812"/>
              <a:ext cx="334633" cy="334633"/>
            </a:xfrm>
            <a:custGeom>
              <a:rect b="b" l="l" r="r" t="t"/>
              <a:pathLst>
                <a:path extrusionOk="0" h="19722" w="19722">
                  <a:moveTo>
                    <a:pt x="10538" y="1"/>
                  </a:moveTo>
                  <a:lnTo>
                    <a:pt x="9635" y="152"/>
                  </a:lnTo>
                  <a:lnTo>
                    <a:pt x="8732" y="302"/>
                  </a:lnTo>
                  <a:lnTo>
                    <a:pt x="8130" y="603"/>
                  </a:lnTo>
                  <a:lnTo>
                    <a:pt x="7076" y="1205"/>
                  </a:lnTo>
                  <a:lnTo>
                    <a:pt x="6323" y="1958"/>
                  </a:lnTo>
                  <a:lnTo>
                    <a:pt x="5872" y="2711"/>
                  </a:lnTo>
                  <a:lnTo>
                    <a:pt x="5721" y="3313"/>
                  </a:lnTo>
                  <a:lnTo>
                    <a:pt x="5721" y="3915"/>
                  </a:lnTo>
                  <a:lnTo>
                    <a:pt x="5269" y="4066"/>
                  </a:lnTo>
                  <a:lnTo>
                    <a:pt x="4818" y="4517"/>
                  </a:lnTo>
                  <a:lnTo>
                    <a:pt x="3312" y="5721"/>
                  </a:lnTo>
                  <a:lnTo>
                    <a:pt x="2560" y="6625"/>
                  </a:lnTo>
                  <a:lnTo>
                    <a:pt x="1807" y="7678"/>
                  </a:lnTo>
                  <a:lnTo>
                    <a:pt x="1054" y="8732"/>
                  </a:lnTo>
                  <a:lnTo>
                    <a:pt x="452" y="9937"/>
                  </a:lnTo>
                  <a:lnTo>
                    <a:pt x="151" y="11141"/>
                  </a:lnTo>
                  <a:lnTo>
                    <a:pt x="1" y="12345"/>
                  </a:lnTo>
                  <a:lnTo>
                    <a:pt x="151" y="13549"/>
                  </a:lnTo>
                  <a:lnTo>
                    <a:pt x="302" y="14152"/>
                  </a:lnTo>
                  <a:lnTo>
                    <a:pt x="603" y="14754"/>
                  </a:lnTo>
                  <a:lnTo>
                    <a:pt x="1054" y="15356"/>
                  </a:lnTo>
                  <a:lnTo>
                    <a:pt x="1506" y="15958"/>
                  </a:lnTo>
                  <a:lnTo>
                    <a:pt x="2259" y="16560"/>
                  </a:lnTo>
                  <a:lnTo>
                    <a:pt x="3011" y="17012"/>
                  </a:lnTo>
                  <a:lnTo>
                    <a:pt x="4818" y="18066"/>
                  </a:lnTo>
                  <a:lnTo>
                    <a:pt x="7377" y="18818"/>
                  </a:lnTo>
                  <a:lnTo>
                    <a:pt x="9936" y="19420"/>
                  </a:lnTo>
                  <a:lnTo>
                    <a:pt x="11893" y="19722"/>
                  </a:lnTo>
                  <a:lnTo>
                    <a:pt x="13549" y="19722"/>
                  </a:lnTo>
                  <a:lnTo>
                    <a:pt x="14904" y="19420"/>
                  </a:lnTo>
                  <a:lnTo>
                    <a:pt x="15807" y="18818"/>
                  </a:lnTo>
                  <a:lnTo>
                    <a:pt x="16409" y="18216"/>
                  </a:lnTo>
                  <a:lnTo>
                    <a:pt x="16861" y="17463"/>
                  </a:lnTo>
                  <a:lnTo>
                    <a:pt x="17012" y="16560"/>
                  </a:lnTo>
                  <a:lnTo>
                    <a:pt x="17012" y="15657"/>
                  </a:lnTo>
                  <a:lnTo>
                    <a:pt x="16861" y="14603"/>
                  </a:lnTo>
                  <a:lnTo>
                    <a:pt x="16409" y="12947"/>
                  </a:lnTo>
                  <a:lnTo>
                    <a:pt x="15807" y="11592"/>
                  </a:lnTo>
                  <a:lnTo>
                    <a:pt x="15657" y="11141"/>
                  </a:lnTo>
                  <a:lnTo>
                    <a:pt x="17162" y="9937"/>
                  </a:lnTo>
                  <a:lnTo>
                    <a:pt x="17915" y="9334"/>
                  </a:lnTo>
                  <a:lnTo>
                    <a:pt x="18517" y="8582"/>
                  </a:lnTo>
                  <a:lnTo>
                    <a:pt x="19119" y="7829"/>
                  </a:lnTo>
                  <a:lnTo>
                    <a:pt x="19420" y="6926"/>
                  </a:lnTo>
                  <a:lnTo>
                    <a:pt x="19721" y="6023"/>
                  </a:lnTo>
                  <a:lnTo>
                    <a:pt x="19721" y="5119"/>
                  </a:lnTo>
                  <a:lnTo>
                    <a:pt x="19571" y="4066"/>
                  </a:lnTo>
                  <a:lnTo>
                    <a:pt x="19119" y="3162"/>
                  </a:lnTo>
                  <a:lnTo>
                    <a:pt x="18366" y="2259"/>
                  </a:lnTo>
                  <a:lnTo>
                    <a:pt x="17313" y="1506"/>
                  </a:lnTo>
                  <a:lnTo>
                    <a:pt x="16108" y="904"/>
                  </a:lnTo>
                  <a:lnTo>
                    <a:pt x="14753" y="453"/>
                  </a:lnTo>
                  <a:lnTo>
                    <a:pt x="1324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3377870" y="1555812"/>
              <a:ext cx="334633" cy="334633"/>
            </a:xfrm>
            <a:custGeom>
              <a:rect b="b" l="l" r="r" t="t"/>
              <a:pathLst>
                <a:path extrusionOk="0" fill="none" h="19722" w="19722">
                  <a:moveTo>
                    <a:pt x="15657" y="11141"/>
                  </a:moveTo>
                  <a:lnTo>
                    <a:pt x="15657" y="11141"/>
                  </a:lnTo>
                  <a:lnTo>
                    <a:pt x="17162" y="9937"/>
                  </a:lnTo>
                  <a:lnTo>
                    <a:pt x="17915" y="9334"/>
                  </a:lnTo>
                  <a:lnTo>
                    <a:pt x="18517" y="8582"/>
                  </a:lnTo>
                  <a:lnTo>
                    <a:pt x="19119" y="7829"/>
                  </a:lnTo>
                  <a:lnTo>
                    <a:pt x="19420" y="6926"/>
                  </a:lnTo>
                  <a:lnTo>
                    <a:pt x="19721" y="6023"/>
                  </a:lnTo>
                  <a:lnTo>
                    <a:pt x="19721" y="5119"/>
                  </a:lnTo>
                  <a:lnTo>
                    <a:pt x="19721" y="5119"/>
                  </a:lnTo>
                  <a:lnTo>
                    <a:pt x="19571" y="4066"/>
                  </a:lnTo>
                  <a:lnTo>
                    <a:pt x="19119" y="3162"/>
                  </a:lnTo>
                  <a:lnTo>
                    <a:pt x="18366" y="2259"/>
                  </a:lnTo>
                  <a:lnTo>
                    <a:pt x="17313" y="1506"/>
                  </a:lnTo>
                  <a:lnTo>
                    <a:pt x="16108" y="904"/>
                  </a:lnTo>
                  <a:lnTo>
                    <a:pt x="14753" y="453"/>
                  </a:lnTo>
                  <a:lnTo>
                    <a:pt x="13248" y="1"/>
                  </a:lnTo>
                  <a:lnTo>
                    <a:pt x="11592" y="1"/>
                  </a:lnTo>
                  <a:lnTo>
                    <a:pt x="11592" y="1"/>
                  </a:lnTo>
                  <a:lnTo>
                    <a:pt x="10538" y="1"/>
                  </a:lnTo>
                  <a:lnTo>
                    <a:pt x="9635" y="152"/>
                  </a:lnTo>
                  <a:lnTo>
                    <a:pt x="8732" y="302"/>
                  </a:lnTo>
                  <a:lnTo>
                    <a:pt x="8130" y="603"/>
                  </a:lnTo>
                  <a:lnTo>
                    <a:pt x="7076" y="1205"/>
                  </a:lnTo>
                  <a:lnTo>
                    <a:pt x="6323" y="1958"/>
                  </a:lnTo>
                  <a:lnTo>
                    <a:pt x="5872" y="2711"/>
                  </a:lnTo>
                  <a:lnTo>
                    <a:pt x="5721" y="3313"/>
                  </a:lnTo>
                  <a:lnTo>
                    <a:pt x="5721" y="3915"/>
                  </a:lnTo>
                  <a:lnTo>
                    <a:pt x="5721" y="3915"/>
                  </a:lnTo>
                  <a:lnTo>
                    <a:pt x="5269" y="4066"/>
                  </a:lnTo>
                  <a:lnTo>
                    <a:pt x="4818" y="4517"/>
                  </a:lnTo>
                  <a:lnTo>
                    <a:pt x="3312" y="5721"/>
                  </a:lnTo>
                  <a:lnTo>
                    <a:pt x="2560" y="6625"/>
                  </a:lnTo>
                  <a:lnTo>
                    <a:pt x="1807" y="7678"/>
                  </a:lnTo>
                  <a:lnTo>
                    <a:pt x="1054" y="8732"/>
                  </a:lnTo>
                  <a:lnTo>
                    <a:pt x="452" y="9937"/>
                  </a:lnTo>
                  <a:lnTo>
                    <a:pt x="151" y="11141"/>
                  </a:lnTo>
                  <a:lnTo>
                    <a:pt x="1" y="12345"/>
                  </a:lnTo>
                  <a:lnTo>
                    <a:pt x="151" y="13549"/>
                  </a:lnTo>
                  <a:lnTo>
                    <a:pt x="302" y="14152"/>
                  </a:lnTo>
                  <a:lnTo>
                    <a:pt x="603" y="14754"/>
                  </a:lnTo>
                  <a:lnTo>
                    <a:pt x="1054" y="15356"/>
                  </a:lnTo>
                  <a:lnTo>
                    <a:pt x="1506" y="15958"/>
                  </a:lnTo>
                  <a:lnTo>
                    <a:pt x="2259" y="16560"/>
                  </a:lnTo>
                  <a:lnTo>
                    <a:pt x="3011" y="17012"/>
                  </a:lnTo>
                  <a:lnTo>
                    <a:pt x="4818" y="18066"/>
                  </a:lnTo>
                  <a:lnTo>
                    <a:pt x="7377" y="18818"/>
                  </a:lnTo>
                  <a:lnTo>
                    <a:pt x="7377" y="18818"/>
                  </a:lnTo>
                  <a:lnTo>
                    <a:pt x="9936" y="19420"/>
                  </a:lnTo>
                  <a:lnTo>
                    <a:pt x="11893" y="19722"/>
                  </a:lnTo>
                  <a:lnTo>
                    <a:pt x="13549" y="19722"/>
                  </a:lnTo>
                  <a:lnTo>
                    <a:pt x="14904" y="19420"/>
                  </a:lnTo>
                  <a:lnTo>
                    <a:pt x="15807" y="18818"/>
                  </a:lnTo>
                  <a:lnTo>
                    <a:pt x="16409" y="18216"/>
                  </a:lnTo>
                  <a:lnTo>
                    <a:pt x="16861" y="17463"/>
                  </a:lnTo>
                  <a:lnTo>
                    <a:pt x="17012" y="16560"/>
                  </a:lnTo>
                  <a:lnTo>
                    <a:pt x="17012" y="15657"/>
                  </a:lnTo>
                  <a:lnTo>
                    <a:pt x="16861" y="14603"/>
                  </a:lnTo>
                  <a:lnTo>
                    <a:pt x="16409" y="12947"/>
                  </a:lnTo>
                  <a:lnTo>
                    <a:pt x="15807" y="11592"/>
                  </a:lnTo>
                  <a:lnTo>
                    <a:pt x="15657" y="1114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3426397" y="1629892"/>
              <a:ext cx="240124" cy="40892"/>
            </a:xfrm>
            <a:custGeom>
              <a:rect b="b" l="l" r="r" t="t"/>
              <a:pathLst>
                <a:path extrusionOk="0" h="2410" w="14152">
                  <a:moveTo>
                    <a:pt x="452" y="1"/>
                  </a:moveTo>
                  <a:lnTo>
                    <a:pt x="151" y="753"/>
                  </a:lnTo>
                  <a:lnTo>
                    <a:pt x="1" y="1355"/>
                  </a:lnTo>
                  <a:lnTo>
                    <a:pt x="1" y="1958"/>
                  </a:lnTo>
                  <a:lnTo>
                    <a:pt x="2259" y="2259"/>
                  </a:lnTo>
                  <a:lnTo>
                    <a:pt x="5721" y="2409"/>
                  </a:lnTo>
                  <a:lnTo>
                    <a:pt x="9334" y="2409"/>
                  </a:lnTo>
                  <a:lnTo>
                    <a:pt x="11141" y="2259"/>
                  </a:lnTo>
                  <a:lnTo>
                    <a:pt x="12646" y="2108"/>
                  </a:lnTo>
                  <a:lnTo>
                    <a:pt x="12947" y="1506"/>
                  </a:lnTo>
                  <a:lnTo>
                    <a:pt x="13399" y="904"/>
                  </a:lnTo>
                  <a:lnTo>
                    <a:pt x="14152" y="151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3421290" y="1499632"/>
              <a:ext cx="329526" cy="150705"/>
            </a:xfrm>
            <a:custGeom>
              <a:rect b="b" l="l" r="r" t="t"/>
              <a:pathLst>
                <a:path extrusionOk="0" h="8882" w="19421">
                  <a:moveTo>
                    <a:pt x="7979" y="0"/>
                  </a:moveTo>
                  <a:lnTo>
                    <a:pt x="6926" y="151"/>
                  </a:lnTo>
                  <a:lnTo>
                    <a:pt x="5872" y="301"/>
                  </a:lnTo>
                  <a:lnTo>
                    <a:pt x="4818" y="753"/>
                  </a:lnTo>
                  <a:lnTo>
                    <a:pt x="3915" y="1054"/>
                  </a:lnTo>
                  <a:lnTo>
                    <a:pt x="3162" y="1506"/>
                  </a:lnTo>
                  <a:lnTo>
                    <a:pt x="2409" y="2108"/>
                  </a:lnTo>
                  <a:lnTo>
                    <a:pt x="1807" y="2559"/>
                  </a:lnTo>
                  <a:lnTo>
                    <a:pt x="1205" y="3312"/>
                  </a:lnTo>
                  <a:lnTo>
                    <a:pt x="753" y="3914"/>
                  </a:lnTo>
                  <a:lnTo>
                    <a:pt x="452" y="4667"/>
                  </a:lnTo>
                  <a:lnTo>
                    <a:pt x="151" y="5269"/>
                  </a:lnTo>
                  <a:lnTo>
                    <a:pt x="1" y="6022"/>
                  </a:lnTo>
                  <a:lnTo>
                    <a:pt x="1" y="6774"/>
                  </a:lnTo>
                  <a:lnTo>
                    <a:pt x="1" y="7527"/>
                  </a:lnTo>
                  <a:lnTo>
                    <a:pt x="151" y="8280"/>
                  </a:lnTo>
                  <a:lnTo>
                    <a:pt x="302" y="8430"/>
                  </a:lnTo>
                  <a:lnTo>
                    <a:pt x="753" y="8581"/>
                  </a:lnTo>
                  <a:lnTo>
                    <a:pt x="2259" y="8731"/>
                  </a:lnTo>
                  <a:lnTo>
                    <a:pt x="4517" y="8882"/>
                  </a:lnTo>
                  <a:lnTo>
                    <a:pt x="7076" y="8882"/>
                  </a:lnTo>
                  <a:lnTo>
                    <a:pt x="12345" y="8731"/>
                  </a:lnTo>
                  <a:lnTo>
                    <a:pt x="16560" y="8280"/>
                  </a:lnTo>
                  <a:lnTo>
                    <a:pt x="18517" y="7979"/>
                  </a:lnTo>
                  <a:lnTo>
                    <a:pt x="19420" y="7678"/>
                  </a:lnTo>
                  <a:lnTo>
                    <a:pt x="19420" y="7226"/>
                  </a:lnTo>
                  <a:lnTo>
                    <a:pt x="17614" y="7226"/>
                  </a:lnTo>
                  <a:lnTo>
                    <a:pt x="17463" y="6172"/>
                  </a:lnTo>
                  <a:lnTo>
                    <a:pt x="17012" y="4968"/>
                  </a:lnTo>
                  <a:lnTo>
                    <a:pt x="16259" y="3613"/>
                  </a:lnTo>
                  <a:lnTo>
                    <a:pt x="15657" y="2860"/>
                  </a:lnTo>
                  <a:lnTo>
                    <a:pt x="15055" y="2258"/>
                  </a:lnTo>
                  <a:lnTo>
                    <a:pt x="14453" y="1656"/>
                  </a:lnTo>
                  <a:lnTo>
                    <a:pt x="13549" y="1054"/>
                  </a:lnTo>
                  <a:lnTo>
                    <a:pt x="12646" y="602"/>
                  </a:lnTo>
                  <a:lnTo>
                    <a:pt x="11592" y="301"/>
                  </a:lnTo>
                  <a:lnTo>
                    <a:pt x="105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3421290" y="1499632"/>
              <a:ext cx="329526" cy="150705"/>
            </a:xfrm>
            <a:custGeom>
              <a:rect b="b" l="l" r="r" t="t"/>
              <a:pathLst>
                <a:path extrusionOk="0" fill="none" h="8882" w="19421">
                  <a:moveTo>
                    <a:pt x="151" y="8280"/>
                  </a:moveTo>
                  <a:lnTo>
                    <a:pt x="151" y="8280"/>
                  </a:lnTo>
                  <a:lnTo>
                    <a:pt x="302" y="8430"/>
                  </a:lnTo>
                  <a:lnTo>
                    <a:pt x="753" y="8581"/>
                  </a:lnTo>
                  <a:lnTo>
                    <a:pt x="2259" y="8731"/>
                  </a:lnTo>
                  <a:lnTo>
                    <a:pt x="4517" y="8882"/>
                  </a:lnTo>
                  <a:lnTo>
                    <a:pt x="7076" y="8882"/>
                  </a:lnTo>
                  <a:lnTo>
                    <a:pt x="12345" y="8731"/>
                  </a:lnTo>
                  <a:lnTo>
                    <a:pt x="16560" y="8280"/>
                  </a:lnTo>
                  <a:lnTo>
                    <a:pt x="16560" y="8280"/>
                  </a:lnTo>
                  <a:lnTo>
                    <a:pt x="18517" y="7979"/>
                  </a:lnTo>
                  <a:lnTo>
                    <a:pt x="19420" y="7678"/>
                  </a:lnTo>
                  <a:lnTo>
                    <a:pt x="19420" y="7226"/>
                  </a:lnTo>
                  <a:lnTo>
                    <a:pt x="17614" y="7226"/>
                  </a:lnTo>
                  <a:lnTo>
                    <a:pt x="17614" y="7226"/>
                  </a:lnTo>
                  <a:lnTo>
                    <a:pt x="17463" y="6172"/>
                  </a:lnTo>
                  <a:lnTo>
                    <a:pt x="17012" y="4968"/>
                  </a:lnTo>
                  <a:lnTo>
                    <a:pt x="16259" y="3613"/>
                  </a:lnTo>
                  <a:lnTo>
                    <a:pt x="15657" y="2860"/>
                  </a:lnTo>
                  <a:lnTo>
                    <a:pt x="15055" y="2258"/>
                  </a:lnTo>
                  <a:lnTo>
                    <a:pt x="14453" y="1656"/>
                  </a:lnTo>
                  <a:lnTo>
                    <a:pt x="13549" y="1054"/>
                  </a:lnTo>
                  <a:lnTo>
                    <a:pt x="12646" y="602"/>
                  </a:lnTo>
                  <a:lnTo>
                    <a:pt x="11592" y="301"/>
                  </a:lnTo>
                  <a:lnTo>
                    <a:pt x="10539" y="0"/>
                  </a:lnTo>
                  <a:lnTo>
                    <a:pt x="9184" y="0"/>
                  </a:lnTo>
                  <a:lnTo>
                    <a:pt x="9184" y="0"/>
                  </a:lnTo>
                  <a:lnTo>
                    <a:pt x="7979" y="0"/>
                  </a:lnTo>
                  <a:lnTo>
                    <a:pt x="6926" y="151"/>
                  </a:lnTo>
                  <a:lnTo>
                    <a:pt x="5872" y="301"/>
                  </a:lnTo>
                  <a:lnTo>
                    <a:pt x="4818" y="753"/>
                  </a:lnTo>
                  <a:lnTo>
                    <a:pt x="3915" y="1054"/>
                  </a:lnTo>
                  <a:lnTo>
                    <a:pt x="3162" y="1506"/>
                  </a:lnTo>
                  <a:lnTo>
                    <a:pt x="2409" y="2108"/>
                  </a:lnTo>
                  <a:lnTo>
                    <a:pt x="1807" y="2559"/>
                  </a:lnTo>
                  <a:lnTo>
                    <a:pt x="1205" y="3312"/>
                  </a:lnTo>
                  <a:lnTo>
                    <a:pt x="753" y="3914"/>
                  </a:lnTo>
                  <a:lnTo>
                    <a:pt x="452" y="4667"/>
                  </a:lnTo>
                  <a:lnTo>
                    <a:pt x="151" y="5269"/>
                  </a:lnTo>
                  <a:lnTo>
                    <a:pt x="1" y="6022"/>
                  </a:lnTo>
                  <a:lnTo>
                    <a:pt x="1" y="6774"/>
                  </a:lnTo>
                  <a:lnTo>
                    <a:pt x="1" y="7527"/>
                  </a:lnTo>
                  <a:lnTo>
                    <a:pt x="151" y="82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3482594" y="1491963"/>
              <a:ext cx="125186" cy="48544"/>
            </a:xfrm>
            <a:custGeom>
              <a:rect b="b" l="l" r="r" t="t"/>
              <a:pathLst>
                <a:path extrusionOk="0" h="2861" w="7378">
                  <a:moveTo>
                    <a:pt x="3614" y="1"/>
                  </a:moveTo>
                  <a:lnTo>
                    <a:pt x="2710" y="302"/>
                  </a:lnTo>
                  <a:lnTo>
                    <a:pt x="1807" y="753"/>
                  </a:lnTo>
                  <a:lnTo>
                    <a:pt x="904" y="1506"/>
                  </a:lnTo>
                  <a:lnTo>
                    <a:pt x="1" y="2710"/>
                  </a:lnTo>
                  <a:lnTo>
                    <a:pt x="3162" y="2861"/>
                  </a:lnTo>
                  <a:lnTo>
                    <a:pt x="3463" y="2560"/>
                  </a:lnTo>
                  <a:lnTo>
                    <a:pt x="4517" y="1656"/>
                  </a:lnTo>
                  <a:lnTo>
                    <a:pt x="5119" y="1355"/>
                  </a:lnTo>
                  <a:lnTo>
                    <a:pt x="5872" y="904"/>
                  </a:lnTo>
                  <a:lnTo>
                    <a:pt x="6624" y="603"/>
                  </a:lnTo>
                  <a:lnTo>
                    <a:pt x="7377" y="603"/>
                  </a:lnTo>
                  <a:lnTo>
                    <a:pt x="72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3482594" y="1491963"/>
              <a:ext cx="125186" cy="48544"/>
            </a:xfrm>
            <a:custGeom>
              <a:rect b="b" l="l" r="r" t="t"/>
              <a:pathLst>
                <a:path extrusionOk="0" fill="none" h="2861" w="7378">
                  <a:moveTo>
                    <a:pt x="7227" y="1"/>
                  </a:moveTo>
                  <a:lnTo>
                    <a:pt x="7227" y="1"/>
                  </a:lnTo>
                  <a:lnTo>
                    <a:pt x="5872" y="1"/>
                  </a:lnTo>
                  <a:lnTo>
                    <a:pt x="4667" y="1"/>
                  </a:lnTo>
                  <a:lnTo>
                    <a:pt x="3614" y="1"/>
                  </a:lnTo>
                  <a:lnTo>
                    <a:pt x="3614" y="1"/>
                  </a:lnTo>
                  <a:lnTo>
                    <a:pt x="2710" y="302"/>
                  </a:lnTo>
                  <a:lnTo>
                    <a:pt x="1807" y="753"/>
                  </a:lnTo>
                  <a:lnTo>
                    <a:pt x="904" y="1506"/>
                  </a:lnTo>
                  <a:lnTo>
                    <a:pt x="1" y="2710"/>
                  </a:lnTo>
                  <a:lnTo>
                    <a:pt x="3162" y="2861"/>
                  </a:lnTo>
                  <a:lnTo>
                    <a:pt x="3162" y="2861"/>
                  </a:lnTo>
                  <a:lnTo>
                    <a:pt x="3463" y="2560"/>
                  </a:lnTo>
                  <a:lnTo>
                    <a:pt x="4517" y="1656"/>
                  </a:lnTo>
                  <a:lnTo>
                    <a:pt x="5119" y="1355"/>
                  </a:lnTo>
                  <a:lnTo>
                    <a:pt x="5872" y="904"/>
                  </a:lnTo>
                  <a:lnTo>
                    <a:pt x="6624" y="603"/>
                  </a:lnTo>
                  <a:lnTo>
                    <a:pt x="7377" y="603"/>
                  </a:lnTo>
                  <a:lnTo>
                    <a:pt x="7377" y="603"/>
                  </a:lnTo>
                  <a:lnTo>
                    <a:pt x="7227" y="1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3515799" y="1502178"/>
              <a:ext cx="89419" cy="122624"/>
            </a:xfrm>
            <a:custGeom>
              <a:rect b="b" l="l" r="r" t="t"/>
              <a:pathLst>
                <a:path extrusionOk="0" h="7227" w="5270">
                  <a:moveTo>
                    <a:pt x="4517" y="1"/>
                  </a:moveTo>
                  <a:lnTo>
                    <a:pt x="3915" y="302"/>
                  </a:lnTo>
                  <a:lnTo>
                    <a:pt x="2861" y="1205"/>
                  </a:lnTo>
                  <a:lnTo>
                    <a:pt x="2259" y="1807"/>
                  </a:lnTo>
                  <a:lnTo>
                    <a:pt x="1657" y="2560"/>
                  </a:lnTo>
                  <a:lnTo>
                    <a:pt x="1205" y="3463"/>
                  </a:lnTo>
                  <a:lnTo>
                    <a:pt x="603" y="4517"/>
                  </a:lnTo>
                  <a:lnTo>
                    <a:pt x="302" y="5571"/>
                  </a:lnTo>
                  <a:lnTo>
                    <a:pt x="1" y="6925"/>
                  </a:lnTo>
                  <a:lnTo>
                    <a:pt x="1" y="7076"/>
                  </a:lnTo>
                  <a:lnTo>
                    <a:pt x="151" y="7227"/>
                  </a:lnTo>
                  <a:lnTo>
                    <a:pt x="302" y="7076"/>
                  </a:lnTo>
                  <a:lnTo>
                    <a:pt x="452" y="7076"/>
                  </a:lnTo>
                  <a:lnTo>
                    <a:pt x="904" y="5270"/>
                  </a:lnTo>
                  <a:lnTo>
                    <a:pt x="1506" y="3764"/>
                  </a:lnTo>
                  <a:lnTo>
                    <a:pt x="2259" y="2560"/>
                  </a:lnTo>
                  <a:lnTo>
                    <a:pt x="3012" y="1657"/>
                  </a:lnTo>
                  <a:lnTo>
                    <a:pt x="3764" y="904"/>
                  </a:lnTo>
                  <a:lnTo>
                    <a:pt x="4517" y="452"/>
                  </a:lnTo>
                  <a:lnTo>
                    <a:pt x="5119" y="151"/>
                  </a:lnTo>
                  <a:lnTo>
                    <a:pt x="52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3582210" y="1497070"/>
              <a:ext cx="23008" cy="10231"/>
            </a:xfrm>
            <a:custGeom>
              <a:rect b="b" l="l" r="r" t="t"/>
              <a:pathLst>
                <a:path extrusionOk="0" h="603" w="1356">
                  <a:moveTo>
                    <a:pt x="1055" y="1"/>
                  </a:moveTo>
                  <a:lnTo>
                    <a:pt x="1" y="603"/>
                  </a:lnTo>
                  <a:lnTo>
                    <a:pt x="603" y="302"/>
                  </a:lnTo>
                  <a:lnTo>
                    <a:pt x="1356" y="302"/>
                  </a:lnTo>
                  <a:lnTo>
                    <a:pt x="1356" y="151"/>
                  </a:lnTo>
                  <a:lnTo>
                    <a:pt x="1055" y="1"/>
                  </a:ln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3582210" y="1497070"/>
              <a:ext cx="23008" cy="10231"/>
            </a:xfrm>
            <a:custGeom>
              <a:rect b="b" l="l" r="r" t="t"/>
              <a:pathLst>
                <a:path extrusionOk="0" fill="none" h="603" w="1356">
                  <a:moveTo>
                    <a:pt x="1055" y="1"/>
                  </a:moveTo>
                  <a:lnTo>
                    <a:pt x="1055" y="1"/>
                  </a:lnTo>
                  <a:lnTo>
                    <a:pt x="1055" y="1"/>
                  </a:lnTo>
                  <a:lnTo>
                    <a:pt x="1055" y="1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603" y="302"/>
                  </a:lnTo>
                  <a:lnTo>
                    <a:pt x="1356" y="302"/>
                  </a:lnTo>
                  <a:lnTo>
                    <a:pt x="1356" y="302"/>
                  </a:lnTo>
                  <a:lnTo>
                    <a:pt x="1356" y="151"/>
                  </a:lnTo>
                  <a:lnTo>
                    <a:pt x="1356" y="151"/>
                  </a:lnTo>
                  <a:lnTo>
                    <a:pt x="105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3620523" y="1711624"/>
              <a:ext cx="58775" cy="94526"/>
            </a:xfrm>
            <a:custGeom>
              <a:rect b="b" l="l" r="r" t="t"/>
              <a:pathLst>
                <a:path extrusionOk="0" h="5571" w="3464">
                  <a:moveTo>
                    <a:pt x="1356" y="1"/>
                  </a:moveTo>
                  <a:lnTo>
                    <a:pt x="1055" y="151"/>
                  </a:lnTo>
                  <a:lnTo>
                    <a:pt x="603" y="452"/>
                  </a:lnTo>
                  <a:lnTo>
                    <a:pt x="302" y="754"/>
                  </a:lnTo>
                  <a:lnTo>
                    <a:pt x="151" y="1356"/>
                  </a:lnTo>
                  <a:lnTo>
                    <a:pt x="1" y="1807"/>
                  </a:lnTo>
                  <a:lnTo>
                    <a:pt x="1" y="2409"/>
                  </a:lnTo>
                  <a:lnTo>
                    <a:pt x="302" y="3463"/>
                  </a:lnTo>
                  <a:lnTo>
                    <a:pt x="603" y="4517"/>
                  </a:lnTo>
                  <a:lnTo>
                    <a:pt x="904" y="4818"/>
                  </a:lnTo>
                  <a:lnTo>
                    <a:pt x="1205" y="5119"/>
                  </a:lnTo>
                  <a:lnTo>
                    <a:pt x="1506" y="5420"/>
                  </a:lnTo>
                  <a:lnTo>
                    <a:pt x="1958" y="5571"/>
                  </a:lnTo>
                  <a:lnTo>
                    <a:pt x="2259" y="5420"/>
                  </a:lnTo>
                  <a:lnTo>
                    <a:pt x="2560" y="5270"/>
                  </a:lnTo>
                  <a:lnTo>
                    <a:pt x="2861" y="5119"/>
                  </a:lnTo>
                  <a:lnTo>
                    <a:pt x="3162" y="4668"/>
                  </a:lnTo>
                  <a:lnTo>
                    <a:pt x="3313" y="3915"/>
                  </a:lnTo>
                  <a:lnTo>
                    <a:pt x="3463" y="3012"/>
                  </a:lnTo>
                  <a:lnTo>
                    <a:pt x="3463" y="2259"/>
                  </a:lnTo>
                  <a:lnTo>
                    <a:pt x="3313" y="1356"/>
                  </a:lnTo>
                  <a:lnTo>
                    <a:pt x="3162" y="904"/>
                  </a:lnTo>
                  <a:lnTo>
                    <a:pt x="2861" y="452"/>
                  </a:lnTo>
                  <a:lnTo>
                    <a:pt x="2560" y="302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3002397" y="2551991"/>
              <a:ext cx="638589" cy="1910608"/>
            </a:xfrm>
            <a:custGeom>
              <a:rect b="b" l="l" r="r" t="t"/>
              <a:pathLst>
                <a:path extrusionOk="0" h="112604" w="37636">
                  <a:moveTo>
                    <a:pt x="21678" y="0"/>
                  </a:moveTo>
                  <a:lnTo>
                    <a:pt x="20022" y="2409"/>
                  </a:lnTo>
                  <a:lnTo>
                    <a:pt x="18667" y="4667"/>
                  </a:lnTo>
                  <a:lnTo>
                    <a:pt x="17613" y="6774"/>
                  </a:lnTo>
                  <a:lnTo>
                    <a:pt x="16861" y="8882"/>
                  </a:lnTo>
                  <a:lnTo>
                    <a:pt x="16259" y="11140"/>
                  </a:lnTo>
                  <a:lnTo>
                    <a:pt x="15807" y="13398"/>
                  </a:lnTo>
                  <a:lnTo>
                    <a:pt x="15355" y="15957"/>
                  </a:lnTo>
                  <a:lnTo>
                    <a:pt x="15054" y="18667"/>
                  </a:lnTo>
                  <a:lnTo>
                    <a:pt x="14452" y="25140"/>
                  </a:lnTo>
                  <a:lnTo>
                    <a:pt x="13850" y="29205"/>
                  </a:lnTo>
                  <a:lnTo>
                    <a:pt x="13248" y="33570"/>
                  </a:lnTo>
                  <a:lnTo>
                    <a:pt x="12345" y="38689"/>
                  </a:lnTo>
                  <a:lnTo>
                    <a:pt x="11291" y="44560"/>
                  </a:lnTo>
                  <a:lnTo>
                    <a:pt x="9936" y="51033"/>
                  </a:lnTo>
                  <a:lnTo>
                    <a:pt x="8130" y="58409"/>
                  </a:lnTo>
                  <a:lnTo>
                    <a:pt x="7377" y="61721"/>
                  </a:lnTo>
                  <a:lnTo>
                    <a:pt x="6624" y="65484"/>
                  </a:lnTo>
                  <a:lnTo>
                    <a:pt x="5119" y="73764"/>
                  </a:lnTo>
                  <a:lnTo>
                    <a:pt x="3764" y="82796"/>
                  </a:lnTo>
                  <a:lnTo>
                    <a:pt x="2560" y="91678"/>
                  </a:lnTo>
                  <a:lnTo>
                    <a:pt x="753" y="106431"/>
                  </a:lnTo>
                  <a:lnTo>
                    <a:pt x="0" y="112603"/>
                  </a:lnTo>
                  <a:lnTo>
                    <a:pt x="7377" y="112603"/>
                  </a:lnTo>
                  <a:lnTo>
                    <a:pt x="8732" y="106280"/>
                  </a:lnTo>
                  <a:lnTo>
                    <a:pt x="12345" y="91076"/>
                  </a:lnTo>
                  <a:lnTo>
                    <a:pt x="14603" y="81893"/>
                  </a:lnTo>
                  <a:lnTo>
                    <a:pt x="17011" y="72710"/>
                  </a:lnTo>
                  <a:lnTo>
                    <a:pt x="19269" y="64280"/>
                  </a:lnTo>
                  <a:lnTo>
                    <a:pt x="21527" y="57054"/>
                  </a:lnTo>
                  <a:lnTo>
                    <a:pt x="24087" y="48775"/>
                  </a:lnTo>
                  <a:lnTo>
                    <a:pt x="26796" y="39441"/>
                  </a:lnTo>
                  <a:lnTo>
                    <a:pt x="32065" y="20774"/>
                  </a:lnTo>
                  <a:lnTo>
                    <a:pt x="35979" y="6022"/>
                  </a:lnTo>
                  <a:lnTo>
                    <a:pt x="37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3002397" y="2551991"/>
              <a:ext cx="638589" cy="1910608"/>
            </a:xfrm>
            <a:custGeom>
              <a:rect b="b" l="l" r="r" t="t"/>
              <a:pathLst>
                <a:path extrusionOk="0" fill="none" h="112604" w="37636">
                  <a:moveTo>
                    <a:pt x="37635" y="0"/>
                  </a:moveTo>
                  <a:lnTo>
                    <a:pt x="37635" y="0"/>
                  </a:lnTo>
                  <a:lnTo>
                    <a:pt x="35979" y="6022"/>
                  </a:lnTo>
                  <a:lnTo>
                    <a:pt x="32065" y="20774"/>
                  </a:lnTo>
                  <a:lnTo>
                    <a:pt x="26796" y="39441"/>
                  </a:lnTo>
                  <a:lnTo>
                    <a:pt x="24087" y="48775"/>
                  </a:lnTo>
                  <a:lnTo>
                    <a:pt x="21527" y="57054"/>
                  </a:lnTo>
                  <a:lnTo>
                    <a:pt x="21527" y="57054"/>
                  </a:lnTo>
                  <a:lnTo>
                    <a:pt x="19269" y="64280"/>
                  </a:lnTo>
                  <a:lnTo>
                    <a:pt x="17011" y="72710"/>
                  </a:lnTo>
                  <a:lnTo>
                    <a:pt x="14603" y="81893"/>
                  </a:lnTo>
                  <a:lnTo>
                    <a:pt x="12345" y="91076"/>
                  </a:lnTo>
                  <a:lnTo>
                    <a:pt x="8732" y="106280"/>
                  </a:lnTo>
                  <a:lnTo>
                    <a:pt x="7377" y="112603"/>
                  </a:lnTo>
                  <a:lnTo>
                    <a:pt x="0" y="112603"/>
                  </a:lnTo>
                  <a:lnTo>
                    <a:pt x="0" y="112603"/>
                  </a:lnTo>
                  <a:lnTo>
                    <a:pt x="753" y="106431"/>
                  </a:lnTo>
                  <a:lnTo>
                    <a:pt x="2560" y="91678"/>
                  </a:lnTo>
                  <a:lnTo>
                    <a:pt x="3764" y="82796"/>
                  </a:lnTo>
                  <a:lnTo>
                    <a:pt x="5119" y="73764"/>
                  </a:lnTo>
                  <a:lnTo>
                    <a:pt x="6624" y="65484"/>
                  </a:lnTo>
                  <a:lnTo>
                    <a:pt x="7377" y="61721"/>
                  </a:lnTo>
                  <a:lnTo>
                    <a:pt x="8130" y="58409"/>
                  </a:lnTo>
                  <a:lnTo>
                    <a:pt x="8130" y="58409"/>
                  </a:lnTo>
                  <a:lnTo>
                    <a:pt x="9936" y="51033"/>
                  </a:lnTo>
                  <a:lnTo>
                    <a:pt x="11291" y="44560"/>
                  </a:lnTo>
                  <a:lnTo>
                    <a:pt x="12345" y="38689"/>
                  </a:lnTo>
                  <a:lnTo>
                    <a:pt x="13248" y="33570"/>
                  </a:lnTo>
                  <a:lnTo>
                    <a:pt x="13850" y="29205"/>
                  </a:lnTo>
                  <a:lnTo>
                    <a:pt x="14452" y="25140"/>
                  </a:lnTo>
                  <a:lnTo>
                    <a:pt x="15054" y="18667"/>
                  </a:lnTo>
                  <a:lnTo>
                    <a:pt x="15355" y="15957"/>
                  </a:lnTo>
                  <a:lnTo>
                    <a:pt x="15807" y="13398"/>
                  </a:lnTo>
                  <a:lnTo>
                    <a:pt x="16259" y="11140"/>
                  </a:lnTo>
                  <a:lnTo>
                    <a:pt x="16861" y="8882"/>
                  </a:lnTo>
                  <a:lnTo>
                    <a:pt x="17613" y="6774"/>
                  </a:lnTo>
                  <a:lnTo>
                    <a:pt x="18667" y="4667"/>
                  </a:lnTo>
                  <a:lnTo>
                    <a:pt x="20022" y="2409"/>
                  </a:lnTo>
                  <a:lnTo>
                    <a:pt x="21678" y="0"/>
                  </a:lnTo>
                  <a:lnTo>
                    <a:pt x="376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3469834" y="3129242"/>
              <a:ext cx="15339" cy="48561"/>
            </a:xfrm>
            <a:custGeom>
              <a:rect b="b" l="l" r="r" t="t"/>
              <a:pathLst>
                <a:path extrusionOk="0" h="2862" w="904">
                  <a:moveTo>
                    <a:pt x="903" y="1"/>
                  </a:moveTo>
                  <a:lnTo>
                    <a:pt x="903" y="1"/>
                  </a:lnTo>
                  <a:lnTo>
                    <a:pt x="0" y="2861"/>
                  </a:lnTo>
                  <a:lnTo>
                    <a:pt x="0" y="2861"/>
                  </a:lnTo>
                  <a:lnTo>
                    <a:pt x="0" y="2861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3469834" y="3129242"/>
              <a:ext cx="15339" cy="48561"/>
            </a:xfrm>
            <a:custGeom>
              <a:rect b="b" l="l" r="r" t="t"/>
              <a:pathLst>
                <a:path extrusionOk="0" fill="none" h="2862" w="904">
                  <a:moveTo>
                    <a:pt x="903" y="1"/>
                  </a:moveTo>
                  <a:lnTo>
                    <a:pt x="903" y="1"/>
                  </a:lnTo>
                  <a:lnTo>
                    <a:pt x="0" y="2861"/>
                  </a:lnTo>
                  <a:lnTo>
                    <a:pt x="0" y="2861"/>
                  </a:lnTo>
                  <a:lnTo>
                    <a:pt x="0" y="2861"/>
                  </a:lnTo>
                  <a:lnTo>
                    <a:pt x="90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3449388" y="3177786"/>
              <a:ext cx="20463" cy="76642"/>
            </a:xfrm>
            <a:custGeom>
              <a:rect b="b" l="l" r="r" t="t"/>
              <a:pathLst>
                <a:path extrusionOk="0" h="4517" w="1206">
                  <a:moveTo>
                    <a:pt x="1205" y="0"/>
                  </a:moveTo>
                  <a:lnTo>
                    <a:pt x="1205" y="0"/>
                  </a:lnTo>
                  <a:lnTo>
                    <a:pt x="1205" y="0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8686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1"/>
            <p:cNvSpPr/>
            <p:nvPr/>
          </p:nvSpPr>
          <p:spPr>
            <a:xfrm>
              <a:off x="3449388" y="3177786"/>
              <a:ext cx="20463" cy="76642"/>
            </a:xfrm>
            <a:custGeom>
              <a:rect b="b" l="l" r="r" t="t"/>
              <a:pathLst>
                <a:path extrusionOk="0" fill="none" h="4517" w="1206">
                  <a:moveTo>
                    <a:pt x="1205" y="0"/>
                  </a:moveTo>
                  <a:lnTo>
                    <a:pt x="1205" y="0"/>
                  </a:lnTo>
                  <a:lnTo>
                    <a:pt x="1205" y="0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" y="4516"/>
                  </a:lnTo>
                  <a:lnTo>
                    <a:pt x="12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3431505" y="2746116"/>
              <a:ext cx="112410" cy="508312"/>
            </a:xfrm>
            <a:custGeom>
              <a:rect b="b" l="l" r="r" t="t"/>
              <a:pathLst>
                <a:path extrusionOk="0" h="29958" w="6625">
                  <a:moveTo>
                    <a:pt x="2560" y="0"/>
                  </a:moveTo>
                  <a:lnTo>
                    <a:pt x="1506" y="4366"/>
                  </a:lnTo>
                  <a:lnTo>
                    <a:pt x="754" y="8581"/>
                  </a:lnTo>
                  <a:lnTo>
                    <a:pt x="302" y="12946"/>
                  </a:lnTo>
                  <a:lnTo>
                    <a:pt x="151" y="17011"/>
                  </a:lnTo>
                  <a:lnTo>
                    <a:pt x="1" y="20774"/>
                  </a:lnTo>
                  <a:lnTo>
                    <a:pt x="151" y="24387"/>
                  </a:lnTo>
                  <a:lnTo>
                    <a:pt x="603" y="27398"/>
                  </a:lnTo>
                  <a:lnTo>
                    <a:pt x="1055" y="29957"/>
                  </a:lnTo>
                  <a:lnTo>
                    <a:pt x="2259" y="25441"/>
                  </a:lnTo>
                  <a:lnTo>
                    <a:pt x="3162" y="22581"/>
                  </a:lnTo>
                  <a:lnTo>
                    <a:pt x="6625" y="10086"/>
                  </a:lnTo>
                  <a:lnTo>
                    <a:pt x="6324" y="8882"/>
                  </a:lnTo>
                  <a:lnTo>
                    <a:pt x="5872" y="7527"/>
                  </a:lnTo>
                  <a:lnTo>
                    <a:pt x="4969" y="4817"/>
                  </a:lnTo>
                  <a:lnTo>
                    <a:pt x="3764" y="2258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264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3431505" y="2746116"/>
              <a:ext cx="112410" cy="508312"/>
            </a:xfrm>
            <a:custGeom>
              <a:rect b="b" l="l" r="r" t="t"/>
              <a:pathLst>
                <a:path extrusionOk="0" fill="none" h="29958" w="6625">
                  <a:moveTo>
                    <a:pt x="2560" y="0"/>
                  </a:moveTo>
                  <a:lnTo>
                    <a:pt x="2560" y="0"/>
                  </a:lnTo>
                  <a:lnTo>
                    <a:pt x="1506" y="4366"/>
                  </a:lnTo>
                  <a:lnTo>
                    <a:pt x="754" y="8581"/>
                  </a:lnTo>
                  <a:lnTo>
                    <a:pt x="302" y="12946"/>
                  </a:lnTo>
                  <a:lnTo>
                    <a:pt x="151" y="17011"/>
                  </a:lnTo>
                  <a:lnTo>
                    <a:pt x="1" y="20774"/>
                  </a:lnTo>
                  <a:lnTo>
                    <a:pt x="151" y="24387"/>
                  </a:lnTo>
                  <a:lnTo>
                    <a:pt x="603" y="27398"/>
                  </a:lnTo>
                  <a:lnTo>
                    <a:pt x="1055" y="29957"/>
                  </a:lnTo>
                  <a:lnTo>
                    <a:pt x="1055" y="29957"/>
                  </a:lnTo>
                  <a:lnTo>
                    <a:pt x="2259" y="25441"/>
                  </a:lnTo>
                  <a:lnTo>
                    <a:pt x="2259" y="25441"/>
                  </a:lnTo>
                  <a:lnTo>
                    <a:pt x="3162" y="22581"/>
                  </a:lnTo>
                  <a:lnTo>
                    <a:pt x="3162" y="22581"/>
                  </a:lnTo>
                  <a:lnTo>
                    <a:pt x="6625" y="10086"/>
                  </a:lnTo>
                  <a:lnTo>
                    <a:pt x="6625" y="10086"/>
                  </a:lnTo>
                  <a:lnTo>
                    <a:pt x="6324" y="8882"/>
                  </a:lnTo>
                  <a:lnTo>
                    <a:pt x="5872" y="7527"/>
                  </a:lnTo>
                  <a:lnTo>
                    <a:pt x="4969" y="4817"/>
                  </a:lnTo>
                  <a:lnTo>
                    <a:pt x="3764" y="2258"/>
                  </a:lnTo>
                  <a:lnTo>
                    <a:pt x="2560" y="0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2987075" y="4403824"/>
              <a:ext cx="171151" cy="61321"/>
            </a:xfrm>
            <a:custGeom>
              <a:rect b="b" l="l" r="r" t="t"/>
              <a:pathLst>
                <a:path extrusionOk="0" h="3614" w="10087">
                  <a:moveTo>
                    <a:pt x="10086" y="1"/>
                  </a:moveTo>
                  <a:lnTo>
                    <a:pt x="301" y="302"/>
                  </a:lnTo>
                  <a:lnTo>
                    <a:pt x="0" y="3614"/>
                  </a:lnTo>
                  <a:lnTo>
                    <a:pt x="9334" y="3614"/>
                  </a:lnTo>
                  <a:lnTo>
                    <a:pt x="100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3605201" y="4375726"/>
              <a:ext cx="97088" cy="206919"/>
            </a:xfrm>
            <a:custGeom>
              <a:rect b="b" l="l" r="r" t="t"/>
              <a:pathLst>
                <a:path extrusionOk="0" h="12195" w="5722">
                  <a:moveTo>
                    <a:pt x="1" y="1"/>
                  </a:moveTo>
                  <a:lnTo>
                    <a:pt x="452" y="12194"/>
                  </a:lnTo>
                  <a:lnTo>
                    <a:pt x="5721" y="12194"/>
                  </a:lnTo>
                  <a:lnTo>
                    <a:pt x="5269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3605201" y="4375726"/>
              <a:ext cx="97088" cy="206919"/>
            </a:xfrm>
            <a:custGeom>
              <a:rect b="b" l="l" r="r" t="t"/>
              <a:pathLst>
                <a:path extrusionOk="0" fill="none" h="12195" w="5722">
                  <a:moveTo>
                    <a:pt x="452" y="12194"/>
                  </a:moveTo>
                  <a:lnTo>
                    <a:pt x="5721" y="12194"/>
                  </a:lnTo>
                  <a:lnTo>
                    <a:pt x="5269" y="1"/>
                  </a:lnTo>
                  <a:lnTo>
                    <a:pt x="1" y="1"/>
                  </a:lnTo>
                  <a:lnTo>
                    <a:pt x="452" y="1219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3589879" y="4521324"/>
              <a:ext cx="250338" cy="102195"/>
            </a:xfrm>
            <a:custGeom>
              <a:rect b="b" l="l" r="r" t="t"/>
              <a:pathLst>
                <a:path extrusionOk="0" h="6023" w="14754">
                  <a:moveTo>
                    <a:pt x="1054" y="1"/>
                  </a:moveTo>
                  <a:lnTo>
                    <a:pt x="753" y="151"/>
                  </a:lnTo>
                  <a:lnTo>
                    <a:pt x="603" y="452"/>
                  </a:lnTo>
                  <a:lnTo>
                    <a:pt x="0" y="5119"/>
                  </a:lnTo>
                  <a:lnTo>
                    <a:pt x="0" y="5570"/>
                  </a:lnTo>
                  <a:lnTo>
                    <a:pt x="151" y="5872"/>
                  </a:lnTo>
                  <a:lnTo>
                    <a:pt x="452" y="6022"/>
                  </a:lnTo>
                  <a:lnTo>
                    <a:pt x="3463" y="6022"/>
                  </a:lnTo>
                  <a:lnTo>
                    <a:pt x="6624" y="5872"/>
                  </a:lnTo>
                  <a:lnTo>
                    <a:pt x="9484" y="6022"/>
                  </a:lnTo>
                  <a:lnTo>
                    <a:pt x="13549" y="6022"/>
                  </a:lnTo>
                  <a:lnTo>
                    <a:pt x="14000" y="5721"/>
                  </a:lnTo>
                  <a:lnTo>
                    <a:pt x="14452" y="5420"/>
                  </a:lnTo>
                  <a:lnTo>
                    <a:pt x="14603" y="4968"/>
                  </a:lnTo>
                  <a:lnTo>
                    <a:pt x="14753" y="4517"/>
                  </a:lnTo>
                  <a:lnTo>
                    <a:pt x="14603" y="4216"/>
                  </a:lnTo>
                  <a:lnTo>
                    <a:pt x="14452" y="3915"/>
                  </a:lnTo>
                  <a:lnTo>
                    <a:pt x="14151" y="3613"/>
                  </a:lnTo>
                  <a:lnTo>
                    <a:pt x="12796" y="3312"/>
                  </a:lnTo>
                  <a:lnTo>
                    <a:pt x="11592" y="3011"/>
                  </a:lnTo>
                  <a:lnTo>
                    <a:pt x="10689" y="2560"/>
                  </a:lnTo>
                  <a:lnTo>
                    <a:pt x="10086" y="2108"/>
                  </a:lnTo>
                  <a:lnTo>
                    <a:pt x="8882" y="1205"/>
                  </a:lnTo>
                  <a:lnTo>
                    <a:pt x="7979" y="302"/>
                  </a:lnTo>
                  <a:lnTo>
                    <a:pt x="7527" y="151"/>
                  </a:lnTo>
                  <a:lnTo>
                    <a:pt x="707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3605201" y="4375726"/>
              <a:ext cx="91964" cy="107302"/>
            </a:xfrm>
            <a:custGeom>
              <a:rect b="b" l="l" r="r" t="t"/>
              <a:pathLst>
                <a:path extrusionOk="0" h="6324" w="5420">
                  <a:moveTo>
                    <a:pt x="1" y="1"/>
                  </a:moveTo>
                  <a:lnTo>
                    <a:pt x="1" y="1"/>
                  </a:lnTo>
                  <a:lnTo>
                    <a:pt x="151" y="6323"/>
                  </a:lnTo>
                  <a:lnTo>
                    <a:pt x="151" y="6323"/>
                  </a:lnTo>
                  <a:lnTo>
                    <a:pt x="1" y="1"/>
                  </a:lnTo>
                  <a:close/>
                  <a:moveTo>
                    <a:pt x="5269" y="1"/>
                  </a:moveTo>
                  <a:lnTo>
                    <a:pt x="5269" y="1"/>
                  </a:lnTo>
                  <a:lnTo>
                    <a:pt x="5420" y="2108"/>
                  </a:lnTo>
                  <a:lnTo>
                    <a:pt x="526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3605201" y="4375726"/>
              <a:ext cx="2579" cy="107302"/>
            </a:xfrm>
            <a:custGeom>
              <a:rect b="b" l="l" r="r" t="t"/>
              <a:pathLst>
                <a:path extrusionOk="0" fill="none" h="6324" w="152">
                  <a:moveTo>
                    <a:pt x="1" y="1"/>
                  </a:moveTo>
                  <a:lnTo>
                    <a:pt x="1" y="1"/>
                  </a:lnTo>
                  <a:lnTo>
                    <a:pt x="151" y="6323"/>
                  </a:lnTo>
                  <a:lnTo>
                    <a:pt x="151" y="632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3694603" y="4375726"/>
              <a:ext cx="2562" cy="35784"/>
            </a:xfrm>
            <a:custGeom>
              <a:rect b="b" l="l" r="r" t="t"/>
              <a:pathLst>
                <a:path extrusionOk="0" fill="none" h="2109" w="151">
                  <a:moveTo>
                    <a:pt x="0" y="1"/>
                  </a:moveTo>
                  <a:lnTo>
                    <a:pt x="0" y="1"/>
                  </a:lnTo>
                  <a:lnTo>
                    <a:pt x="151" y="2108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3605201" y="4375726"/>
              <a:ext cx="94526" cy="107302"/>
            </a:xfrm>
            <a:custGeom>
              <a:rect b="b" l="l" r="r" t="t"/>
              <a:pathLst>
                <a:path extrusionOk="0" h="6324" w="5571">
                  <a:moveTo>
                    <a:pt x="1" y="1"/>
                  </a:moveTo>
                  <a:lnTo>
                    <a:pt x="151" y="6323"/>
                  </a:lnTo>
                  <a:lnTo>
                    <a:pt x="5571" y="6323"/>
                  </a:lnTo>
                  <a:lnTo>
                    <a:pt x="5420" y="2108"/>
                  </a:lnTo>
                  <a:lnTo>
                    <a:pt x="5269" y="1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3605201" y="4375726"/>
              <a:ext cx="94526" cy="107302"/>
            </a:xfrm>
            <a:custGeom>
              <a:rect b="b" l="l" r="r" t="t"/>
              <a:pathLst>
                <a:path extrusionOk="0" fill="none" h="6324" w="5571">
                  <a:moveTo>
                    <a:pt x="5269" y="1"/>
                  </a:moveTo>
                  <a:lnTo>
                    <a:pt x="1" y="1"/>
                  </a:lnTo>
                  <a:lnTo>
                    <a:pt x="151" y="6323"/>
                  </a:lnTo>
                  <a:lnTo>
                    <a:pt x="5571" y="6323"/>
                  </a:lnTo>
                  <a:lnTo>
                    <a:pt x="5420" y="2108"/>
                  </a:lnTo>
                  <a:lnTo>
                    <a:pt x="52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3423852" y="2551991"/>
              <a:ext cx="314187" cy="1910608"/>
            </a:xfrm>
            <a:custGeom>
              <a:rect b="b" l="l" r="r" t="t"/>
              <a:pathLst>
                <a:path extrusionOk="0" h="112604" w="18517">
                  <a:moveTo>
                    <a:pt x="2559" y="0"/>
                  </a:moveTo>
                  <a:lnTo>
                    <a:pt x="1506" y="2409"/>
                  </a:lnTo>
                  <a:lnTo>
                    <a:pt x="753" y="4667"/>
                  </a:lnTo>
                  <a:lnTo>
                    <a:pt x="301" y="6774"/>
                  </a:lnTo>
                  <a:lnTo>
                    <a:pt x="0" y="8882"/>
                  </a:lnTo>
                  <a:lnTo>
                    <a:pt x="0" y="11140"/>
                  </a:lnTo>
                  <a:lnTo>
                    <a:pt x="151" y="13398"/>
                  </a:lnTo>
                  <a:lnTo>
                    <a:pt x="452" y="15957"/>
                  </a:lnTo>
                  <a:lnTo>
                    <a:pt x="753" y="18667"/>
                  </a:lnTo>
                  <a:lnTo>
                    <a:pt x="1807" y="25140"/>
                  </a:lnTo>
                  <a:lnTo>
                    <a:pt x="2258" y="29205"/>
                  </a:lnTo>
                  <a:lnTo>
                    <a:pt x="2710" y="33570"/>
                  </a:lnTo>
                  <a:lnTo>
                    <a:pt x="3162" y="38689"/>
                  </a:lnTo>
                  <a:lnTo>
                    <a:pt x="3613" y="44560"/>
                  </a:lnTo>
                  <a:lnTo>
                    <a:pt x="3914" y="51033"/>
                  </a:lnTo>
                  <a:lnTo>
                    <a:pt x="4065" y="58409"/>
                  </a:lnTo>
                  <a:lnTo>
                    <a:pt x="4065" y="61721"/>
                  </a:lnTo>
                  <a:lnTo>
                    <a:pt x="4215" y="65484"/>
                  </a:lnTo>
                  <a:lnTo>
                    <a:pt x="4968" y="73764"/>
                  </a:lnTo>
                  <a:lnTo>
                    <a:pt x="5871" y="82796"/>
                  </a:lnTo>
                  <a:lnTo>
                    <a:pt x="6925" y="91678"/>
                  </a:lnTo>
                  <a:lnTo>
                    <a:pt x="8882" y="106431"/>
                  </a:lnTo>
                  <a:lnTo>
                    <a:pt x="9936" y="112603"/>
                  </a:lnTo>
                  <a:lnTo>
                    <a:pt x="17162" y="112603"/>
                  </a:lnTo>
                  <a:lnTo>
                    <a:pt x="17011" y="106280"/>
                  </a:lnTo>
                  <a:lnTo>
                    <a:pt x="16560" y="91076"/>
                  </a:lnTo>
                  <a:lnTo>
                    <a:pt x="16560" y="81893"/>
                  </a:lnTo>
                  <a:lnTo>
                    <a:pt x="16560" y="72710"/>
                  </a:lnTo>
                  <a:lnTo>
                    <a:pt x="16710" y="64280"/>
                  </a:lnTo>
                  <a:lnTo>
                    <a:pt x="17011" y="57054"/>
                  </a:lnTo>
                  <a:lnTo>
                    <a:pt x="17463" y="48775"/>
                  </a:lnTo>
                  <a:lnTo>
                    <a:pt x="17914" y="39441"/>
                  </a:lnTo>
                  <a:lnTo>
                    <a:pt x="18366" y="20774"/>
                  </a:lnTo>
                  <a:lnTo>
                    <a:pt x="18517" y="6022"/>
                  </a:lnTo>
                  <a:lnTo>
                    <a:pt x="185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3566888" y="4403824"/>
              <a:ext cx="166044" cy="61321"/>
            </a:xfrm>
            <a:custGeom>
              <a:rect b="b" l="l" r="r" t="t"/>
              <a:pathLst>
                <a:path extrusionOk="0" h="3614" w="9786">
                  <a:moveTo>
                    <a:pt x="9786" y="1"/>
                  </a:moveTo>
                  <a:lnTo>
                    <a:pt x="1" y="302"/>
                  </a:lnTo>
                  <a:lnTo>
                    <a:pt x="452" y="3614"/>
                  </a:lnTo>
                  <a:lnTo>
                    <a:pt x="9635" y="3614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3347227" y="2526438"/>
              <a:ext cx="401027" cy="40892"/>
            </a:xfrm>
            <a:custGeom>
              <a:rect b="b" l="l" r="r" t="t"/>
              <a:pathLst>
                <a:path extrusionOk="0" h="2410" w="23635">
                  <a:moveTo>
                    <a:pt x="1355" y="1"/>
                  </a:moveTo>
                  <a:lnTo>
                    <a:pt x="1204" y="151"/>
                  </a:lnTo>
                  <a:lnTo>
                    <a:pt x="1054" y="151"/>
                  </a:lnTo>
                  <a:lnTo>
                    <a:pt x="0" y="2108"/>
                  </a:lnTo>
                  <a:lnTo>
                    <a:pt x="151" y="2409"/>
                  </a:lnTo>
                  <a:lnTo>
                    <a:pt x="23334" y="2409"/>
                  </a:lnTo>
                  <a:lnTo>
                    <a:pt x="23484" y="2259"/>
                  </a:lnTo>
                  <a:lnTo>
                    <a:pt x="23635" y="302"/>
                  </a:lnTo>
                  <a:lnTo>
                    <a:pt x="23484" y="151"/>
                  </a:lnTo>
                  <a:lnTo>
                    <a:pt x="233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3400861" y="2523893"/>
              <a:ext cx="23008" cy="48544"/>
            </a:xfrm>
            <a:custGeom>
              <a:rect b="b" l="l" r="r" t="t"/>
              <a:pathLst>
                <a:path extrusionOk="0" h="2861" w="1356">
                  <a:moveTo>
                    <a:pt x="603" y="0"/>
                  </a:moveTo>
                  <a:lnTo>
                    <a:pt x="302" y="151"/>
                  </a:lnTo>
                  <a:lnTo>
                    <a:pt x="0" y="2710"/>
                  </a:lnTo>
                  <a:lnTo>
                    <a:pt x="151" y="2710"/>
                  </a:lnTo>
                  <a:lnTo>
                    <a:pt x="302" y="2860"/>
                  </a:lnTo>
                  <a:lnTo>
                    <a:pt x="753" y="2860"/>
                  </a:lnTo>
                  <a:lnTo>
                    <a:pt x="1054" y="2710"/>
                  </a:lnTo>
                  <a:lnTo>
                    <a:pt x="1355" y="151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3643514" y="2523893"/>
              <a:ext cx="20446" cy="48544"/>
            </a:xfrm>
            <a:custGeom>
              <a:rect b="b" l="l" r="r" t="t"/>
              <a:pathLst>
                <a:path extrusionOk="0" h="2861" w="1205">
                  <a:moveTo>
                    <a:pt x="452" y="0"/>
                  </a:moveTo>
                  <a:lnTo>
                    <a:pt x="151" y="151"/>
                  </a:lnTo>
                  <a:lnTo>
                    <a:pt x="1" y="2710"/>
                  </a:lnTo>
                  <a:lnTo>
                    <a:pt x="151" y="2860"/>
                  </a:lnTo>
                  <a:lnTo>
                    <a:pt x="753" y="2860"/>
                  </a:lnTo>
                  <a:lnTo>
                    <a:pt x="904" y="2710"/>
                  </a:lnTo>
                  <a:lnTo>
                    <a:pt x="1205" y="151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3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Oportunidad de mejora</a:t>
            </a:r>
            <a:endParaRPr/>
          </a:p>
        </p:txBody>
      </p:sp>
      <p:sp>
        <p:nvSpPr>
          <p:cNvPr id="659" name="Google Shape;659;p31"/>
          <p:cNvSpPr txBox="1"/>
          <p:nvPr/>
        </p:nvSpPr>
        <p:spPr>
          <a:xfrm>
            <a:off x="457200" y="1457475"/>
            <a:ext cx="1829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Calidad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0" name="Google Shape;660;p31"/>
          <p:cNvSpPr txBox="1"/>
          <p:nvPr/>
        </p:nvSpPr>
        <p:spPr>
          <a:xfrm>
            <a:off x="457200" y="3873175"/>
            <a:ext cx="1829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Tiempos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1" name="Google Shape;661;p31"/>
          <p:cNvSpPr txBox="1"/>
          <p:nvPr/>
        </p:nvSpPr>
        <p:spPr>
          <a:xfrm>
            <a:off x="6857300" y="1457475"/>
            <a:ext cx="1829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Productividad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2" name="Google Shape;662;p31"/>
          <p:cNvSpPr txBox="1"/>
          <p:nvPr/>
        </p:nvSpPr>
        <p:spPr>
          <a:xfrm>
            <a:off x="6857388" y="3873175"/>
            <a:ext cx="1829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Utilidad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3" name="Google Shape;663;p31"/>
          <p:cNvSpPr txBox="1"/>
          <p:nvPr/>
        </p:nvSpPr>
        <p:spPr>
          <a:xfrm>
            <a:off x="6813075" y="1744575"/>
            <a:ext cx="187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la reducción de tiempos, se consigue una mayor productividad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1"/>
          <p:cNvSpPr txBox="1"/>
          <p:nvPr/>
        </p:nvSpPr>
        <p:spPr>
          <a:xfrm>
            <a:off x="6857100" y="4160275"/>
            <a:ext cx="1829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Mayor productividad (en el rubro) significa mayor ganancia.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1"/>
          <p:cNvSpPr txBox="1"/>
          <p:nvPr/>
        </p:nvSpPr>
        <p:spPr>
          <a:xfrm>
            <a:off x="457200" y="4160275"/>
            <a:ext cx="1829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 pruebas mecánicas (inspección) suelen ser un cuello de botella.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6" name="Google Shape;666;p31"/>
          <p:cNvGrpSpPr/>
          <p:nvPr/>
        </p:nvGrpSpPr>
        <p:grpSpPr>
          <a:xfrm>
            <a:off x="572140" y="1100967"/>
            <a:ext cx="339430" cy="356507"/>
            <a:chOff x="-37804925" y="3953450"/>
            <a:chExt cx="315075" cy="318225"/>
          </a:xfrm>
        </p:grpSpPr>
        <p:sp>
          <p:nvSpPr>
            <p:cNvPr id="667" name="Google Shape;667;p31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1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1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0" name="Google Shape;670;p31"/>
          <p:cNvSpPr txBox="1"/>
          <p:nvPr/>
        </p:nvSpPr>
        <p:spPr>
          <a:xfrm>
            <a:off x="457200" y="1744575"/>
            <a:ext cx="1829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Surge la idea de saber si se puede descartar un tubo de antemano.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1" name="Google Shape;671;p31"/>
          <p:cNvGrpSpPr/>
          <p:nvPr/>
        </p:nvGrpSpPr>
        <p:grpSpPr>
          <a:xfrm>
            <a:off x="561914" y="3488819"/>
            <a:ext cx="359878" cy="367165"/>
            <a:chOff x="-65129950" y="2646800"/>
            <a:chExt cx="311125" cy="317425"/>
          </a:xfrm>
        </p:grpSpPr>
        <p:sp>
          <p:nvSpPr>
            <p:cNvPr id="672" name="Google Shape;672;p31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1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31"/>
          <p:cNvGrpSpPr/>
          <p:nvPr/>
        </p:nvGrpSpPr>
        <p:grpSpPr>
          <a:xfrm>
            <a:off x="8241449" y="1096375"/>
            <a:ext cx="368157" cy="365699"/>
            <a:chOff x="-59470075" y="3308975"/>
            <a:chExt cx="318200" cy="316075"/>
          </a:xfrm>
        </p:grpSpPr>
        <p:sp>
          <p:nvSpPr>
            <p:cNvPr id="675" name="Google Shape;675;p31"/>
            <p:cNvSpPr/>
            <p:nvPr/>
          </p:nvSpPr>
          <p:spPr>
            <a:xfrm>
              <a:off x="-59403925" y="3522625"/>
              <a:ext cx="21275" cy="20500"/>
            </a:xfrm>
            <a:custGeom>
              <a:rect b="b" l="l" r="r" t="t"/>
              <a:pathLst>
                <a:path extrusionOk="0" h="820" w="851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-593621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-593212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-592794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-59470075" y="3418825"/>
              <a:ext cx="317425" cy="206225"/>
            </a:xfrm>
            <a:custGeom>
              <a:rect b="b" l="l" r="r" t="t"/>
              <a:pathLst>
                <a:path extrusionOk="0" h="8249" w="12697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-592385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-59292875" y="3308975"/>
              <a:ext cx="106350" cy="41400"/>
            </a:xfrm>
            <a:custGeom>
              <a:rect b="b" l="l" r="r" t="t"/>
              <a:pathLst>
                <a:path extrusionOk="0" h="1656" w="4254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-59214100" y="3371400"/>
              <a:ext cx="62225" cy="68550"/>
            </a:xfrm>
            <a:custGeom>
              <a:rect b="b" l="l" r="r" t="t"/>
              <a:pathLst>
                <a:path extrusionOk="0" h="2742" w="2489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-59297600" y="3392600"/>
              <a:ext cx="62250" cy="48150"/>
            </a:xfrm>
            <a:custGeom>
              <a:rect b="b" l="l" r="r" t="t"/>
              <a:pathLst>
                <a:path extrusionOk="0" h="1926" w="249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5847" y="3506025"/>
            <a:ext cx="699342" cy="3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2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dk1"/>
                </a:solidFill>
              </a:rPr>
              <a:t>Objetivos del modelo y descripción de los datos</a:t>
            </a:r>
            <a:endParaRPr sz="5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Objetivos del modelo</a:t>
            </a:r>
            <a:endParaRPr/>
          </a:p>
        </p:txBody>
      </p:sp>
      <p:grpSp>
        <p:nvGrpSpPr>
          <p:cNvPr id="695" name="Google Shape;695;p33"/>
          <p:cNvGrpSpPr/>
          <p:nvPr/>
        </p:nvGrpSpPr>
        <p:grpSpPr>
          <a:xfrm>
            <a:off x="753664" y="1234996"/>
            <a:ext cx="3434492" cy="3272859"/>
            <a:chOff x="1074225" y="250475"/>
            <a:chExt cx="5471550" cy="5214050"/>
          </a:xfrm>
        </p:grpSpPr>
        <p:sp>
          <p:nvSpPr>
            <p:cNvPr id="696" name="Google Shape;696;p33"/>
            <p:cNvSpPr/>
            <p:nvPr/>
          </p:nvSpPr>
          <p:spPr>
            <a:xfrm>
              <a:off x="2209325" y="4172850"/>
              <a:ext cx="25" cy="8250"/>
            </a:xfrm>
            <a:custGeom>
              <a:rect b="b" l="l" r="r" t="t"/>
              <a:pathLst>
                <a:path extrusionOk="0" fill="none" h="330" w="1">
                  <a:moveTo>
                    <a:pt x="0" y="330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2196950" y="4108975"/>
              <a:ext cx="2100" cy="8275"/>
            </a:xfrm>
            <a:custGeom>
              <a:rect b="b" l="l" r="r" t="t"/>
              <a:pathLst>
                <a:path extrusionOk="0" fill="none" h="331" w="84">
                  <a:moveTo>
                    <a:pt x="83" y="330"/>
                  </a:move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2166050" y="4051300"/>
              <a:ext cx="4150" cy="6200"/>
            </a:xfrm>
            <a:custGeom>
              <a:rect b="b" l="l" r="r" t="t"/>
              <a:pathLst>
                <a:path extrusionOk="0" fill="none" h="248" w="166">
                  <a:moveTo>
                    <a:pt x="166" y="248"/>
                  </a:move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2116625" y="40080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166"/>
                  </a:move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2056875" y="3979200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83"/>
                  </a:moveTo>
                  <a:lnTo>
                    <a:pt x="248" y="83"/>
                  </a:ln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993000" y="3970950"/>
              <a:ext cx="8275" cy="25"/>
            </a:xfrm>
            <a:custGeom>
              <a:rect b="b" l="l" r="r" t="t"/>
              <a:pathLst>
                <a:path extrusionOk="0" fill="none" h="1" w="331">
                  <a:moveTo>
                    <a:pt x="331" y="1"/>
                  </a:moveTo>
                  <a:lnTo>
                    <a:pt x="248" y="1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927100" y="3981250"/>
              <a:ext cx="8250" cy="4150"/>
            </a:xfrm>
            <a:custGeom>
              <a:rect b="b" l="l" r="r" t="t"/>
              <a:pathLst>
                <a:path extrusionOk="0" fill="none" h="166" w="330">
                  <a:moveTo>
                    <a:pt x="330" y="1"/>
                  </a:moveTo>
                  <a:lnTo>
                    <a:pt x="0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871475" y="4012150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1"/>
                  </a:moveTo>
                  <a:lnTo>
                    <a:pt x="0" y="166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826150" y="4057475"/>
              <a:ext cx="4150" cy="6200"/>
            </a:xfrm>
            <a:custGeom>
              <a:rect b="b" l="l" r="r" t="t"/>
              <a:pathLst>
                <a:path extrusionOk="0" fill="none" h="248" w="166">
                  <a:moveTo>
                    <a:pt x="165" y="1"/>
                  </a:move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97300" y="4115150"/>
              <a:ext cx="4150" cy="8275"/>
            </a:xfrm>
            <a:custGeom>
              <a:rect b="b" l="l" r="r" t="t"/>
              <a:pathLst>
                <a:path extrusionOk="0" fill="none" h="331" w="166">
                  <a:moveTo>
                    <a:pt x="166" y="1"/>
                  </a:moveTo>
                  <a:lnTo>
                    <a:pt x="83" y="166"/>
                  </a:lnTo>
                  <a:lnTo>
                    <a:pt x="1" y="33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89075" y="4181075"/>
              <a:ext cx="25" cy="8275"/>
            </a:xfrm>
            <a:custGeom>
              <a:rect b="b" l="l" r="r" t="t"/>
              <a:pathLst>
                <a:path extrusionOk="0" fill="none" h="331" w="1">
                  <a:moveTo>
                    <a:pt x="0" y="1"/>
                  </a:moveTo>
                  <a:lnTo>
                    <a:pt x="0" y="1"/>
                  </a:lnTo>
                  <a:lnTo>
                    <a:pt x="0" y="33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99375" y="4244950"/>
              <a:ext cx="2075" cy="8250"/>
            </a:xfrm>
            <a:custGeom>
              <a:rect b="b" l="l" r="r" t="t"/>
              <a:pathLst>
                <a:path extrusionOk="0" fill="none" h="330" w="83">
                  <a:moveTo>
                    <a:pt x="0" y="0"/>
                  </a:moveTo>
                  <a:lnTo>
                    <a:pt x="83" y="33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828200" y="4304675"/>
              <a:ext cx="6200" cy="6225"/>
            </a:xfrm>
            <a:custGeom>
              <a:rect b="b" l="l" r="r" t="t"/>
              <a:pathLst>
                <a:path extrusionOk="0" fill="none" h="249" w="248">
                  <a:moveTo>
                    <a:pt x="1" y="1"/>
                  </a:moveTo>
                  <a:lnTo>
                    <a:pt x="248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875600" y="435000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0" y="1"/>
                  </a:moveTo>
                  <a:lnTo>
                    <a:pt x="247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933275" y="4380900"/>
              <a:ext cx="8250" cy="2100"/>
            </a:xfrm>
            <a:custGeom>
              <a:rect b="b" l="l" r="r" t="t"/>
              <a:pathLst>
                <a:path extrusionOk="0" fill="none" h="84" w="330">
                  <a:moveTo>
                    <a:pt x="0" y="1"/>
                  </a:moveTo>
                  <a:lnTo>
                    <a:pt x="165" y="83"/>
                  </a:lnTo>
                  <a:lnTo>
                    <a:pt x="330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999200" y="43912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2159875" y="4181075"/>
              <a:ext cx="100975" cy="72125"/>
            </a:xfrm>
            <a:custGeom>
              <a:rect b="b" l="l" r="r" t="t"/>
              <a:pathLst>
                <a:path extrusionOk="0" fill="none" h="2885" w="4039">
                  <a:moveTo>
                    <a:pt x="1" y="1"/>
                  </a:moveTo>
                  <a:lnTo>
                    <a:pt x="1896" y="2885"/>
                  </a:lnTo>
                  <a:lnTo>
                    <a:pt x="4038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2289650" y="821100"/>
              <a:ext cx="786975" cy="789050"/>
            </a:xfrm>
            <a:custGeom>
              <a:rect b="b" l="l" r="r" t="t"/>
              <a:pathLst>
                <a:path extrusionOk="0" fill="none" h="31562" w="31479">
                  <a:moveTo>
                    <a:pt x="31479" y="15740"/>
                  </a:moveTo>
                  <a:lnTo>
                    <a:pt x="31479" y="15740"/>
                  </a:lnTo>
                  <a:lnTo>
                    <a:pt x="31396" y="14174"/>
                  </a:lnTo>
                  <a:lnTo>
                    <a:pt x="31149" y="12609"/>
                  </a:lnTo>
                  <a:lnTo>
                    <a:pt x="30819" y="11043"/>
                  </a:lnTo>
                  <a:lnTo>
                    <a:pt x="30243" y="9642"/>
                  </a:lnTo>
                  <a:lnTo>
                    <a:pt x="29583" y="8241"/>
                  </a:lnTo>
                  <a:lnTo>
                    <a:pt x="28842" y="6923"/>
                  </a:lnTo>
                  <a:lnTo>
                    <a:pt x="27935" y="5769"/>
                  </a:lnTo>
                  <a:lnTo>
                    <a:pt x="26864" y="4616"/>
                  </a:lnTo>
                  <a:lnTo>
                    <a:pt x="25793" y="3627"/>
                  </a:lnTo>
                  <a:lnTo>
                    <a:pt x="24557" y="2720"/>
                  </a:lnTo>
                  <a:lnTo>
                    <a:pt x="23238" y="1896"/>
                  </a:lnTo>
                  <a:lnTo>
                    <a:pt x="21838" y="1237"/>
                  </a:lnTo>
                  <a:lnTo>
                    <a:pt x="20437" y="743"/>
                  </a:lnTo>
                  <a:lnTo>
                    <a:pt x="18871" y="331"/>
                  </a:lnTo>
                  <a:lnTo>
                    <a:pt x="17305" y="83"/>
                  </a:lnTo>
                  <a:lnTo>
                    <a:pt x="15740" y="1"/>
                  </a:lnTo>
                  <a:lnTo>
                    <a:pt x="15740" y="1"/>
                  </a:lnTo>
                  <a:lnTo>
                    <a:pt x="14092" y="83"/>
                  </a:lnTo>
                  <a:lnTo>
                    <a:pt x="12526" y="331"/>
                  </a:lnTo>
                  <a:lnTo>
                    <a:pt x="11043" y="743"/>
                  </a:lnTo>
                  <a:lnTo>
                    <a:pt x="9560" y="1237"/>
                  </a:lnTo>
                  <a:lnTo>
                    <a:pt x="8241" y="1896"/>
                  </a:lnTo>
                  <a:lnTo>
                    <a:pt x="6923" y="2720"/>
                  </a:lnTo>
                  <a:lnTo>
                    <a:pt x="5687" y="3627"/>
                  </a:lnTo>
                  <a:lnTo>
                    <a:pt x="4615" y="4616"/>
                  </a:lnTo>
                  <a:lnTo>
                    <a:pt x="3544" y="5769"/>
                  </a:lnTo>
                  <a:lnTo>
                    <a:pt x="2638" y="6923"/>
                  </a:lnTo>
                  <a:lnTo>
                    <a:pt x="1896" y="8241"/>
                  </a:lnTo>
                  <a:lnTo>
                    <a:pt x="1237" y="9642"/>
                  </a:lnTo>
                  <a:lnTo>
                    <a:pt x="660" y="11043"/>
                  </a:lnTo>
                  <a:lnTo>
                    <a:pt x="331" y="12609"/>
                  </a:lnTo>
                  <a:lnTo>
                    <a:pt x="83" y="14174"/>
                  </a:lnTo>
                  <a:lnTo>
                    <a:pt x="1" y="15740"/>
                  </a:lnTo>
                  <a:lnTo>
                    <a:pt x="1" y="15740"/>
                  </a:lnTo>
                  <a:lnTo>
                    <a:pt x="83" y="17388"/>
                  </a:lnTo>
                  <a:lnTo>
                    <a:pt x="331" y="18954"/>
                  </a:lnTo>
                  <a:lnTo>
                    <a:pt x="660" y="20437"/>
                  </a:lnTo>
                  <a:lnTo>
                    <a:pt x="1237" y="21920"/>
                  </a:lnTo>
                  <a:lnTo>
                    <a:pt x="1896" y="23239"/>
                  </a:lnTo>
                  <a:lnTo>
                    <a:pt x="2638" y="24557"/>
                  </a:lnTo>
                  <a:lnTo>
                    <a:pt x="3544" y="25793"/>
                  </a:lnTo>
                  <a:lnTo>
                    <a:pt x="4615" y="26947"/>
                  </a:lnTo>
                  <a:lnTo>
                    <a:pt x="5687" y="27935"/>
                  </a:lnTo>
                  <a:lnTo>
                    <a:pt x="6923" y="28842"/>
                  </a:lnTo>
                  <a:lnTo>
                    <a:pt x="8241" y="29584"/>
                  </a:lnTo>
                  <a:lnTo>
                    <a:pt x="9560" y="30325"/>
                  </a:lnTo>
                  <a:lnTo>
                    <a:pt x="11043" y="30820"/>
                  </a:lnTo>
                  <a:lnTo>
                    <a:pt x="12526" y="31232"/>
                  </a:lnTo>
                  <a:lnTo>
                    <a:pt x="14092" y="31479"/>
                  </a:lnTo>
                  <a:lnTo>
                    <a:pt x="15740" y="31561"/>
                  </a:lnTo>
                  <a:lnTo>
                    <a:pt x="15740" y="31561"/>
                  </a:lnTo>
                  <a:lnTo>
                    <a:pt x="17305" y="31479"/>
                  </a:lnTo>
                  <a:lnTo>
                    <a:pt x="18871" y="31232"/>
                  </a:lnTo>
                  <a:lnTo>
                    <a:pt x="20437" y="30820"/>
                  </a:lnTo>
                  <a:lnTo>
                    <a:pt x="21838" y="30325"/>
                  </a:lnTo>
                  <a:lnTo>
                    <a:pt x="23238" y="29584"/>
                  </a:lnTo>
                  <a:lnTo>
                    <a:pt x="24557" y="28842"/>
                  </a:lnTo>
                  <a:lnTo>
                    <a:pt x="25793" y="27935"/>
                  </a:lnTo>
                  <a:lnTo>
                    <a:pt x="26864" y="26947"/>
                  </a:lnTo>
                  <a:lnTo>
                    <a:pt x="27935" y="25793"/>
                  </a:lnTo>
                  <a:lnTo>
                    <a:pt x="28842" y="24557"/>
                  </a:lnTo>
                  <a:lnTo>
                    <a:pt x="29583" y="23239"/>
                  </a:lnTo>
                  <a:lnTo>
                    <a:pt x="30243" y="21920"/>
                  </a:lnTo>
                  <a:lnTo>
                    <a:pt x="30819" y="20437"/>
                  </a:lnTo>
                  <a:lnTo>
                    <a:pt x="31149" y="18954"/>
                  </a:lnTo>
                  <a:lnTo>
                    <a:pt x="31396" y="17388"/>
                  </a:lnTo>
                  <a:lnTo>
                    <a:pt x="31479" y="15740"/>
                  </a:lnTo>
                  <a:lnTo>
                    <a:pt x="31479" y="15740"/>
                  </a:lnTo>
                  <a:close/>
                </a:path>
              </a:pathLst>
            </a:custGeom>
            <a:noFill/>
            <a:ln cap="rnd" cmpd="sng" w="4120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2683125" y="654250"/>
              <a:ext cx="25" cy="166875"/>
            </a:xfrm>
            <a:custGeom>
              <a:rect b="b" l="l" r="r" t="t"/>
              <a:pathLst>
                <a:path extrusionOk="0" fill="none" h="6675" w="1">
                  <a:moveTo>
                    <a:pt x="1" y="0"/>
                  </a:moveTo>
                  <a:lnTo>
                    <a:pt x="1" y="6675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2683125" y="1610125"/>
              <a:ext cx="25" cy="164825"/>
            </a:xfrm>
            <a:custGeom>
              <a:rect b="b" l="l" r="r" t="t"/>
              <a:pathLst>
                <a:path extrusionOk="0" fill="none" h="6593" w="1">
                  <a:moveTo>
                    <a:pt x="1" y="0"/>
                  </a:moveTo>
                  <a:lnTo>
                    <a:pt x="1" y="6592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3076600" y="1214575"/>
              <a:ext cx="166900" cy="25"/>
            </a:xfrm>
            <a:custGeom>
              <a:rect b="b" l="l" r="r" t="t"/>
              <a:pathLst>
                <a:path extrusionOk="0" fill="none" h="1" w="6676">
                  <a:moveTo>
                    <a:pt x="1" y="1"/>
                  </a:moveTo>
                  <a:lnTo>
                    <a:pt x="6675" y="1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2122800" y="1214575"/>
              <a:ext cx="166875" cy="25"/>
            </a:xfrm>
            <a:custGeom>
              <a:rect b="b" l="l" r="r" t="t"/>
              <a:pathLst>
                <a:path extrusionOk="0" fill="none" h="1" w="6675">
                  <a:moveTo>
                    <a:pt x="6675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2122800" y="654250"/>
              <a:ext cx="1120700" cy="1120700"/>
            </a:xfrm>
            <a:custGeom>
              <a:rect b="b" l="l" r="r" t="t"/>
              <a:pathLst>
                <a:path extrusionOk="0" fill="none" h="44828" w="44828">
                  <a:moveTo>
                    <a:pt x="44827" y="22414"/>
                  </a:moveTo>
                  <a:lnTo>
                    <a:pt x="44827" y="22414"/>
                  </a:lnTo>
                  <a:lnTo>
                    <a:pt x="44827" y="21260"/>
                  </a:lnTo>
                  <a:lnTo>
                    <a:pt x="44745" y="20107"/>
                  </a:lnTo>
                  <a:lnTo>
                    <a:pt x="44580" y="19035"/>
                  </a:lnTo>
                  <a:lnTo>
                    <a:pt x="44415" y="17882"/>
                  </a:lnTo>
                  <a:lnTo>
                    <a:pt x="44086" y="16810"/>
                  </a:lnTo>
                  <a:lnTo>
                    <a:pt x="43838" y="15739"/>
                  </a:lnTo>
                  <a:lnTo>
                    <a:pt x="43509" y="14750"/>
                  </a:lnTo>
                  <a:lnTo>
                    <a:pt x="43097" y="13679"/>
                  </a:lnTo>
                  <a:lnTo>
                    <a:pt x="42602" y="12690"/>
                  </a:lnTo>
                  <a:lnTo>
                    <a:pt x="42108" y="11784"/>
                  </a:lnTo>
                  <a:lnTo>
                    <a:pt x="41614" y="10795"/>
                  </a:lnTo>
                  <a:lnTo>
                    <a:pt x="41037" y="9889"/>
                  </a:lnTo>
                  <a:lnTo>
                    <a:pt x="40378" y="8982"/>
                  </a:lnTo>
                  <a:lnTo>
                    <a:pt x="39718" y="8158"/>
                  </a:lnTo>
                  <a:lnTo>
                    <a:pt x="38977" y="7334"/>
                  </a:lnTo>
                  <a:lnTo>
                    <a:pt x="38235" y="6593"/>
                  </a:lnTo>
                  <a:lnTo>
                    <a:pt x="37493" y="5851"/>
                  </a:lnTo>
                  <a:lnTo>
                    <a:pt x="36669" y="5109"/>
                  </a:lnTo>
                  <a:lnTo>
                    <a:pt x="35845" y="4450"/>
                  </a:lnTo>
                  <a:lnTo>
                    <a:pt x="34939" y="3873"/>
                  </a:lnTo>
                  <a:lnTo>
                    <a:pt x="34033" y="3296"/>
                  </a:lnTo>
                  <a:lnTo>
                    <a:pt x="33126" y="2720"/>
                  </a:lnTo>
                  <a:lnTo>
                    <a:pt x="32137" y="2225"/>
                  </a:lnTo>
                  <a:lnTo>
                    <a:pt x="31148" y="1813"/>
                  </a:lnTo>
                  <a:lnTo>
                    <a:pt x="30077" y="1401"/>
                  </a:lnTo>
                  <a:lnTo>
                    <a:pt x="29088" y="989"/>
                  </a:lnTo>
                  <a:lnTo>
                    <a:pt x="28017" y="742"/>
                  </a:lnTo>
                  <a:lnTo>
                    <a:pt x="26946" y="495"/>
                  </a:lnTo>
                  <a:lnTo>
                    <a:pt x="25792" y="248"/>
                  </a:lnTo>
                  <a:lnTo>
                    <a:pt x="24721" y="165"/>
                  </a:lnTo>
                  <a:lnTo>
                    <a:pt x="23567" y="83"/>
                  </a:lnTo>
                  <a:lnTo>
                    <a:pt x="22414" y="0"/>
                  </a:lnTo>
                  <a:lnTo>
                    <a:pt x="22414" y="0"/>
                  </a:lnTo>
                  <a:lnTo>
                    <a:pt x="21260" y="83"/>
                  </a:lnTo>
                  <a:lnTo>
                    <a:pt x="20107" y="165"/>
                  </a:lnTo>
                  <a:lnTo>
                    <a:pt x="18953" y="248"/>
                  </a:lnTo>
                  <a:lnTo>
                    <a:pt x="17882" y="495"/>
                  </a:lnTo>
                  <a:lnTo>
                    <a:pt x="16810" y="742"/>
                  </a:lnTo>
                  <a:lnTo>
                    <a:pt x="15739" y="989"/>
                  </a:lnTo>
                  <a:lnTo>
                    <a:pt x="14668" y="1401"/>
                  </a:lnTo>
                  <a:lnTo>
                    <a:pt x="13679" y="1813"/>
                  </a:lnTo>
                  <a:lnTo>
                    <a:pt x="12690" y="2225"/>
                  </a:lnTo>
                  <a:lnTo>
                    <a:pt x="11701" y="2720"/>
                  </a:lnTo>
                  <a:lnTo>
                    <a:pt x="10795" y="3296"/>
                  </a:lnTo>
                  <a:lnTo>
                    <a:pt x="9889" y="3873"/>
                  </a:lnTo>
                  <a:lnTo>
                    <a:pt x="8982" y="4450"/>
                  </a:lnTo>
                  <a:lnTo>
                    <a:pt x="8158" y="5109"/>
                  </a:lnTo>
                  <a:lnTo>
                    <a:pt x="7334" y="5851"/>
                  </a:lnTo>
                  <a:lnTo>
                    <a:pt x="6593" y="6593"/>
                  </a:lnTo>
                  <a:lnTo>
                    <a:pt x="5768" y="7334"/>
                  </a:lnTo>
                  <a:lnTo>
                    <a:pt x="5109" y="8158"/>
                  </a:lnTo>
                  <a:lnTo>
                    <a:pt x="4450" y="8982"/>
                  </a:lnTo>
                  <a:lnTo>
                    <a:pt x="3791" y="9889"/>
                  </a:lnTo>
                  <a:lnTo>
                    <a:pt x="3214" y="10795"/>
                  </a:lnTo>
                  <a:lnTo>
                    <a:pt x="2720" y="11784"/>
                  </a:lnTo>
                  <a:lnTo>
                    <a:pt x="2225" y="12690"/>
                  </a:lnTo>
                  <a:lnTo>
                    <a:pt x="1731" y="13679"/>
                  </a:lnTo>
                  <a:lnTo>
                    <a:pt x="1319" y="14750"/>
                  </a:lnTo>
                  <a:lnTo>
                    <a:pt x="989" y="15739"/>
                  </a:lnTo>
                  <a:lnTo>
                    <a:pt x="660" y="16810"/>
                  </a:lnTo>
                  <a:lnTo>
                    <a:pt x="412" y="17882"/>
                  </a:lnTo>
                  <a:lnTo>
                    <a:pt x="248" y="19035"/>
                  </a:lnTo>
                  <a:lnTo>
                    <a:pt x="83" y="20107"/>
                  </a:lnTo>
                  <a:lnTo>
                    <a:pt x="0" y="21260"/>
                  </a:lnTo>
                  <a:lnTo>
                    <a:pt x="0" y="22414"/>
                  </a:lnTo>
                  <a:lnTo>
                    <a:pt x="0" y="22414"/>
                  </a:lnTo>
                  <a:lnTo>
                    <a:pt x="0" y="23568"/>
                  </a:lnTo>
                  <a:lnTo>
                    <a:pt x="83" y="24721"/>
                  </a:lnTo>
                  <a:lnTo>
                    <a:pt x="248" y="25875"/>
                  </a:lnTo>
                  <a:lnTo>
                    <a:pt x="412" y="26946"/>
                  </a:lnTo>
                  <a:lnTo>
                    <a:pt x="660" y="28017"/>
                  </a:lnTo>
                  <a:lnTo>
                    <a:pt x="989" y="29088"/>
                  </a:lnTo>
                  <a:lnTo>
                    <a:pt x="1319" y="30160"/>
                  </a:lnTo>
                  <a:lnTo>
                    <a:pt x="1731" y="31149"/>
                  </a:lnTo>
                  <a:lnTo>
                    <a:pt x="2225" y="32137"/>
                  </a:lnTo>
                  <a:lnTo>
                    <a:pt x="2720" y="33126"/>
                  </a:lnTo>
                  <a:lnTo>
                    <a:pt x="3214" y="34033"/>
                  </a:lnTo>
                  <a:lnTo>
                    <a:pt x="3791" y="34939"/>
                  </a:lnTo>
                  <a:lnTo>
                    <a:pt x="4450" y="35846"/>
                  </a:lnTo>
                  <a:lnTo>
                    <a:pt x="5109" y="36670"/>
                  </a:lnTo>
                  <a:lnTo>
                    <a:pt x="5768" y="37494"/>
                  </a:lnTo>
                  <a:lnTo>
                    <a:pt x="6593" y="38318"/>
                  </a:lnTo>
                  <a:lnTo>
                    <a:pt x="7334" y="39059"/>
                  </a:lnTo>
                  <a:lnTo>
                    <a:pt x="8158" y="39718"/>
                  </a:lnTo>
                  <a:lnTo>
                    <a:pt x="8982" y="40378"/>
                  </a:lnTo>
                  <a:lnTo>
                    <a:pt x="9889" y="41037"/>
                  </a:lnTo>
                  <a:lnTo>
                    <a:pt x="10795" y="41614"/>
                  </a:lnTo>
                  <a:lnTo>
                    <a:pt x="11701" y="42191"/>
                  </a:lnTo>
                  <a:lnTo>
                    <a:pt x="12690" y="42685"/>
                  </a:lnTo>
                  <a:lnTo>
                    <a:pt x="13679" y="43097"/>
                  </a:lnTo>
                  <a:lnTo>
                    <a:pt x="14668" y="43509"/>
                  </a:lnTo>
                  <a:lnTo>
                    <a:pt x="15739" y="43839"/>
                  </a:lnTo>
                  <a:lnTo>
                    <a:pt x="16810" y="44168"/>
                  </a:lnTo>
                  <a:lnTo>
                    <a:pt x="17882" y="44415"/>
                  </a:lnTo>
                  <a:lnTo>
                    <a:pt x="18953" y="44580"/>
                  </a:lnTo>
                  <a:lnTo>
                    <a:pt x="20107" y="44745"/>
                  </a:lnTo>
                  <a:lnTo>
                    <a:pt x="21260" y="44827"/>
                  </a:lnTo>
                  <a:lnTo>
                    <a:pt x="22414" y="44827"/>
                  </a:lnTo>
                  <a:lnTo>
                    <a:pt x="22414" y="44827"/>
                  </a:lnTo>
                  <a:lnTo>
                    <a:pt x="23567" y="44827"/>
                  </a:lnTo>
                  <a:lnTo>
                    <a:pt x="24721" y="44745"/>
                  </a:lnTo>
                  <a:lnTo>
                    <a:pt x="25792" y="44580"/>
                  </a:lnTo>
                  <a:lnTo>
                    <a:pt x="26946" y="44415"/>
                  </a:lnTo>
                  <a:lnTo>
                    <a:pt x="28017" y="44168"/>
                  </a:lnTo>
                  <a:lnTo>
                    <a:pt x="29088" y="43839"/>
                  </a:lnTo>
                  <a:lnTo>
                    <a:pt x="30077" y="43509"/>
                  </a:lnTo>
                  <a:lnTo>
                    <a:pt x="31148" y="43097"/>
                  </a:lnTo>
                  <a:lnTo>
                    <a:pt x="32137" y="42685"/>
                  </a:lnTo>
                  <a:lnTo>
                    <a:pt x="33126" y="42191"/>
                  </a:lnTo>
                  <a:lnTo>
                    <a:pt x="34033" y="41614"/>
                  </a:lnTo>
                  <a:lnTo>
                    <a:pt x="34939" y="41037"/>
                  </a:lnTo>
                  <a:lnTo>
                    <a:pt x="35845" y="40378"/>
                  </a:lnTo>
                  <a:lnTo>
                    <a:pt x="36669" y="39718"/>
                  </a:lnTo>
                  <a:lnTo>
                    <a:pt x="37493" y="39059"/>
                  </a:lnTo>
                  <a:lnTo>
                    <a:pt x="38235" y="38318"/>
                  </a:lnTo>
                  <a:lnTo>
                    <a:pt x="38977" y="37494"/>
                  </a:lnTo>
                  <a:lnTo>
                    <a:pt x="39718" y="36670"/>
                  </a:lnTo>
                  <a:lnTo>
                    <a:pt x="40378" y="35846"/>
                  </a:lnTo>
                  <a:lnTo>
                    <a:pt x="41037" y="34939"/>
                  </a:lnTo>
                  <a:lnTo>
                    <a:pt x="41614" y="34033"/>
                  </a:lnTo>
                  <a:lnTo>
                    <a:pt x="42108" y="33126"/>
                  </a:lnTo>
                  <a:lnTo>
                    <a:pt x="42602" y="32137"/>
                  </a:lnTo>
                  <a:lnTo>
                    <a:pt x="43097" y="31149"/>
                  </a:lnTo>
                  <a:lnTo>
                    <a:pt x="43509" y="30160"/>
                  </a:lnTo>
                  <a:lnTo>
                    <a:pt x="43838" y="29088"/>
                  </a:lnTo>
                  <a:lnTo>
                    <a:pt x="44086" y="28017"/>
                  </a:lnTo>
                  <a:lnTo>
                    <a:pt x="44415" y="26946"/>
                  </a:lnTo>
                  <a:lnTo>
                    <a:pt x="44580" y="25875"/>
                  </a:lnTo>
                  <a:lnTo>
                    <a:pt x="44745" y="24721"/>
                  </a:lnTo>
                  <a:lnTo>
                    <a:pt x="44827" y="23568"/>
                  </a:lnTo>
                  <a:lnTo>
                    <a:pt x="44827" y="22414"/>
                  </a:lnTo>
                  <a:lnTo>
                    <a:pt x="44827" y="22414"/>
                  </a:lnTo>
                  <a:close/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2615150" y="454425"/>
              <a:ext cx="136000" cy="199850"/>
            </a:xfrm>
            <a:custGeom>
              <a:rect b="b" l="l" r="r" t="t"/>
              <a:pathLst>
                <a:path extrusionOk="0" h="7994" w="5440">
                  <a:moveTo>
                    <a:pt x="2720" y="0"/>
                  </a:moveTo>
                  <a:lnTo>
                    <a:pt x="2555" y="83"/>
                  </a:lnTo>
                  <a:lnTo>
                    <a:pt x="2390" y="165"/>
                  </a:lnTo>
                  <a:lnTo>
                    <a:pt x="2225" y="247"/>
                  </a:lnTo>
                  <a:lnTo>
                    <a:pt x="2143" y="495"/>
                  </a:lnTo>
                  <a:lnTo>
                    <a:pt x="1" y="7993"/>
                  </a:lnTo>
                  <a:lnTo>
                    <a:pt x="5439" y="7993"/>
                  </a:lnTo>
                  <a:lnTo>
                    <a:pt x="3297" y="495"/>
                  </a:lnTo>
                  <a:lnTo>
                    <a:pt x="3214" y="247"/>
                  </a:lnTo>
                  <a:lnTo>
                    <a:pt x="3049" y="165"/>
                  </a:lnTo>
                  <a:lnTo>
                    <a:pt x="2885" y="83"/>
                  </a:lnTo>
                  <a:lnTo>
                    <a:pt x="2720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2413275" y="499750"/>
              <a:ext cx="142150" cy="212200"/>
            </a:xfrm>
            <a:custGeom>
              <a:rect b="b" l="l" r="r" t="t"/>
              <a:pathLst>
                <a:path extrusionOk="0" h="8488" w="5686">
                  <a:moveTo>
                    <a:pt x="412" y="0"/>
                  </a:moveTo>
                  <a:lnTo>
                    <a:pt x="247" y="165"/>
                  </a:lnTo>
                  <a:lnTo>
                    <a:pt x="82" y="247"/>
                  </a:lnTo>
                  <a:lnTo>
                    <a:pt x="0" y="412"/>
                  </a:lnTo>
                  <a:lnTo>
                    <a:pt x="0" y="659"/>
                  </a:lnTo>
                  <a:lnTo>
                    <a:pt x="577" y="8488"/>
                  </a:lnTo>
                  <a:lnTo>
                    <a:pt x="5686" y="6592"/>
                  </a:lnTo>
                  <a:lnTo>
                    <a:pt x="1071" y="247"/>
                  </a:lnTo>
                  <a:lnTo>
                    <a:pt x="907" y="83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2188725" y="629525"/>
              <a:ext cx="185425" cy="199850"/>
            </a:xfrm>
            <a:custGeom>
              <a:rect b="b" l="l" r="r" t="t"/>
              <a:pathLst>
                <a:path extrusionOk="0" h="7994" w="7417">
                  <a:moveTo>
                    <a:pt x="412" y="1"/>
                  </a:moveTo>
                  <a:lnTo>
                    <a:pt x="247" y="165"/>
                  </a:lnTo>
                  <a:lnTo>
                    <a:pt x="83" y="248"/>
                  </a:lnTo>
                  <a:lnTo>
                    <a:pt x="0" y="413"/>
                  </a:lnTo>
                  <a:lnTo>
                    <a:pt x="0" y="660"/>
                  </a:lnTo>
                  <a:lnTo>
                    <a:pt x="83" y="825"/>
                  </a:lnTo>
                  <a:lnTo>
                    <a:pt x="3296" y="7994"/>
                  </a:lnTo>
                  <a:lnTo>
                    <a:pt x="7416" y="4533"/>
                  </a:lnTo>
                  <a:lnTo>
                    <a:pt x="989" y="83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2021850" y="827300"/>
              <a:ext cx="210150" cy="166875"/>
            </a:xfrm>
            <a:custGeom>
              <a:rect b="b" l="l" r="r" t="t"/>
              <a:pathLst>
                <a:path extrusionOk="0" h="6675" w="8406">
                  <a:moveTo>
                    <a:pt x="577" y="0"/>
                  </a:moveTo>
                  <a:lnTo>
                    <a:pt x="413" y="83"/>
                  </a:lnTo>
                  <a:lnTo>
                    <a:pt x="248" y="165"/>
                  </a:lnTo>
                  <a:lnTo>
                    <a:pt x="83" y="330"/>
                  </a:lnTo>
                  <a:lnTo>
                    <a:pt x="1" y="495"/>
                  </a:lnTo>
                  <a:lnTo>
                    <a:pt x="1" y="659"/>
                  </a:lnTo>
                  <a:lnTo>
                    <a:pt x="83" y="824"/>
                  </a:lnTo>
                  <a:lnTo>
                    <a:pt x="165" y="1071"/>
                  </a:lnTo>
                  <a:lnTo>
                    <a:pt x="5686" y="6675"/>
                  </a:lnTo>
                  <a:lnTo>
                    <a:pt x="8406" y="1978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1933275" y="1051850"/>
              <a:ext cx="210150" cy="131850"/>
            </a:xfrm>
            <a:custGeom>
              <a:rect b="b" l="l" r="r" t="t"/>
              <a:pathLst>
                <a:path extrusionOk="0" h="5274" w="8406">
                  <a:moveTo>
                    <a:pt x="8405" y="0"/>
                  </a:moveTo>
                  <a:lnTo>
                    <a:pt x="577" y="742"/>
                  </a:lnTo>
                  <a:lnTo>
                    <a:pt x="330" y="824"/>
                  </a:lnTo>
                  <a:lnTo>
                    <a:pt x="247" y="906"/>
                  </a:lnTo>
                  <a:lnTo>
                    <a:pt x="83" y="1071"/>
                  </a:lnTo>
                  <a:lnTo>
                    <a:pt x="0" y="1236"/>
                  </a:lnTo>
                  <a:lnTo>
                    <a:pt x="0" y="1401"/>
                  </a:lnTo>
                  <a:lnTo>
                    <a:pt x="83" y="1648"/>
                  </a:lnTo>
                  <a:lnTo>
                    <a:pt x="165" y="1813"/>
                  </a:lnTo>
                  <a:lnTo>
                    <a:pt x="412" y="1895"/>
                  </a:lnTo>
                  <a:lnTo>
                    <a:pt x="7417" y="5274"/>
                  </a:lnTo>
                  <a:lnTo>
                    <a:pt x="8405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1933275" y="1245475"/>
              <a:ext cx="210150" cy="133950"/>
            </a:xfrm>
            <a:custGeom>
              <a:rect b="b" l="l" r="r" t="t"/>
              <a:pathLst>
                <a:path extrusionOk="0" h="5358" w="8406">
                  <a:moveTo>
                    <a:pt x="7417" y="1"/>
                  </a:moveTo>
                  <a:lnTo>
                    <a:pt x="412" y="3379"/>
                  </a:lnTo>
                  <a:lnTo>
                    <a:pt x="165" y="3544"/>
                  </a:lnTo>
                  <a:lnTo>
                    <a:pt x="83" y="3709"/>
                  </a:lnTo>
                  <a:lnTo>
                    <a:pt x="0" y="3874"/>
                  </a:lnTo>
                  <a:lnTo>
                    <a:pt x="0" y="4039"/>
                  </a:lnTo>
                  <a:lnTo>
                    <a:pt x="83" y="4286"/>
                  </a:lnTo>
                  <a:lnTo>
                    <a:pt x="247" y="4368"/>
                  </a:lnTo>
                  <a:lnTo>
                    <a:pt x="330" y="4533"/>
                  </a:lnTo>
                  <a:lnTo>
                    <a:pt x="577" y="4533"/>
                  </a:lnTo>
                  <a:lnTo>
                    <a:pt x="8405" y="5357"/>
                  </a:lnTo>
                  <a:lnTo>
                    <a:pt x="7417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2021850" y="1437075"/>
              <a:ext cx="210150" cy="164825"/>
            </a:xfrm>
            <a:custGeom>
              <a:rect b="b" l="l" r="r" t="t"/>
              <a:pathLst>
                <a:path extrusionOk="0" h="6593" w="8406">
                  <a:moveTo>
                    <a:pt x="5686" y="0"/>
                  </a:moveTo>
                  <a:lnTo>
                    <a:pt x="165" y="5604"/>
                  </a:lnTo>
                  <a:lnTo>
                    <a:pt x="83" y="5769"/>
                  </a:lnTo>
                  <a:lnTo>
                    <a:pt x="1" y="5933"/>
                  </a:lnTo>
                  <a:lnTo>
                    <a:pt x="1" y="6181"/>
                  </a:lnTo>
                  <a:lnTo>
                    <a:pt x="83" y="6345"/>
                  </a:lnTo>
                  <a:lnTo>
                    <a:pt x="248" y="6510"/>
                  </a:lnTo>
                  <a:lnTo>
                    <a:pt x="413" y="6593"/>
                  </a:lnTo>
                  <a:lnTo>
                    <a:pt x="742" y="6593"/>
                  </a:lnTo>
                  <a:lnTo>
                    <a:pt x="8406" y="4697"/>
                  </a:lnTo>
                  <a:lnTo>
                    <a:pt x="5686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2188725" y="1601875"/>
              <a:ext cx="185425" cy="199850"/>
            </a:xfrm>
            <a:custGeom>
              <a:rect b="b" l="l" r="r" t="t"/>
              <a:pathLst>
                <a:path extrusionOk="0" h="7994" w="7417">
                  <a:moveTo>
                    <a:pt x="3296" y="1"/>
                  </a:moveTo>
                  <a:lnTo>
                    <a:pt x="83" y="7087"/>
                  </a:lnTo>
                  <a:lnTo>
                    <a:pt x="0" y="7334"/>
                  </a:lnTo>
                  <a:lnTo>
                    <a:pt x="0" y="7499"/>
                  </a:lnTo>
                  <a:lnTo>
                    <a:pt x="83" y="7664"/>
                  </a:lnTo>
                  <a:lnTo>
                    <a:pt x="247" y="7829"/>
                  </a:lnTo>
                  <a:lnTo>
                    <a:pt x="412" y="7911"/>
                  </a:lnTo>
                  <a:lnTo>
                    <a:pt x="577" y="7994"/>
                  </a:lnTo>
                  <a:lnTo>
                    <a:pt x="742" y="7994"/>
                  </a:lnTo>
                  <a:lnTo>
                    <a:pt x="989" y="7829"/>
                  </a:lnTo>
                  <a:lnTo>
                    <a:pt x="7416" y="3461"/>
                  </a:lnTo>
                  <a:lnTo>
                    <a:pt x="3296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2413275" y="1719300"/>
              <a:ext cx="142150" cy="212200"/>
            </a:xfrm>
            <a:custGeom>
              <a:rect b="b" l="l" r="r" t="t"/>
              <a:pathLst>
                <a:path extrusionOk="0" h="8488" w="5686">
                  <a:moveTo>
                    <a:pt x="577" y="1"/>
                  </a:moveTo>
                  <a:lnTo>
                    <a:pt x="0" y="7829"/>
                  </a:lnTo>
                  <a:lnTo>
                    <a:pt x="0" y="7994"/>
                  </a:lnTo>
                  <a:lnTo>
                    <a:pt x="82" y="8158"/>
                  </a:lnTo>
                  <a:lnTo>
                    <a:pt x="247" y="8323"/>
                  </a:lnTo>
                  <a:lnTo>
                    <a:pt x="412" y="8406"/>
                  </a:lnTo>
                  <a:lnTo>
                    <a:pt x="577" y="8488"/>
                  </a:lnTo>
                  <a:lnTo>
                    <a:pt x="742" y="8406"/>
                  </a:lnTo>
                  <a:lnTo>
                    <a:pt x="907" y="8323"/>
                  </a:lnTo>
                  <a:lnTo>
                    <a:pt x="1071" y="8158"/>
                  </a:lnTo>
                  <a:lnTo>
                    <a:pt x="5686" y="1813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2615150" y="1774925"/>
              <a:ext cx="136000" cy="199850"/>
            </a:xfrm>
            <a:custGeom>
              <a:rect b="b" l="l" r="r" t="t"/>
              <a:pathLst>
                <a:path extrusionOk="0" h="7994" w="5440">
                  <a:moveTo>
                    <a:pt x="1" y="0"/>
                  </a:moveTo>
                  <a:lnTo>
                    <a:pt x="2143" y="7581"/>
                  </a:lnTo>
                  <a:lnTo>
                    <a:pt x="2225" y="7746"/>
                  </a:lnTo>
                  <a:lnTo>
                    <a:pt x="2390" y="7911"/>
                  </a:lnTo>
                  <a:lnTo>
                    <a:pt x="2555" y="7993"/>
                  </a:lnTo>
                  <a:lnTo>
                    <a:pt x="2885" y="7993"/>
                  </a:lnTo>
                  <a:lnTo>
                    <a:pt x="3049" y="7911"/>
                  </a:lnTo>
                  <a:lnTo>
                    <a:pt x="3214" y="7746"/>
                  </a:lnTo>
                  <a:lnTo>
                    <a:pt x="3297" y="7581"/>
                  </a:lnTo>
                  <a:lnTo>
                    <a:pt x="5439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2810850" y="1719300"/>
              <a:ext cx="142175" cy="212200"/>
            </a:xfrm>
            <a:custGeom>
              <a:rect b="b" l="l" r="r" t="t"/>
              <a:pathLst>
                <a:path extrusionOk="0" h="8488" w="5687">
                  <a:moveTo>
                    <a:pt x="5110" y="1"/>
                  </a:moveTo>
                  <a:lnTo>
                    <a:pt x="1" y="1813"/>
                  </a:lnTo>
                  <a:lnTo>
                    <a:pt x="4615" y="8158"/>
                  </a:lnTo>
                  <a:lnTo>
                    <a:pt x="4780" y="8323"/>
                  </a:lnTo>
                  <a:lnTo>
                    <a:pt x="4945" y="8406"/>
                  </a:lnTo>
                  <a:lnTo>
                    <a:pt x="5110" y="8488"/>
                  </a:lnTo>
                  <a:lnTo>
                    <a:pt x="5275" y="8406"/>
                  </a:lnTo>
                  <a:lnTo>
                    <a:pt x="5439" y="8323"/>
                  </a:lnTo>
                  <a:lnTo>
                    <a:pt x="5604" y="8158"/>
                  </a:lnTo>
                  <a:lnTo>
                    <a:pt x="5687" y="7994"/>
                  </a:lnTo>
                  <a:lnTo>
                    <a:pt x="5687" y="7829"/>
                  </a:lnTo>
                  <a:lnTo>
                    <a:pt x="5110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2992150" y="1601875"/>
              <a:ext cx="185425" cy="199850"/>
            </a:xfrm>
            <a:custGeom>
              <a:rect b="b" l="l" r="r" t="t"/>
              <a:pathLst>
                <a:path extrusionOk="0" h="7994" w="7417">
                  <a:moveTo>
                    <a:pt x="4120" y="1"/>
                  </a:moveTo>
                  <a:lnTo>
                    <a:pt x="0" y="3461"/>
                  </a:lnTo>
                  <a:lnTo>
                    <a:pt x="6428" y="7829"/>
                  </a:lnTo>
                  <a:lnTo>
                    <a:pt x="6675" y="7994"/>
                  </a:lnTo>
                  <a:lnTo>
                    <a:pt x="6840" y="7994"/>
                  </a:lnTo>
                  <a:lnTo>
                    <a:pt x="7004" y="7911"/>
                  </a:lnTo>
                  <a:lnTo>
                    <a:pt x="7169" y="7829"/>
                  </a:lnTo>
                  <a:lnTo>
                    <a:pt x="7334" y="7664"/>
                  </a:lnTo>
                  <a:lnTo>
                    <a:pt x="7416" y="7499"/>
                  </a:lnTo>
                  <a:lnTo>
                    <a:pt x="7416" y="7334"/>
                  </a:lnTo>
                  <a:lnTo>
                    <a:pt x="7334" y="7087"/>
                  </a:lnTo>
                  <a:lnTo>
                    <a:pt x="4120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3134275" y="1437075"/>
              <a:ext cx="210175" cy="164825"/>
            </a:xfrm>
            <a:custGeom>
              <a:rect b="b" l="l" r="r" t="t"/>
              <a:pathLst>
                <a:path extrusionOk="0" h="6593" w="8407">
                  <a:moveTo>
                    <a:pt x="2720" y="0"/>
                  </a:moveTo>
                  <a:lnTo>
                    <a:pt x="1" y="4697"/>
                  </a:lnTo>
                  <a:lnTo>
                    <a:pt x="7582" y="6593"/>
                  </a:lnTo>
                  <a:lnTo>
                    <a:pt x="7994" y="6593"/>
                  </a:lnTo>
                  <a:lnTo>
                    <a:pt x="8159" y="6510"/>
                  </a:lnTo>
                  <a:lnTo>
                    <a:pt x="8324" y="6345"/>
                  </a:lnTo>
                  <a:lnTo>
                    <a:pt x="8324" y="6181"/>
                  </a:lnTo>
                  <a:lnTo>
                    <a:pt x="8406" y="5933"/>
                  </a:lnTo>
                  <a:lnTo>
                    <a:pt x="8324" y="5769"/>
                  </a:lnTo>
                  <a:lnTo>
                    <a:pt x="8159" y="5604"/>
                  </a:lnTo>
                  <a:lnTo>
                    <a:pt x="2720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3222875" y="1245475"/>
              <a:ext cx="208075" cy="133950"/>
            </a:xfrm>
            <a:custGeom>
              <a:rect b="b" l="l" r="r" t="t"/>
              <a:pathLst>
                <a:path extrusionOk="0" h="5358" w="8323">
                  <a:moveTo>
                    <a:pt x="989" y="1"/>
                  </a:moveTo>
                  <a:lnTo>
                    <a:pt x="0" y="5357"/>
                  </a:lnTo>
                  <a:lnTo>
                    <a:pt x="7829" y="4533"/>
                  </a:lnTo>
                  <a:lnTo>
                    <a:pt x="7993" y="4533"/>
                  </a:lnTo>
                  <a:lnTo>
                    <a:pt x="8158" y="4368"/>
                  </a:lnTo>
                  <a:lnTo>
                    <a:pt x="8323" y="4286"/>
                  </a:lnTo>
                  <a:lnTo>
                    <a:pt x="8323" y="4039"/>
                  </a:lnTo>
                  <a:lnTo>
                    <a:pt x="8323" y="3874"/>
                  </a:lnTo>
                  <a:lnTo>
                    <a:pt x="8323" y="3709"/>
                  </a:lnTo>
                  <a:lnTo>
                    <a:pt x="8158" y="3544"/>
                  </a:lnTo>
                  <a:lnTo>
                    <a:pt x="7993" y="3379"/>
                  </a:lnTo>
                  <a:lnTo>
                    <a:pt x="989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3222875" y="1051850"/>
              <a:ext cx="208075" cy="131850"/>
            </a:xfrm>
            <a:custGeom>
              <a:rect b="b" l="l" r="r" t="t"/>
              <a:pathLst>
                <a:path extrusionOk="0" h="5274" w="8323">
                  <a:moveTo>
                    <a:pt x="0" y="0"/>
                  </a:moveTo>
                  <a:lnTo>
                    <a:pt x="989" y="5274"/>
                  </a:lnTo>
                  <a:lnTo>
                    <a:pt x="7993" y="1895"/>
                  </a:lnTo>
                  <a:lnTo>
                    <a:pt x="8158" y="1813"/>
                  </a:lnTo>
                  <a:lnTo>
                    <a:pt x="8323" y="1648"/>
                  </a:lnTo>
                  <a:lnTo>
                    <a:pt x="8323" y="1401"/>
                  </a:lnTo>
                  <a:lnTo>
                    <a:pt x="8323" y="1236"/>
                  </a:lnTo>
                  <a:lnTo>
                    <a:pt x="8323" y="1071"/>
                  </a:lnTo>
                  <a:lnTo>
                    <a:pt x="8158" y="906"/>
                  </a:lnTo>
                  <a:lnTo>
                    <a:pt x="7993" y="824"/>
                  </a:lnTo>
                  <a:lnTo>
                    <a:pt x="7829" y="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3134275" y="827300"/>
              <a:ext cx="210175" cy="166875"/>
            </a:xfrm>
            <a:custGeom>
              <a:rect b="b" l="l" r="r" t="t"/>
              <a:pathLst>
                <a:path extrusionOk="0" h="6675" w="8407">
                  <a:moveTo>
                    <a:pt x="7582" y="0"/>
                  </a:moveTo>
                  <a:lnTo>
                    <a:pt x="1" y="1978"/>
                  </a:lnTo>
                  <a:lnTo>
                    <a:pt x="2720" y="6675"/>
                  </a:lnTo>
                  <a:lnTo>
                    <a:pt x="8159" y="1071"/>
                  </a:lnTo>
                  <a:lnTo>
                    <a:pt x="8324" y="824"/>
                  </a:lnTo>
                  <a:lnTo>
                    <a:pt x="8406" y="659"/>
                  </a:lnTo>
                  <a:lnTo>
                    <a:pt x="8324" y="495"/>
                  </a:lnTo>
                  <a:lnTo>
                    <a:pt x="8324" y="330"/>
                  </a:lnTo>
                  <a:lnTo>
                    <a:pt x="8159" y="165"/>
                  </a:lnTo>
                  <a:lnTo>
                    <a:pt x="7994" y="83"/>
                  </a:lnTo>
                  <a:lnTo>
                    <a:pt x="7829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2992150" y="629525"/>
              <a:ext cx="185425" cy="199850"/>
            </a:xfrm>
            <a:custGeom>
              <a:rect b="b" l="l" r="r" t="t"/>
              <a:pathLst>
                <a:path extrusionOk="0" h="7994" w="7417">
                  <a:moveTo>
                    <a:pt x="6675" y="1"/>
                  </a:moveTo>
                  <a:lnTo>
                    <a:pt x="6428" y="83"/>
                  </a:lnTo>
                  <a:lnTo>
                    <a:pt x="0" y="4533"/>
                  </a:lnTo>
                  <a:lnTo>
                    <a:pt x="4120" y="7994"/>
                  </a:lnTo>
                  <a:lnTo>
                    <a:pt x="7334" y="825"/>
                  </a:lnTo>
                  <a:lnTo>
                    <a:pt x="7416" y="660"/>
                  </a:lnTo>
                  <a:lnTo>
                    <a:pt x="7416" y="413"/>
                  </a:lnTo>
                  <a:lnTo>
                    <a:pt x="7334" y="248"/>
                  </a:lnTo>
                  <a:lnTo>
                    <a:pt x="7169" y="165"/>
                  </a:lnTo>
                  <a:lnTo>
                    <a:pt x="7004" y="1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2810850" y="499750"/>
              <a:ext cx="142175" cy="212200"/>
            </a:xfrm>
            <a:custGeom>
              <a:rect b="b" l="l" r="r" t="t"/>
              <a:pathLst>
                <a:path extrusionOk="0" h="8488" w="5687">
                  <a:moveTo>
                    <a:pt x="4945" y="0"/>
                  </a:moveTo>
                  <a:lnTo>
                    <a:pt x="4780" y="83"/>
                  </a:lnTo>
                  <a:lnTo>
                    <a:pt x="4615" y="247"/>
                  </a:lnTo>
                  <a:lnTo>
                    <a:pt x="1" y="6592"/>
                  </a:lnTo>
                  <a:lnTo>
                    <a:pt x="5110" y="8488"/>
                  </a:lnTo>
                  <a:lnTo>
                    <a:pt x="5687" y="659"/>
                  </a:lnTo>
                  <a:lnTo>
                    <a:pt x="5687" y="412"/>
                  </a:lnTo>
                  <a:lnTo>
                    <a:pt x="5604" y="247"/>
                  </a:lnTo>
                  <a:lnTo>
                    <a:pt x="5439" y="165"/>
                  </a:lnTo>
                  <a:lnTo>
                    <a:pt x="5275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1657225" y="3839100"/>
              <a:ext cx="683950" cy="683975"/>
            </a:xfrm>
            <a:custGeom>
              <a:rect b="b" l="l" r="r" t="t"/>
              <a:pathLst>
                <a:path extrusionOk="0" h="27359" w="27358">
                  <a:moveTo>
                    <a:pt x="13597" y="1402"/>
                  </a:moveTo>
                  <a:lnTo>
                    <a:pt x="15080" y="1484"/>
                  </a:lnTo>
                  <a:lnTo>
                    <a:pt x="16234" y="1649"/>
                  </a:lnTo>
                  <a:lnTo>
                    <a:pt x="17305" y="1979"/>
                  </a:lnTo>
                  <a:lnTo>
                    <a:pt x="18376" y="2308"/>
                  </a:lnTo>
                  <a:lnTo>
                    <a:pt x="19365" y="2803"/>
                  </a:lnTo>
                  <a:lnTo>
                    <a:pt x="20271" y="3379"/>
                  </a:lnTo>
                  <a:lnTo>
                    <a:pt x="21178" y="3956"/>
                  </a:lnTo>
                  <a:lnTo>
                    <a:pt x="22084" y="4698"/>
                  </a:lnTo>
                  <a:lnTo>
                    <a:pt x="22826" y="5439"/>
                  </a:lnTo>
                  <a:lnTo>
                    <a:pt x="23485" y="6263"/>
                  </a:lnTo>
                  <a:lnTo>
                    <a:pt x="24144" y="7170"/>
                  </a:lnTo>
                  <a:lnTo>
                    <a:pt x="24639" y="8159"/>
                  </a:lnTo>
                  <a:lnTo>
                    <a:pt x="25133" y="9148"/>
                  </a:lnTo>
                  <a:lnTo>
                    <a:pt x="25463" y="10219"/>
                  </a:lnTo>
                  <a:lnTo>
                    <a:pt x="25792" y="11290"/>
                  </a:lnTo>
                  <a:lnTo>
                    <a:pt x="25957" y="12444"/>
                  </a:lnTo>
                  <a:lnTo>
                    <a:pt x="25957" y="13597"/>
                  </a:lnTo>
                  <a:lnTo>
                    <a:pt x="25957" y="14751"/>
                  </a:lnTo>
                  <a:lnTo>
                    <a:pt x="25792" y="15987"/>
                  </a:lnTo>
                  <a:lnTo>
                    <a:pt x="25545" y="17141"/>
                  </a:lnTo>
                  <a:lnTo>
                    <a:pt x="25133" y="18294"/>
                  </a:lnTo>
                  <a:lnTo>
                    <a:pt x="24639" y="19366"/>
                  </a:lnTo>
                  <a:lnTo>
                    <a:pt x="23979" y="20437"/>
                  </a:lnTo>
                  <a:lnTo>
                    <a:pt x="23320" y="21343"/>
                  </a:lnTo>
                  <a:lnTo>
                    <a:pt x="22496" y="22332"/>
                  </a:lnTo>
                  <a:lnTo>
                    <a:pt x="21590" y="23156"/>
                  </a:lnTo>
                  <a:lnTo>
                    <a:pt x="20601" y="23815"/>
                  </a:lnTo>
                  <a:lnTo>
                    <a:pt x="19612" y="24474"/>
                  </a:lnTo>
                  <a:lnTo>
                    <a:pt x="18541" y="24969"/>
                  </a:lnTo>
                  <a:lnTo>
                    <a:pt x="17387" y="25463"/>
                  </a:lnTo>
                  <a:lnTo>
                    <a:pt x="16234" y="25711"/>
                  </a:lnTo>
                  <a:lnTo>
                    <a:pt x="15080" y="25875"/>
                  </a:lnTo>
                  <a:lnTo>
                    <a:pt x="13844" y="25958"/>
                  </a:lnTo>
                  <a:lnTo>
                    <a:pt x="12361" y="25958"/>
                  </a:lnTo>
                  <a:lnTo>
                    <a:pt x="11207" y="25711"/>
                  </a:lnTo>
                  <a:lnTo>
                    <a:pt x="10136" y="25463"/>
                  </a:lnTo>
                  <a:lnTo>
                    <a:pt x="9065" y="25051"/>
                  </a:lnTo>
                  <a:lnTo>
                    <a:pt x="8076" y="24639"/>
                  </a:lnTo>
                  <a:lnTo>
                    <a:pt x="7087" y="24062"/>
                  </a:lnTo>
                  <a:lnTo>
                    <a:pt x="6181" y="23403"/>
                  </a:lnTo>
                  <a:lnTo>
                    <a:pt x="5357" y="22744"/>
                  </a:lnTo>
                  <a:lnTo>
                    <a:pt x="4615" y="21920"/>
                  </a:lnTo>
                  <a:lnTo>
                    <a:pt x="3956" y="21096"/>
                  </a:lnTo>
                  <a:lnTo>
                    <a:pt x="3296" y="20190"/>
                  </a:lnTo>
                  <a:lnTo>
                    <a:pt x="2720" y="19283"/>
                  </a:lnTo>
                  <a:lnTo>
                    <a:pt x="2308" y="18294"/>
                  </a:lnTo>
                  <a:lnTo>
                    <a:pt x="1896" y="17223"/>
                  </a:lnTo>
                  <a:lnTo>
                    <a:pt x="1648" y="16152"/>
                  </a:lnTo>
                  <a:lnTo>
                    <a:pt x="1484" y="14998"/>
                  </a:lnTo>
                  <a:lnTo>
                    <a:pt x="1401" y="13845"/>
                  </a:lnTo>
                  <a:lnTo>
                    <a:pt x="1484" y="12608"/>
                  </a:lnTo>
                  <a:lnTo>
                    <a:pt x="1648" y="11455"/>
                  </a:lnTo>
                  <a:lnTo>
                    <a:pt x="1896" y="10219"/>
                  </a:lnTo>
                  <a:lnTo>
                    <a:pt x="2308" y="9148"/>
                  </a:lnTo>
                  <a:lnTo>
                    <a:pt x="2802" y="8076"/>
                  </a:lnTo>
                  <a:lnTo>
                    <a:pt x="3379" y="7005"/>
                  </a:lnTo>
                  <a:lnTo>
                    <a:pt x="4120" y="6016"/>
                  </a:lnTo>
                  <a:lnTo>
                    <a:pt x="4944" y="5110"/>
                  </a:lnTo>
                  <a:lnTo>
                    <a:pt x="5851" y="4286"/>
                  </a:lnTo>
                  <a:lnTo>
                    <a:pt x="6757" y="3544"/>
                  </a:lnTo>
                  <a:lnTo>
                    <a:pt x="7829" y="2967"/>
                  </a:lnTo>
                  <a:lnTo>
                    <a:pt x="8900" y="2391"/>
                  </a:lnTo>
                  <a:lnTo>
                    <a:pt x="9971" y="1979"/>
                  </a:lnTo>
                  <a:lnTo>
                    <a:pt x="11125" y="1649"/>
                  </a:lnTo>
                  <a:lnTo>
                    <a:pt x="12361" y="1484"/>
                  </a:lnTo>
                  <a:lnTo>
                    <a:pt x="13597" y="1402"/>
                  </a:lnTo>
                  <a:close/>
                  <a:moveTo>
                    <a:pt x="13597" y="1"/>
                  </a:moveTo>
                  <a:lnTo>
                    <a:pt x="12196" y="83"/>
                  </a:lnTo>
                  <a:lnTo>
                    <a:pt x="10877" y="330"/>
                  </a:lnTo>
                  <a:lnTo>
                    <a:pt x="9559" y="660"/>
                  </a:lnTo>
                  <a:lnTo>
                    <a:pt x="8323" y="1155"/>
                  </a:lnTo>
                  <a:lnTo>
                    <a:pt x="7169" y="1731"/>
                  </a:lnTo>
                  <a:lnTo>
                    <a:pt x="6016" y="2391"/>
                  </a:lnTo>
                  <a:lnTo>
                    <a:pt x="4944" y="3215"/>
                  </a:lnTo>
                  <a:lnTo>
                    <a:pt x="3956" y="4121"/>
                  </a:lnTo>
                  <a:lnTo>
                    <a:pt x="3049" y="5192"/>
                  </a:lnTo>
                  <a:lnTo>
                    <a:pt x="2225" y="6263"/>
                  </a:lnTo>
                  <a:lnTo>
                    <a:pt x="1566" y="7417"/>
                  </a:lnTo>
                  <a:lnTo>
                    <a:pt x="989" y="8653"/>
                  </a:lnTo>
                  <a:lnTo>
                    <a:pt x="577" y="9889"/>
                  </a:lnTo>
                  <a:lnTo>
                    <a:pt x="248" y="11208"/>
                  </a:lnTo>
                  <a:lnTo>
                    <a:pt x="83" y="12526"/>
                  </a:lnTo>
                  <a:lnTo>
                    <a:pt x="0" y="13845"/>
                  </a:lnTo>
                  <a:lnTo>
                    <a:pt x="83" y="15163"/>
                  </a:lnTo>
                  <a:lnTo>
                    <a:pt x="330" y="16399"/>
                  </a:lnTo>
                  <a:lnTo>
                    <a:pt x="577" y="17635"/>
                  </a:lnTo>
                  <a:lnTo>
                    <a:pt x="989" y="18789"/>
                  </a:lnTo>
                  <a:lnTo>
                    <a:pt x="1484" y="19860"/>
                  </a:lnTo>
                  <a:lnTo>
                    <a:pt x="2143" y="20931"/>
                  </a:lnTo>
                  <a:lnTo>
                    <a:pt x="2802" y="21920"/>
                  </a:lnTo>
                  <a:lnTo>
                    <a:pt x="3544" y="22909"/>
                  </a:lnTo>
                  <a:lnTo>
                    <a:pt x="4450" y="23733"/>
                  </a:lnTo>
                  <a:lnTo>
                    <a:pt x="5357" y="24557"/>
                  </a:lnTo>
                  <a:lnTo>
                    <a:pt x="6345" y="25216"/>
                  </a:lnTo>
                  <a:lnTo>
                    <a:pt x="7417" y="25875"/>
                  </a:lnTo>
                  <a:lnTo>
                    <a:pt x="8570" y="26370"/>
                  </a:lnTo>
                  <a:lnTo>
                    <a:pt x="9724" y="26782"/>
                  </a:lnTo>
                  <a:lnTo>
                    <a:pt x="10960" y="27111"/>
                  </a:lnTo>
                  <a:lnTo>
                    <a:pt x="12196" y="27276"/>
                  </a:lnTo>
                  <a:lnTo>
                    <a:pt x="13844" y="27359"/>
                  </a:lnTo>
                  <a:lnTo>
                    <a:pt x="15245" y="27276"/>
                  </a:lnTo>
                  <a:lnTo>
                    <a:pt x="16563" y="27111"/>
                  </a:lnTo>
                  <a:lnTo>
                    <a:pt x="17799" y="26782"/>
                  </a:lnTo>
                  <a:lnTo>
                    <a:pt x="19118" y="26287"/>
                  </a:lnTo>
                  <a:lnTo>
                    <a:pt x="20271" y="25711"/>
                  </a:lnTo>
                  <a:lnTo>
                    <a:pt x="21425" y="24969"/>
                  </a:lnTo>
                  <a:lnTo>
                    <a:pt x="22496" y="24227"/>
                  </a:lnTo>
                  <a:lnTo>
                    <a:pt x="23485" y="23238"/>
                  </a:lnTo>
                  <a:lnTo>
                    <a:pt x="24391" y="22250"/>
                  </a:lnTo>
                  <a:lnTo>
                    <a:pt x="25216" y="21178"/>
                  </a:lnTo>
                  <a:lnTo>
                    <a:pt x="25875" y="20025"/>
                  </a:lnTo>
                  <a:lnTo>
                    <a:pt x="26369" y="18789"/>
                  </a:lnTo>
                  <a:lnTo>
                    <a:pt x="26864" y="17553"/>
                  </a:lnTo>
                  <a:lnTo>
                    <a:pt x="27111" y="16234"/>
                  </a:lnTo>
                  <a:lnTo>
                    <a:pt x="27358" y="14916"/>
                  </a:lnTo>
                  <a:lnTo>
                    <a:pt x="27358" y="13515"/>
                  </a:lnTo>
                  <a:lnTo>
                    <a:pt x="27276" y="12279"/>
                  </a:lnTo>
                  <a:lnTo>
                    <a:pt x="27111" y="11043"/>
                  </a:lnTo>
                  <a:lnTo>
                    <a:pt x="26781" y="9807"/>
                  </a:lnTo>
                  <a:lnTo>
                    <a:pt x="26452" y="8653"/>
                  </a:lnTo>
                  <a:lnTo>
                    <a:pt x="25875" y="7500"/>
                  </a:lnTo>
                  <a:lnTo>
                    <a:pt x="25298" y="6428"/>
                  </a:lnTo>
                  <a:lnTo>
                    <a:pt x="24639" y="5439"/>
                  </a:lnTo>
                  <a:lnTo>
                    <a:pt x="23815" y="4533"/>
                  </a:lnTo>
                  <a:lnTo>
                    <a:pt x="22991" y="3627"/>
                  </a:lnTo>
                  <a:lnTo>
                    <a:pt x="22084" y="2885"/>
                  </a:lnTo>
                  <a:lnTo>
                    <a:pt x="21095" y="2143"/>
                  </a:lnTo>
                  <a:lnTo>
                    <a:pt x="20024" y="1567"/>
                  </a:lnTo>
                  <a:lnTo>
                    <a:pt x="18871" y="1072"/>
                  </a:lnTo>
                  <a:lnTo>
                    <a:pt x="17717" y="660"/>
                  </a:lnTo>
                  <a:lnTo>
                    <a:pt x="16481" y="330"/>
                  </a:lnTo>
                  <a:lnTo>
                    <a:pt x="15245" y="83"/>
                  </a:lnTo>
                  <a:lnTo>
                    <a:pt x="13597" y="1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1383225" y="3554825"/>
              <a:ext cx="1234000" cy="1252550"/>
            </a:xfrm>
            <a:custGeom>
              <a:rect b="b" l="l" r="r" t="t"/>
              <a:pathLst>
                <a:path extrusionOk="0" h="50102" w="49360">
                  <a:moveTo>
                    <a:pt x="25546" y="7334"/>
                  </a:moveTo>
                  <a:lnTo>
                    <a:pt x="26617" y="7417"/>
                  </a:lnTo>
                  <a:lnTo>
                    <a:pt x="28265" y="7664"/>
                  </a:lnTo>
                  <a:lnTo>
                    <a:pt x="29831" y="8076"/>
                  </a:lnTo>
                  <a:lnTo>
                    <a:pt x="31396" y="8653"/>
                  </a:lnTo>
                  <a:lnTo>
                    <a:pt x="32797" y="9312"/>
                  </a:lnTo>
                  <a:lnTo>
                    <a:pt x="34198" y="10053"/>
                  </a:lnTo>
                  <a:lnTo>
                    <a:pt x="35516" y="10960"/>
                  </a:lnTo>
                  <a:lnTo>
                    <a:pt x="36752" y="12031"/>
                  </a:lnTo>
                  <a:lnTo>
                    <a:pt x="37824" y="13102"/>
                  </a:lnTo>
                  <a:lnTo>
                    <a:pt x="38812" y="14338"/>
                  </a:lnTo>
                  <a:lnTo>
                    <a:pt x="39719" y="15657"/>
                  </a:lnTo>
                  <a:lnTo>
                    <a:pt x="40543" y="17058"/>
                  </a:lnTo>
                  <a:lnTo>
                    <a:pt x="41202" y="18459"/>
                  </a:lnTo>
                  <a:lnTo>
                    <a:pt x="41696" y="20024"/>
                  </a:lnTo>
                  <a:lnTo>
                    <a:pt x="42109" y="21590"/>
                  </a:lnTo>
                  <a:lnTo>
                    <a:pt x="42356" y="23238"/>
                  </a:lnTo>
                  <a:lnTo>
                    <a:pt x="42438" y="24886"/>
                  </a:lnTo>
                  <a:lnTo>
                    <a:pt x="42356" y="26699"/>
                  </a:lnTo>
                  <a:lnTo>
                    <a:pt x="42109" y="28429"/>
                  </a:lnTo>
                  <a:lnTo>
                    <a:pt x="41696" y="30160"/>
                  </a:lnTo>
                  <a:lnTo>
                    <a:pt x="41120" y="31808"/>
                  </a:lnTo>
                  <a:lnTo>
                    <a:pt x="40378" y="33373"/>
                  </a:lnTo>
                  <a:lnTo>
                    <a:pt x="39472" y="34857"/>
                  </a:lnTo>
                  <a:lnTo>
                    <a:pt x="38483" y="36257"/>
                  </a:lnTo>
                  <a:lnTo>
                    <a:pt x="37329" y="37494"/>
                  </a:lnTo>
                  <a:lnTo>
                    <a:pt x="36093" y="38647"/>
                  </a:lnTo>
                  <a:lnTo>
                    <a:pt x="34775" y="39718"/>
                  </a:lnTo>
                  <a:lnTo>
                    <a:pt x="33291" y="40625"/>
                  </a:lnTo>
                  <a:lnTo>
                    <a:pt x="31726" y="41366"/>
                  </a:lnTo>
                  <a:lnTo>
                    <a:pt x="30160" y="42026"/>
                  </a:lnTo>
                  <a:lnTo>
                    <a:pt x="28430" y="42438"/>
                  </a:lnTo>
                  <a:lnTo>
                    <a:pt x="26699" y="42767"/>
                  </a:lnTo>
                  <a:lnTo>
                    <a:pt x="24886" y="42850"/>
                  </a:lnTo>
                  <a:lnTo>
                    <a:pt x="23815" y="42850"/>
                  </a:lnTo>
                  <a:lnTo>
                    <a:pt x="22744" y="42767"/>
                  </a:lnTo>
                  <a:lnTo>
                    <a:pt x="21096" y="42520"/>
                  </a:lnTo>
                  <a:lnTo>
                    <a:pt x="19530" y="42108"/>
                  </a:lnTo>
                  <a:lnTo>
                    <a:pt x="17965" y="41531"/>
                  </a:lnTo>
                  <a:lnTo>
                    <a:pt x="16481" y="40872"/>
                  </a:lnTo>
                  <a:lnTo>
                    <a:pt x="15163" y="40048"/>
                  </a:lnTo>
                  <a:lnTo>
                    <a:pt x="13844" y="39142"/>
                  </a:lnTo>
                  <a:lnTo>
                    <a:pt x="12608" y="38153"/>
                  </a:lnTo>
                  <a:lnTo>
                    <a:pt x="11537" y="36999"/>
                  </a:lnTo>
                  <a:lnTo>
                    <a:pt x="10466" y="35763"/>
                  </a:lnTo>
                  <a:lnTo>
                    <a:pt x="9642" y="34527"/>
                  </a:lnTo>
                  <a:lnTo>
                    <a:pt x="8818" y="33126"/>
                  </a:lnTo>
                  <a:lnTo>
                    <a:pt x="8159" y="31643"/>
                  </a:lnTo>
                  <a:lnTo>
                    <a:pt x="7664" y="30160"/>
                  </a:lnTo>
                  <a:lnTo>
                    <a:pt x="7252" y="28594"/>
                  </a:lnTo>
                  <a:lnTo>
                    <a:pt x="7005" y="26946"/>
                  </a:lnTo>
                  <a:lnTo>
                    <a:pt x="6923" y="25298"/>
                  </a:lnTo>
                  <a:lnTo>
                    <a:pt x="7005" y="23485"/>
                  </a:lnTo>
                  <a:lnTo>
                    <a:pt x="7170" y="21755"/>
                  </a:lnTo>
                  <a:lnTo>
                    <a:pt x="7582" y="20107"/>
                  </a:lnTo>
                  <a:lnTo>
                    <a:pt x="8159" y="18459"/>
                  </a:lnTo>
                  <a:lnTo>
                    <a:pt x="8900" y="16893"/>
                  </a:lnTo>
                  <a:lnTo>
                    <a:pt x="9807" y="15410"/>
                  </a:lnTo>
                  <a:lnTo>
                    <a:pt x="10796" y="14009"/>
                  </a:lnTo>
                  <a:lnTo>
                    <a:pt x="11949" y="12690"/>
                  </a:lnTo>
                  <a:lnTo>
                    <a:pt x="13268" y="11454"/>
                  </a:lnTo>
                  <a:lnTo>
                    <a:pt x="14668" y="10383"/>
                  </a:lnTo>
                  <a:lnTo>
                    <a:pt x="16152" y="9477"/>
                  </a:lnTo>
                  <a:lnTo>
                    <a:pt x="17717" y="8735"/>
                  </a:lnTo>
                  <a:lnTo>
                    <a:pt x="19283" y="8158"/>
                  </a:lnTo>
                  <a:lnTo>
                    <a:pt x="21013" y="7664"/>
                  </a:lnTo>
                  <a:lnTo>
                    <a:pt x="22744" y="7417"/>
                  </a:lnTo>
                  <a:lnTo>
                    <a:pt x="24474" y="7334"/>
                  </a:lnTo>
                  <a:close/>
                  <a:moveTo>
                    <a:pt x="24392" y="0"/>
                  </a:moveTo>
                  <a:lnTo>
                    <a:pt x="24145" y="165"/>
                  </a:lnTo>
                  <a:lnTo>
                    <a:pt x="23980" y="248"/>
                  </a:lnTo>
                  <a:lnTo>
                    <a:pt x="23898" y="412"/>
                  </a:lnTo>
                  <a:lnTo>
                    <a:pt x="22414" y="6098"/>
                  </a:lnTo>
                  <a:lnTo>
                    <a:pt x="21096" y="6263"/>
                  </a:lnTo>
                  <a:lnTo>
                    <a:pt x="19860" y="6510"/>
                  </a:lnTo>
                  <a:lnTo>
                    <a:pt x="16399" y="1813"/>
                  </a:lnTo>
                  <a:lnTo>
                    <a:pt x="16317" y="1731"/>
                  </a:lnTo>
                  <a:lnTo>
                    <a:pt x="16152" y="1648"/>
                  </a:lnTo>
                  <a:lnTo>
                    <a:pt x="15822" y="1648"/>
                  </a:lnTo>
                  <a:lnTo>
                    <a:pt x="15575" y="1813"/>
                  </a:lnTo>
                  <a:lnTo>
                    <a:pt x="15575" y="1978"/>
                  </a:lnTo>
                  <a:lnTo>
                    <a:pt x="15492" y="2143"/>
                  </a:lnTo>
                  <a:lnTo>
                    <a:pt x="15987" y="7993"/>
                  </a:lnTo>
                  <a:lnTo>
                    <a:pt x="14916" y="8570"/>
                  </a:lnTo>
                  <a:lnTo>
                    <a:pt x="13844" y="9312"/>
                  </a:lnTo>
                  <a:lnTo>
                    <a:pt x="8983" y="6016"/>
                  </a:lnTo>
                  <a:lnTo>
                    <a:pt x="8818" y="5933"/>
                  </a:lnTo>
                  <a:lnTo>
                    <a:pt x="8653" y="5933"/>
                  </a:lnTo>
                  <a:lnTo>
                    <a:pt x="8406" y="6098"/>
                  </a:lnTo>
                  <a:lnTo>
                    <a:pt x="8241" y="6345"/>
                  </a:lnTo>
                  <a:lnTo>
                    <a:pt x="8159" y="6510"/>
                  </a:lnTo>
                  <a:lnTo>
                    <a:pt x="8241" y="6675"/>
                  </a:lnTo>
                  <a:lnTo>
                    <a:pt x="10713" y="11949"/>
                  </a:lnTo>
                  <a:lnTo>
                    <a:pt x="9889" y="12938"/>
                  </a:lnTo>
                  <a:lnTo>
                    <a:pt x="9065" y="13926"/>
                  </a:lnTo>
                  <a:lnTo>
                    <a:pt x="3379" y="12526"/>
                  </a:lnTo>
                  <a:lnTo>
                    <a:pt x="3214" y="12526"/>
                  </a:lnTo>
                  <a:lnTo>
                    <a:pt x="3050" y="12608"/>
                  </a:lnTo>
                  <a:lnTo>
                    <a:pt x="2885" y="12773"/>
                  </a:lnTo>
                  <a:lnTo>
                    <a:pt x="2802" y="13102"/>
                  </a:lnTo>
                  <a:lnTo>
                    <a:pt x="2802" y="13267"/>
                  </a:lnTo>
                  <a:lnTo>
                    <a:pt x="2967" y="13432"/>
                  </a:lnTo>
                  <a:lnTo>
                    <a:pt x="7087" y="17552"/>
                  </a:lnTo>
                  <a:lnTo>
                    <a:pt x="6593" y="18706"/>
                  </a:lnTo>
                  <a:lnTo>
                    <a:pt x="6181" y="19942"/>
                  </a:lnTo>
                  <a:lnTo>
                    <a:pt x="413" y="20601"/>
                  </a:lnTo>
                  <a:lnTo>
                    <a:pt x="248" y="20601"/>
                  </a:lnTo>
                  <a:lnTo>
                    <a:pt x="83" y="20766"/>
                  </a:lnTo>
                  <a:lnTo>
                    <a:pt x="1" y="21013"/>
                  </a:lnTo>
                  <a:lnTo>
                    <a:pt x="1" y="21343"/>
                  </a:lnTo>
                  <a:lnTo>
                    <a:pt x="83" y="21425"/>
                  </a:lnTo>
                  <a:lnTo>
                    <a:pt x="248" y="21507"/>
                  </a:lnTo>
                  <a:lnTo>
                    <a:pt x="5522" y="24062"/>
                  </a:lnTo>
                  <a:lnTo>
                    <a:pt x="5522" y="25298"/>
                  </a:lnTo>
                  <a:lnTo>
                    <a:pt x="5604" y="26534"/>
                  </a:lnTo>
                  <a:lnTo>
                    <a:pt x="330" y="29171"/>
                  </a:lnTo>
                  <a:lnTo>
                    <a:pt x="166" y="29253"/>
                  </a:lnTo>
                  <a:lnTo>
                    <a:pt x="83" y="29418"/>
                  </a:lnTo>
                  <a:lnTo>
                    <a:pt x="83" y="29665"/>
                  </a:lnTo>
                  <a:lnTo>
                    <a:pt x="166" y="29995"/>
                  </a:lnTo>
                  <a:lnTo>
                    <a:pt x="330" y="30077"/>
                  </a:lnTo>
                  <a:lnTo>
                    <a:pt x="495" y="30077"/>
                  </a:lnTo>
                  <a:lnTo>
                    <a:pt x="6346" y="30654"/>
                  </a:lnTo>
                  <a:lnTo>
                    <a:pt x="6758" y="31808"/>
                  </a:lnTo>
                  <a:lnTo>
                    <a:pt x="7252" y="32961"/>
                  </a:lnTo>
                  <a:lnTo>
                    <a:pt x="3214" y="37246"/>
                  </a:lnTo>
                  <a:lnTo>
                    <a:pt x="3132" y="37411"/>
                  </a:lnTo>
                  <a:lnTo>
                    <a:pt x="3050" y="37576"/>
                  </a:lnTo>
                  <a:lnTo>
                    <a:pt x="3132" y="37823"/>
                  </a:lnTo>
                  <a:lnTo>
                    <a:pt x="3379" y="38070"/>
                  </a:lnTo>
                  <a:lnTo>
                    <a:pt x="3709" y="38070"/>
                  </a:lnTo>
                  <a:lnTo>
                    <a:pt x="9312" y="36587"/>
                  </a:lnTo>
                  <a:lnTo>
                    <a:pt x="10136" y="37576"/>
                  </a:lnTo>
                  <a:lnTo>
                    <a:pt x="10960" y="38482"/>
                  </a:lnTo>
                  <a:lnTo>
                    <a:pt x="8653" y="43839"/>
                  </a:lnTo>
                  <a:lnTo>
                    <a:pt x="8571" y="44003"/>
                  </a:lnTo>
                  <a:lnTo>
                    <a:pt x="8653" y="44168"/>
                  </a:lnTo>
                  <a:lnTo>
                    <a:pt x="8818" y="44415"/>
                  </a:lnTo>
                  <a:lnTo>
                    <a:pt x="9065" y="44580"/>
                  </a:lnTo>
                  <a:lnTo>
                    <a:pt x="9230" y="44498"/>
                  </a:lnTo>
                  <a:lnTo>
                    <a:pt x="9395" y="44498"/>
                  </a:lnTo>
                  <a:lnTo>
                    <a:pt x="14174" y="41119"/>
                  </a:lnTo>
                  <a:lnTo>
                    <a:pt x="15245" y="41778"/>
                  </a:lnTo>
                  <a:lnTo>
                    <a:pt x="16399" y="42355"/>
                  </a:lnTo>
                  <a:lnTo>
                    <a:pt x="16069" y="48206"/>
                  </a:lnTo>
                  <a:lnTo>
                    <a:pt x="16069" y="48371"/>
                  </a:lnTo>
                  <a:lnTo>
                    <a:pt x="16152" y="48535"/>
                  </a:lnTo>
                  <a:lnTo>
                    <a:pt x="16399" y="48700"/>
                  </a:lnTo>
                  <a:lnTo>
                    <a:pt x="16646" y="48700"/>
                  </a:lnTo>
                  <a:lnTo>
                    <a:pt x="16811" y="48618"/>
                  </a:lnTo>
                  <a:lnTo>
                    <a:pt x="16976" y="48535"/>
                  </a:lnTo>
                  <a:lnTo>
                    <a:pt x="20272" y="43756"/>
                  </a:lnTo>
                  <a:lnTo>
                    <a:pt x="21425" y="43921"/>
                  </a:lnTo>
                  <a:lnTo>
                    <a:pt x="22579" y="44086"/>
                  </a:lnTo>
                  <a:lnTo>
                    <a:pt x="22826" y="44168"/>
                  </a:lnTo>
                  <a:lnTo>
                    <a:pt x="24474" y="49772"/>
                  </a:lnTo>
                  <a:lnTo>
                    <a:pt x="24557" y="49936"/>
                  </a:lnTo>
                  <a:lnTo>
                    <a:pt x="24639" y="50019"/>
                  </a:lnTo>
                  <a:lnTo>
                    <a:pt x="24969" y="50101"/>
                  </a:lnTo>
                  <a:lnTo>
                    <a:pt x="25216" y="50019"/>
                  </a:lnTo>
                  <a:lnTo>
                    <a:pt x="25381" y="49936"/>
                  </a:lnTo>
                  <a:lnTo>
                    <a:pt x="25463" y="49772"/>
                  </a:lnTo>
                  <a:lnTo>
                    <a:pt x="26946" y="44086"/>
                  </a:lnTo>
                  <a:lnTo>
                    <a:pt x="28182" y="43921"/>
                  </a:lnTo>
                  <a:lnTo>
                    <a:pt x="29419" y="43591"/>
                  </a:lnTo>
                  <a:lnTo>
                    <a:pt x="32962" y="48371"/>
                  </a:lnTo>
                  <a:lnTo>
                    <a:pt x="33044" y="48453"/>
                  </a:lnTo>
                  <a:lnTo>
                    <a:pt x="33209" y="48535"/>
                  </a:lnTo>
                  <a:lnTo>
                    <a:pt x="33456" y="48535"/>
                  </a:lnTo>
                  <a:lnTo>
                    <a:pt x="33703" y="48288"/>
                  </a:lnTo>
                  <a:lnTo>
                    <a:pt x="33786" y="48206"/>
                  </a:lnTo>
                  <a:lnTo>
                    <a:pt x="33786" y="48041"/>
                  </a:lnTo>
                  <a:lnTo>
                    <a:pt x="33291" y="42190"/>
                  </a:lnTo>
                  <a:lnTo>
                    <a:pt x="34445" y="41531"/>
                  </a:lnTo>
                  <a:lnTo>
                    <a:pt x="35516" y="40872"/>
                  </a:lnTo>
                  <a:lnTo>
                    <a:pt x="40378" y="44086"/>
                  </a:lnTo>
                  <a:lnTo>
                    <a:pt x="40543" y="44168"/>
                  </a:lnTo>
                  <a:lnTo>
                    <a:pt x="40708" y="44168"/>
                  </a:lnTo>
                  <a:lnTo>
                    <a:pt x="40955" y="44086"/>
                  </a:lnTo>
                  <a:lnTo>
                    <a:pt x="41120" y="43839"/>
                  </a:lnTo>
                  <a:lnTo>
                    <a:pt x="41120" y="43674"/>
                  </a:lnTo>
                  <a:lnTo>
                    <a:pt x="41120" y="43509"/>
                  </a:lnTo>
                  <a:lnTo>
                    <a:pt x="38648" y="38153"/>
                  </a:lnTo>
                  <a:lnTo>
                    <a:pt x="39472" y="37246"/>
                  </a:lnTo>
                  <a:lnTo>
                    <a:pt x="40213" y="36257"/>
                  </a:lnTo>
                  <a:lnTo>
                    <a:pt x="45981" y="37576"/>
                  </a:lnTo>
                  <a:lnTo>
                    <a:pt x="46311" y="37576"/>
                  </a:lnTo>
                  <a:lnTo>
                    <a:pt x="46476" y="37329"/>
                  </a:lnTo>
                  <a:lnTo>
                    <a:pt x="46558" y="37082"/>
                  </a:lnTo>
                  <a:lnTo>
                    <a:pt x="46476" y="36917"/>
                  </a:lnTo>
                  <a:lnTo>
                    <a:pt x="46393" y="36752"/>
                  </a:lnTo>
                  <a:lnTo>
                    <a:pt x="42273" y="32632"/>
                  </a:lnTo>
                  <a:lnTo>
                    <a:pt x="42768" y="31396"/>
                  </a:lnTo>
                  <a:lnTo>
                    <a:pt x="43097" y="30242"/>
                  </a:lnTo>
                  <a:lnTo>
                    <a:pt x="48948" y="29583"/>
                  </a:lnTo>
                  <a:lnTo>
                    <a:pt x="49113" y="29500"/>
                  </a:lnTo>
                  <a:lnTo>
                    <a:pt x="49278" y="29418"/>
                  </a:lnTo>
                  <a:lnTo>
                    <a:pt x="49360" y="29171"/>
                  </a:lnTo>
                  <a:lnTo>
                    <a:pt x="49360" y="28841"/>
                  </a:lnTo>
                  <a:lnTo>
                    <a:pt x="49278" y="28759"/>
                  </a:lnTo>
                  <a:lnTo>
                    <a:pt x="49113" y="28594"/>
                  </a:lnTo>
                  <a:lnTo>
                    <a:pt x="43757" y="26122"/>
                  </a:lnTo>
                  <a:lnTo>
                    <a:pt x="43839" y="24886"/>
                  </a:lnTo>
                  <a:lnTo>
                    <a:pt x="43757" y="23567"/>
                  </a:lnTo>
                  <a:lnTo>
                    <a:pt x="49030" y="21013"/>
                  </a:lnTo>
                  <a:lnTo>
                    <a:pt x="49195" y="20931"/>
                  </a:lnTo>
                  <a:lnTo>
                    <a:pt x="49278" y="20766"/>
                  </a:lnTo>
                  <a:lnTo>
                    <a:pt x="49278" y="20436"/>
                  </a:lnTo>
                  <a:lnTo>
                    <a:pt x="49113" y="20189"/>
                  </a:lnTo>
                  <a:lnTo>
                    <a:pt x="49030" y="20107"/>
                  </a:lnTo>
                  <a:lnTo>
                    <a:pt x="48866" y="20024"/>
                  </a:lnTo>
                  <a:lnTo>
                    <a:pt x="43015" y="19530"/>
                  </a:lnTo>
                  <a:lnTo>
                    <a:pt x="42603" y="18294"/>
                  </a:lnTo>
                  <a:lnTo>
                    <a:pt x="42109" y="17140"/>
                  </a:lnTo>
                  <a:lnTo>
                    <a:pt x="46146" y="12938"/>
                  </a:lnTo>
                  <a:lnTo>
                    <a:pt x="46229" y="12773"/>
                  </a:lnTo>
                  <a:lnTo>
                    <a:pt x="46311" y="12608"/>
                  </a:lnTo>
                  <a:lnTo>
                    <a:pt x="46229" y="12278"/>
                  </a:lnTo>
                  <a:lnTo>
                    <a:pt x="45981" y="12114"/>
                  </a:lnTo>
                  <a:lnTo>
                    <a:pt x="45652" y="12114"/>
                  </a:lnTo>
                  <a:lnTo>
                    <a:pt x="39966" y="13597"/>
                  </a:lnTo>
                  <a:lnTo>
                    <a:pt x="39224" y="12608"/>
                  </a:lnTo>
                  <a:lnTo>
                    <a:pt x="38318" y="11701"/>
                  </a:lnTo>
                  <a:lnTo>
                    <a:pt x="40708" y="6263"/>
                  </a:lnTo>
                  <a:lnTo>
                    <a:pt x="40708" y="6098"/>
                  </a:lnTo>
                  <a:lnTo>
                    <a:pt x="40708" y="5933"/>
                  </a:lnTo>
                  <a:lnTo>
                    <a:pt x="40543" y="5686"/>
                  </a:lnTo>
                  <a:lnTo>
                    <a:pt x="40296" y="5604"/>
                  </a:lnTo>
                  <a:lnTo>
                    <a:pt x="40131" y="5604"/>
                  </a:lnTo>
                  <a:lnTo>
                    <a:pt x="39966" y="5686"/>
                  </a:lnTo>
                  <a:lnTo>
                    <a:pt x="35187" y="9065"/>
                  </a:lnTo>
                  <a:lnTo>
                    <a:pt x="34033" y="8405"/>
                  </a:lnTo>
                  <a:lnTo>
                    <a:pt x="32962" y="7829"/>
                  </a:lnTo>
                  <a:lnTo>
                    <a:pt x="33291" y="1978"/>
                  </a:lnTo>
                  <a:lnTo>
                    <a:pt x="33291" y="1813"/>
                  </a:lnTo>
                  <a:lnTo>
                    <a:pt x="33209" y="1648"/>
                  </a:lnTo>
                  <a:lnTo>
                    <a:pt x="32962" y="1484"/>
                  </a:lnTo>
                  <a:lnTo>
                    <a:pt x="32550" y="1484"/>
                  </a:lnTo>
                  <a:lnTo>
                    <a:pt x="32385" y="1648"/>
                  </a:lnTo>
                  <a:lnTo>
                    <a:pt x="29006" y="6428"/>
                  </a:lnTo>
                  <a:lnTo>
                    <a:pt x="27935" y="6181"/>
                  </a:lnTo>
                  <a:lnTo>
                    <a:pt x="26782" y="6016"/>
                  </a:lnTo>
                  <a:lnTo>
                    <a:pt x="26534" y="6016"/>
                  </a:lnTo>
                  <a:lnTo>
                    <a:pt x="24886" y="412"/>
                  </a:lnTo>
                  <a:lnTo>
                    <a:pt x="24804" y="248"/>
                  </a:lnTo>
                  <a:lnTo>
                    <a:pt x="24722" y="165"/>
                  </a:lnTo>
                  <a:lnTo>
                    <a:pt x="24392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4007750" y="1799650"/>
              <a:ext cx="791100" cy="797275"/>
            </a:xfrm>
            <a:custGeom>
              <a:rect b="b" l="l" r="r" t="t"/>
              <a:pathLst>
                <a:path extrusionOk="0" h="31891" w="31644">
                  <a:moveTo>
                    <a:pt x="16646" y="7499"/>
                  </a:moveTo>
                  <a:lnTo>
                    <a:pt x="17470" y="7664"/>
                  </a:lnTo>
                  <a:lnTo>
                    <a:pt x="18294" y="7828"/>
                  </a:lnTo>
                  <a:lnTo>
                    <a:pt x="19036" y="8076"/>
                  </a:lnTo>
                  <a:lnTo>
                    <a:pt x="19777" y="8405"/>
                  </a:lnTo>
                  <a:lnTo>
                    <a:pt x="20519" y="8817"/>
                  </a:lnTo>
                  <a:lnTo>
                    <a:pt x="21178" y="9312"/>
                  </a:lnTo>
                  <a:lnTo>
                    <a:pt x="21755" y="9806"/>
                  </a:lnTo>
                  <a:lnTo>
                    <a:pt x="22332" y="10383"/>
                  </a:lnTo>
                  <a:lnTo>
                    <a:pt x="22826" y="11042"/>
                  </a:lnTo>
                  <a:lnTo>
                    <a:pt x="23321" y="11701"/>
                  </a:lnTo>
                  <a:lnTo>
                    <a:pt x="23650" y="12443"/>
                  </a:lnTo>
                  <a:lnTo>
                    <a:pt x="23980" y="13267"/>
                  </a:lnTo>
                  <a:lnTo>
                    <a:pt x="24227" y="14091"/>
                  </a:lnTo>
                  <a:lnTo>
                    <a:pt x="24392" y="14915"/>
                  </a:lnTo>
                  <a:lnTo>
                    <a:pt x="24392" y="15822"/>
                  </a:lnTo>
                  <a:lnTo>
                    <a:pt x="24392" y="16646"/>
                  </a:lnTo>
                  <a:lnTo>
                    <a:pt x="24309" y="17470"/>
                  </a:lnTo>
                  <a:lnTo>
                    <a:pt x="24062" y="18211"/>
                  </a:lnTo>
                  <a:lnTo>
                    <a:pt x="23815" y="19035"/>
                  </a:lnTo>
                  <a:lnTo>
                    <a:pt x="23485" y="19777"/>
                  </a:lnTo>
                  <a:lnTo>
                    <a:pt x="23073" y="20436"/>
                  </a:lnTo>
                  <a:lnTo>
                    <a:pt x="22661" y="21095"/>
                  </a:lnTo>
                  <a:lnTo>
                    <a:pt x="22085" y="21755"/>
                  </a:lnTo>
                  <a:lnTo>
                    <a:pt x="21508" y="22249"/>
                  </a:lnTo>
                  <a:lnTo>
                    <a:pt x="20848" y="22743"/>
                  </a:lnTo>
                  <a:lnTo>
                    <a:pt x="20189" y="23238"/>
                  </a:lnTo>
                  <a:lnTo>
                    <a:pt x="19448" y="23567"/>
                  </a:lnTo>
                  <a:lnTo>
                    <a:pt x="18624" y="23897"/>
                  </a:lnTo>
                  <a:lnTo>
                    <a:pt x="17800" y="24144"/>
                  </a:lnTo>
                  <a:lnTo>
                    <a:pt x="16976" y="24309"/>
                  </a:lnTo>
                  <a:lnTo>
                    <a:pt x="15245" y="24309"/>
                  </a:lnTo>
                  <a:lnTo>
                    <a:pt x="14504" y="24227"/>
                  </a:lnTo>
                  <a:lnTo>
                    <a:pt x="13679" y="23979"/>
                  </a:lnTo>
                  <a:lnTo>
                    <a:pt x="12938" y="23732"/>
                  </a:lnTo>
                  <a:lnTo>
                    <a:pt x="12196" y="23403"/>
                  </a:lnTo>
                  <a:lnTo>
                    <a:pt x="11455" y="22991"/>
                  </a:lnTo>
                  <a:lnTo>
                    <a:pt x="10795" y="22579"/>
                  </a:lnTo>
                  <a:lnTo>
                    <a:pt x="10219" y="22002"/>
                  </a:lnTo>
                  <a:lnTo>
                    <a:pt x="9642" y="21425"/>
                  </a:lnTo>
                  <a:lnTo>
                    <a:pt x="9147" y="20766"/>
                  </a:lnTo>
                  <a:lnTo>
                    <a:pt x="8653" y="20106"/>
                  </a:lnTo>
                  <a:lnTo>
                    <a:pt x="8323" y="19365"/>
                  </a:lnTo>
                  <a:lnTo>
                    <a:pt x="7994" y="18541"/>
                  </a:lnTo>
                  <a:lnTo>
                    <a:pt x="7746" y="17717"/>
                  </a:lnTo>
                  <a:lnTo>
                    <a:pt x="7582" y="16893"/>
                  </a:lnTo>
                  <a:lnTo>
                    <a:pt x="7582" y="16069"/>
                  </a:lnTo>
                  <a:lnTo>
                    <a:pt x="7582" y="15245"/>
                  </a:lnTo>
                  <a:lnTo>
                    <a:pt x="7664" y="14421"/>
                  </a:lnTo>
                  <a:lnTo>
                    <a:pt x="7911" y="13597"/>
                  </a:lnTo>
                  <a:lnTo>
                    <a:pt x="8159" y="12855"/>
                  </a:lnTo>
                  <a:lnTo>
                    <a:pt x="8488" y="12113"/>
                  </a:lnTo>
                  <a:lnTo>
                    <a:pt x="8900" y="11372"/>
                  </a:lnTo>
                  <a:lnTo>
                    <a:pt x="9312" y="10713"/>
                  </a:lnTo>
                  <a:lnTo>
                    <a:pt x="9889" y="10136"/>
                  </a:lnTo>
                  <a:lnTo>
                    <a:pt x="10466" y="9559"/>
                  </a:lnTo>
                  <a:lnTo>
                    <a:pt x="11125" y="9065"/>
                  </a:lnTo>
                  <a:lnTo>
                    <a:pt x="11784" y="8570"/>
                  </a:lnTo>
                  <a:lnTo>
                    <a:pt x="12526" y="8240"/>
                  </a:lnTo>
                  <a:lnTo>
                    <a:pt x="13350" y="7911"/>
                  </a:lnTo>
                  <a:lnTo>
                    <a:pt x="14174" y="7664"/>
                  </a:lnTo>
                  <a:lnTo>
                    <a:pt x="14998" y="7581"/>
                  </a:lnTo>
                  <a:lnTo>
                    <a:pt x="15822" y="7499"/>
                  </a:lnTo>
                  <a:close/>
                  <a:moveTo>
                    <a:pt x="14339" y="0"/>
                  </a:moveTo>
                  <a:lnTo>
                    <a:pt x="13432" y="83"/>
                  </a:lnTo>
                  <a:lnTo>
                    <a:pt x="12526" y="330"/>
                  </a:lnTo>
                  <a:lnTo>
                    <a:pt x="11619" y="495"/>
                  </a:lnTo>
                  <a:lnTo>
                    <a:pt x="10795" y="824"/>
                  </a:lnTo>
                  <a:lnTo>
                    <a:pt x="11619" y="4615"/>
                  </a:lnTo>
                  <a:lnTo>
                    <a:pt x="10466" y="5109"/>
                  </a:lnTo>
                  <a:lnTo>
                    <a:pt x="9477" y="5686"/>
                  </a:lnTo>
                  <a:lnTo>
                    <a:pt x="8488" y="6428"/>
                  </a:lnTo>
                  <a:lnTo>
                    <a:pt x="7582" y="7169"/>
                  </a:lnTo>
                  <a:lnTo>
                    <a:pt x="4533" y="4780"/>
                  </a:lnTo>
                  <a:lnTo>
                    <a:pt x="3874" y="5439"/>
                  </a:lnTo>
                  <a:lnTo>
                    <a:pt x="3297" y="6180"/>
                  </a:lnTo>
                  <a:lnTo>
                    <a:pt x="2802" y="6922"/>
                  </a:lnTo>
                  <a:lnTo>
                    <a:pt x="2308" y="7664"/>
                  </a:lnTo>
                  <a:lnTo>
                    <a:pt x="5357" y="10053"/>
                  </a:lnTo>
                  <a:lnTo>
                    <a:pt x="4862" y="11125"/>
                  </a:lnTo>
                  <a:lnTo>
                    <a:pt x="4450" y="12278"/>
                  </a:lnTo>
                  <a:lnTo>
                    <a:pt x="4121" y="13432"/>
                  </a:lnTo>
                  <a:lnTo>
                    <a:pt x="3956" y="14586"/>
                  </a:lnTo>
                  <a:lnTo>
                    <a:pt x="1" y="14750"/>
                  </a:lnTo>
                  <a:lnTo>
                    <a:pt x="1" y="15657"/>
                  </a:lnTo>
                  <a:lnTo>
                    <a:pt x="1" y="16563"/>
                  </a:lnTo>
                  <a:lnTo>
                    <a:pt x="83" y="17470"/>
                  </a:lnTo>
                  <a:lnTo>
                    <a:pt x="165" y="18376"/>
                  </a:lnTo>
                  <a:lnTo>
                    <a:pt x="4121" y="18211"/>
                  </a:lnTo>
                  <a:lnTo>
                    <a:pt x="4121" y="18541"/>
                  </a:lnTo>
                  <a:lnTo>
                    <a:pt x="4450" y="19612"/>
                  </a:lnTo>
                  <a:lnTo>
                    <a:pt x="4862" y="20683"/>
                  </a:lnTo>
                  <a:lnTo>
                    <a:pt x="5357" y="21672"/>
                  </a:lnTo>
                  <a:lnTo>
                    <a:pt x="5934" y="22661"/>
                  </a:lnTo>
                  <a:lnTo>
                    <a:pt x="3050" y="25298"/>
                  </a:lnTo>
                  <a:lnTo>
                    <a:pt x="3544" y="25957"/>
                  </a:lnTo>
                  <a:lnTo>
                    <a:pt x="4203" y="26699"/>
                  </a:lnTo>
                  <a:lnTo>
                    <a:pt x="4862" y="27358"/>
                  </a:lnTo>
                  <a:lnTo>
                    <a:pt x="5522" y="27935"/>
                  </a:lnTo>
                  <a:lnTo>
                    <a:pt x="8406" y="25298"/>
                  </a:lnTo>
                  <a:lnTo>
                    <a:pt x="9312" y="26039"/>
                  </a:lnTo>
                  <a:lnTo>
                    <a:pt x="10383" y="26616"/>
                  </a:lnTo>
                  <a:lnTo>
                    <a:pt x="11455" y="27111"/>
                  </a:lnTo>
                  <a:lnTo>
                    <a:pt x="12608" y="27523"/>
                  </a:lnTo>
                  <a:lnTo>
                    <a:pt x="12114" y="31396"/>
                  </a:lnTo>
                  <a:lnTo>
                    <a:pt x="12938" y="31560"/>
                  </a:lnTo>
                  <a:lnTo>
                    <a:pt x="13844" y="31725"/>
                  </a:lnTo>
                  <a:lnTo>
                    <a:pt x="14833" y="31808"/>
                  </a:lnTo>
                  <a:lnTo>
                    <a:pt x="15740" y="31890"/>
                  </a:lnTo>
                  <a:lnTo>
                    <a:pt x="16234" y="28017"/>
                  </a:lnTo>
                  <a:lnTo>
                    <a:pt x="17388" y="27935"/>
                  </a:lnTo>
                  <a:lnTo>
                    <a:pt x="18624" y="27770"/>
                  </a:lnTo>
                  <a:lnTo>
                    <a:pt x="19777" y="27440"/>
                  </a:lnTo>
                  <a:lnTo>
                    <a:pt x="20848" y="27028"/>
                  </a:lnTo>
                  <a:lnTo>
                    <a:pt x="22909" y="30242"/>
                  </a:lnTo>
                  <a:lnTo>
                    <a:pt x="23733" y="29830"/>
                  </a:lnTo>
                  <a:lnTo>
                    <a:pt x="24557" y="29336"/>
                  </a:lnTo>
                  <a:lnTo>
                    <a:pt x="25298" y="28841"/>
                  </a:lnTo>
                  <a:lnTo>
                    <a:pt x="26040" y="28264"/>
                  </a:lnTo>
                  <a:lnTo>
                    <a:pt x="23980" y="25051"/>
                  </a:lnTo>
                  <a:lnTo>
                    <a:pt x="24804" y="24227"/>
                  </a:lnTo>
                  <a:lnTo>
                    <a:pt x="25628" y="23320"/>
                  </a:lnTo>
                  <a:lnTo>
                    <a:pt x="26287" y="22331"/>
                  </a:lnTo>
                  <a:lnTo>
                    <a:pt x="26864" y="21260"/>
                  </a:lnTo>
                  <a:lnTo>
                    <a:pt x="30572" y="22414"/>
                  </a:lnTo>
                  <a:lnTo>
                    <a:pt x="30902" y="21590"/>
                  </a:lnTo>
                  <a:lnTo>
                    <a:pt x="31231" y="20683"/>
                  </a:lnTo>
                  <a:lnTo>
                    <a:pt x="31478" y="19859"/>
                  </a:lnTo>
                  <a:lnTo>
                    <a:pt x="31643" y="18953"/>
                  </a:lnTo>
                  <a:lnTo>
                    <a:pt x="27935" y="17799"/>
                  </a:lnTo>
                  <a:lnTo>
                    <a:pt x="28100" y="16646"/>
                  </a:lnTo>
                  <a:lnTo>
                    <a:pt x="28100" y="15574"/>
                  </a:lnTo>
                  <a:lnTo>
                    <a:pt x="28018" y="14421"/>
                  </a:lnTo>
                  <a:lnTo>
                    <a:pt x="27853" y="13267"/>
                  </a:lnTo>
                  <a:lnTo>
                    <a:pt x="27770" y="13020"/>
                  </a:lnTo>
                  <a:lnTo>
                    <a:pt x="31314" y="11537"/>
                  </a:lnTo>
                  <a:lnTo>
                    <a:pt x="31066" y="10630"/>
                  </a:lnTo>
                  <a:lnTo>
                    <a:pt x="30737" y="9806"/>
                  </a:lnTo>
                  <a:lnTo>
                    <a:pt x="30325" y="8982"/>
                  </a:lnTo>
                  <a:lnTo>
                    <a:pt x="29913" y="8158"/>
                  </a:lnTo>
                  <a:lnTo>
                    <a:pt x="26369" y="9641"/>
                  </a:lnTo>
                  <a:lnTo>
                    <a:pt x="25710" y="8653"/>
                  </a:lnTo>
                  <a:lnTo>
                    <a:pt x="24886" y="7746"/>
                  </a:lnTo>
                  <a:lnTo>
                    <a:pt x="24062" y="6840"/>
                  </a:lnTo>
                  <a:lnTo>
                    <a:pt x="23156" y="6098"/>
                  </a:lnTo>
                  <a:lnTo>
                    <a:pt x="24969" y="2637"/>
                  </a:lnTo>
                  <a:lnTo>
                    <a:pt x="24145" y="2143"/>
                  </a:lnTo>
                  <a:lnTo>
                    <a:pt x="23321" y="1731"/>
                  </a:lnTo>
                  <a:lnTo>
                    <a:pt x="22497" y="1319"/>
                  </a:lnTo>
                  <a:lnTo>
                    <a:pt x="21673" y="989"/>
                  </a:lnTo>
                  <a:lnTo>
                    <a:pt x="19860" y="4450"/>
                  </a:lnTo>
                  <a:lnTo>
                    <a:pt x="18788" y="4120"/>
                  </a:lnTo>
                  <a:lnTo>
                    <a:pt x="17552" y="3873"/>
                  </a:lnTo>
                  <a:lnTo>
                    <a:pt x="16399" y="3791"/>
                  </a:lnTo>
                  <a:lnTo>
                    <a:pt x="15163" y="3791"/>
                  </a:lnTo>
                  <a:lnTo>
                    <a:pt x="143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4236425" y="2028300"/>
              <a:ext cx="342000" cy="339950"/>
            </a:xfrm>
            <a:custGeom>
              <a:rect b="b" l="l" r="r" t="t"/>
              <a:pathLst>
                <a:path extrusionOk="0" h="13598" w="13680">
                  <a:moveTo>
                    <a:pt x="6181" y="1"/>
                  </a:moveTo>
                  <a:lnTo>
                    <a:pt x="5439" y="83"/>
                  </a:lnTo>
                  <a:lnTo>
                    <a:pt x="4780" y="248"/>
                  </a:lnTo>
                  <a:lnTo>
                    <a:pt x="4203" y="495"/>
                  </a:lnTo>
                  <a:lnTo>
                    <a:pt x="3626" y="825"/>
                  </a:lnTo>
                  <a:lnTo>
                    <a:pt x="3049" y="1155"/>
                  </a:lnTo>
                  <a:lnTo>
                    <a:pt x="2472" y="1567"/>
                  </a:lnTo>
                  <a:lnTo>
                    <a:pt x="2060" y="1979"/>
                  </a:lnTo>
                  <a:lnTo>
                    <a:pt x="1566" y="2473"/>
                  </a:lnTo>
                  <a:lnTo>
                    <a:pt x="1154" y="2967"/>
                  </a:lnTo>
                  <a:lnTo>
                    <a:pt x="824" y="3544"/>
                  </a:lnTo>
                  <a:lnTo>
                    <a:pt x="577" y="4121"/>
                  </a:lnTo>
                  <a:lnTo>
                    <a:pt x="330" y="4780"/>
                  </a:lnTo>
                  <a:lnTo>
                    <a:pt x="165" y="5440"/>
                  </a:lnTo>
                  <a:lnTo>
                    <a:pt x="83" y="6099"/>
                  </a:lnTo>
                  <a:lnTo>
                    <a:pt x="0" y="6758"/>
                  </a:lnTo>
                  <a:lnTo>
                    <a:pt x="83" y="7500"/>
                  </a:lnTo>
                  <a:lnTo>
                    <a:pt x="165" y="8159"/>
                  </a:lnTo>
                  <a:lnTo>
                    <a:pt x="330" y="8818"/>
                  </a:lnTo>
                  <a:lnTo>
                    <a:pt x="577" y="9477"/>
                  </a:lnTo>
                  <a:lnTo>
                    <a:pt x="824" y="10054"/>
                  </a:lnTo>
                  <a:lnTo>
                    <a:pt x="1154" y="10631"/>
                  </a:lnTo>
                  <a:lnTo>
                    <a:pt x="1566" y="11125"/>
                  </a:lnTo>
                  <a:lnTo>
                    <a:pt x="2060" y="11620"/>
                  </a:lnTo>
                  <a:lnTo>
                    <a:pt x="2472" y="12032"/>
                  </a:lnTo>
                  <a:lnTo>
                    <a:pt x="3049" y="12444"/>
                  </a:lnTo>
                  <a:lnTo>
                    <a:pt x="3626" y="12773"/>
                  </a:lnTo>
                  <a:lnTo>
                    <a:pt x="4203" y="13103"/>
                  </a:lnTo>
                  <a:lnTo>
                    <a:pt x="4780" y="13268"/>
                  </a:lnTo>
                  <a:lnTo>
                    <a:pt x="5439" y="13433"/>
                  </a:lnTo>
                  <a:lnTo>
                    <a:pt x="6181" y="13597"/>
                  </a:lnTo>
                  <a:lnTo>
                    <a:pt x="7581" y="13597"/>
                  </a:lnTo>
                  <a:lnTo>
                    <a:pt x="8241" y="13433"/>
                  </a:lnTo>
                  <a:lnTo>
                    <a:pt x="8900" y="13268"/>
                  </a:lnTo>
                  <a:lnTo>
                    <a:pt x="9477" y="13103"/>
                  </a:lnTo>
                  <a:lnTo>
                    <a:pt x="10053" y="12773"/>
                  </a:lnTo>
                  <a:lnTo>
                    <a:pt x="10630" y="12444"/>
                  </a:lnTo>
                  <a:lnTo>
                    <a:pt x="11207" y="12032"/>
                  </a:lnTo>
                  <a:lnTo>
                    <a:pt x="11701" y="11620"/>
                  </a:lnTo>
                  <a:lnTo>
                    <a:pt x="12114" y="11125"/>
                  </a:lnTo>
                  <a:lnTo>
                    <a:pt x="12526" y="10631"/>
                  </a:lnTo>
                  <a:lnTo>
                    <a:pt x="12855" y="10054"/>
                  </a:lnTo>
                  <a:lnTo>
                    <a:pt x="13102" y="9477"/>
                  </a:lnTo>
                  <a:lnTo>
                    <a:pt x="13350" y="8818"/>
                  </a:lnTo>
                  <a:lnTo>
                    <a:pt x="13514" y="8159"/>
                  </a:lnTo>
                  <a:lnTo>
                    <a:pt x="13597" y="7500"/>
                  </a:lnTo>
                  <a:lnTo>
                    <a:pt x="13679" y="6758"/>
                  </a:lnTo>
                  <a:lnTo>
                    <a:pt x="13597" y="6099"/>
                  </a:lnTo>
                  <a:lnTo>
                    <a:pt x="13514" y="5440"/>
                  </a:lnTo>
                  <a:lnTo>
                    <a:pt x="13350" y="4780"/>
                  </a:lnTo>
                  <a:lnTo>
                    <a:pt x="13102" y="4121"/>
                  </a:lnTo>
                  <a:lnTo>
                    <a:pt x="12855" y="3544"/>
                  </a:lnTo>
                  <a:lnTo>
                    <a:pt x="12526" y="2967"/>
                  </a:lnTo>
                  <a:lnTo>
                    <a:pt x="12114" y="2473"/>
                  </a:lnTo>
                  <a:lnTo>
                    <a:pt x="11701" y="1979"/>
                  </a:lnTo>
                  <a:lnTo>
                    <a:pt x="11207" y="1567"/>
                  </a:lnTo>
                  <a:lnTo>
                    <a:pt x="10630" y="1155"/>
                  </a:lnTo>
                  <a:lnTo>
                    <a:pt x="10053" y="825"/>
                  </a:lnTo>
                  <a:lnTo>
                    <a:pt x="9477" y="495"/>
                  </a:lnTo>
                  <a:lnTo>
                    <a:pt x="8900" y="248"/>
                  </a:lnTo>
                  <a:lnTo>
                    <a:pt x="8241" y="83"/>
                  </a:lnTo>
                  <a:lnTo>
                    <a:pt x="75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1432675" y="1358800"/>
              <a:ext cx="607750" cy="605675"/>
            </a:xfrm>
            <a:custGeom>
              <a:rect b="b" l="l" r="r" t="t"/>
              <a:pathLst>
                <a:path extrusionOk="0" h="24227" w="24310">
                  <a:moveTo>
                    <a:pt x="12031" y="5603"/>
                  </a:moveTo>
                  <a:lnTo>
                    <a:pt x="13020" y="5686"/>
                  </a:lnTo>
                  <a:lnTo>
                    <a:pt x="14009" y="5851"/>
                  </a:lnTo>
                  <a:lnTo>
                    <a:pt x="14668" y="6098"/>
                  </a:lnTo>
                  <a:lnTo>
                    <a:pt x="14091" y="7251"/>
                  </a:lnTo>
                  <a:lnTo>
                    <a:pt x="13267" y="7004"/>
                  </a:lnTo>
                  <a:lnTo>
                    <a:pt x="12443" y="6839"/>
                  </a:lnTo>
                  <a:lnTo>
                    <a:pt x="11619" y="6922"/>
                  </a:lnTo>
                  <a:lnTo>
                    <a:pt x="10795" y="7004"/>
                  </a:lnTo>
                  <a:lnTo>
                    <a:pt x="9971" y="7334"/>
                  </a:lnTo>
                  <a:lnTo>
                    <a:pt x="9312" y="7746"/>
                  </a:lnTo>
                  <a:lnTo>
                    <a:pt x="8653" y="8240"/>
                  </a:lnTo>
                  <a:lnTo>
                    <a:pt x="8076" y="8900"/>
                  </a:lnTo>
                  <a:lnTo>
                    <a:pt x="6922" y="8240"/>
                  </a:lnTo>
                  <a:lnTo>
                    <a:pt x="7581" y="7499"/>
                  </a:lnTo>
                  <a:lnTo>
                    <a:pt x="8323" y="6839"/>
                  </a:lnTo>
                  <a:lnTo>
                    <a:pt x="9147" y="6345"/>
                  </a:lnTo>
                  <a:lnTo>
                    <a:pt x="10054" y="5933"/>
                  </a:lnTo>
                  <a:lnTo>
                    <a:pt x="11042" y="5686"/>
                  </a:lnTo>
                  <a:lnTo>
                    <a:pt x="12031" y="5603"/>
                  </a:lnTo>
                  <a:close/>
                  <a:moveTo>
                    <a:pt x="15904" y="6839"/>
                  </a:moveTo>
                  <a:lnTo>
                    <a:pt x="16646" y="7416"/>
                  </a:lnTo>
                  <a:lnTo>
                    <a:pt x="17305" y="8158"/>
                  </a:lnTo>
                  <a:lnTo>
                    <a:pt x="17799" y="8982"/>
                  </a:lnTo>
                  <a:lnTo>
                    <a:pt x="18211" y="9888"/>
                  </a:lnTo>
                  <a:lnTo>
                    <a:pt x="18459" y="10877"/>
                  </a:lnTo>
                  <a:lnTo>
                    <a:pt x="18541" y="11866"/>
                  </a:lnTo>
                  <a:lnTo>
                    <a:pt x="18541" y="12855"/>
                  </a:lnTo>
                  <a:lnTo>
                    <a:pt x="18294" y="13926"/>
                  </a:lnTo>
                  <a:lnTo>
                    <a:pt x="18047" y="14503"/>
                  </a:lnTo>
                  <a:lnTo>
                    <a:pt x="16975" y="13926"/>
                  </a:lnTo>
                  <a:lnTo>
                    <a:pt x="17223" y="13102"/>
                  </a:lnTo>
                  <a:lnTo>
                    <a:pt x="17305" y="12278"/>
                  </a:lnTo>
                  <a:lnTo>
                    <a:pt x="17305" y="11454"/>
                  </a:lnTo>
                  <a:lnTo>
                    <a:pt x="17140" y="10630"/>
                  </a:lnTo>
                  <a:lnTo>
                    <a:pt x="16811" y="9806"/>
                  </a:lnTo>
                  <a:lnTo>
                    <a:pt x="16399" y="9147"/>
                  </a:lnTo>
                  <a:lnTo>
                    <a:pt x="15904" y="8488"/>
                  </a:lnTo>
                  <a:lnTo>
                    <a:pt x="15245" y="7911"/>
                  </a:lnTo>
                  <a:lnTo>
                    <a:pt x="15904" y="6839"/>
                  </a:lnTo>
                  <a:close/>
                  <a:moveTo>
                    <a:pt x="6263" y="9394"/>
                  </a:moveTo>
                  <a:lnTo>
                    <a:pt x="7334" y="10053"/>
                  </a:lnTo>
                  <a:lnTo>
                    <a:pt x="7087" y="10877"/>
                  </a:lnTo>
                  <a:lnTo>
                    <a:pt x="6922" y="11701"/>
                  </a:lnTo>
                  <a:lnTo>
                    <a:pt x="7005" y="12608"/>
                  </a:lnTo>
                  <a:lnTo>
                    <a:pt x="7087" y="13432"/>
                  </a:lnTo>
                  <a:lnTo>
                    <a:pt x="7417" y="14173"/>
                  </a:lnTo>
                  <a:lnTo>
                    <a:pt x="7829" y="14915"/>
                  </a:lnTo>
                  <a:lnTo>
                    <a:pt x="8406" y="15657"/>
                  </a:lnTo>
                  <a:lnTo>
                    <a:pt x="9065" y="16233"/>
                  </a:lnTo>
                  <a:lnTo>
                    <a:pt x="8406" y="17305"/>
                  </a:lnTo>
                  <a:lnTo>
                    <a:pt x="7664" y="16645"/>
                  </a:lnTo>
                  <a:lnTo>
                    <a:pt x="7005" y="15904"/>
                  </a:lnTo>
                  <a:lnTo>
                    <a:pt x="6510" y="15080"/>
                  </a:lnTo>
                  <a:lnTo>
                    <a:pt x="6098" y="14173"/>
                  </a:lnTo>
                  <a:lnTo>
                    <a:pt x="5851" y="13184"/>
                  </a:lnTo>
                  <a:lnTo>
                    <a:pt x="5686" y="12196"/>
                  </a:lnTo>
                  <a:lnTo>
                    <a:pt x="5769" y="11207"/>
                  </a:lnTo>
                  <a:lnTo>
                    <a:pt x="6016" y="10136"/>
                  </a:lnTo>
                  <a:lnTo>
                    <a:pt x="6263" y="9394"/>
                  </a:lnTo>
                  <a:close/>
                  <a:moveTo>
                    <a:pt x="16316" y="15080"/>
                  </a:moveTo>
                  <a:lnTo>
                    <a:pt x="17470" y="15739"/>
                  </a:lnTo>
                  <a:lnTo>
                    <a:pt x="16811" y="16481"/>
                  </a:lnTo>
                  <a:lnTo>
                    <a:pt x="16069" y="17140"/>
                  </a:lnTo>
                  <a:lnTo>
                    <a:pt x="15245" y="17717"/>
                  </a:lnTo>
                  <a:lnTo>
                    <a:pt x="14256" y="18129"/>
                  </a:lnTo>
                  <a:lnTo>
                    <a:pt x="13350" y="18376"/>
                  </a:lnTo>
                  <a:lnTo>
                    <a:pt x="12361" y="18458"/>
                  </a:lnTo>
                  <a:lnTo>
                    <a:pt x="11290" y="18376"/>
                  </a:lnTo>
                  <a:lnTo>
                    <a:pt x="10301" y="18211"/>
                  </a:lnTo>
                  <a:lnTo>
                    <a:pt x="9559" y="17964"/>
                  </a:lnTo>
                  <a:lnTo>
                    <a:pt x="10218" y="16893"/>
                  </a:lnTo>
                  <a:lnTo>
                    <a:pt x="11042" y="17140"/>
                  </a:lnTo>
                  <a:lnTo>
                    <a:pt x="11866" y="17222"/>
                  </a:lnTo>
                  <a:lnTo>
                    <a:pt x="12773" y="17222"/>
                  </a:lnTo>
                  <a:lnTo>
                    <a:pt x="13597" y="17057"/>
                  </a:lnTo>
                  <a:lnTo>
                    <a:pt x="14339" y="16728"/>
                  </a:lnTo>
                  <a:lnTo>
                    <a:pt x="15080" y="16316"/>
                  </a:lnTo>
                  <a:lnTo>
                    <a:pt x="15822" y="15739"/>
                  </a:lnTo>
                  <a:lnTo>
                    <a:pt x="16316" y="15080"/>
                  </a:lnTo>
                  <a:close/>
                  <a:moveTo>
                    <a:pt x="14339" y="0"/>
                  </a:moveTo>
                  <a:lnTo>
                    <a:pt x="13432" y="2884"/>
                  </a:lnTo>
                  <a:lnTo>
                    <a:pt x="12526" y="2802"/>
                  </a:lnTo>
                  <a:lnTo>
                    <a:pt x="11619" y="2802"/>
                  </a:lnTo>
                  <a:lnTo>
                    <a:pt x="10713" y="2884"/>
                  </a:lnTo>
                  <a:lnTo>
                    <a:pt x="9889" y="3049"/>
                  </a:lnTo>
                  <a:lnTo>
                    <a:pt x="8653" y="330"/>
                  </a:lnTo>
                  <a:lnTo>
                    <a:pt x="7334" y="824"/>
                  </a:lnTo>
                  <a:lnTo>
                    <a:pt x="6098" y="1401"/>
                  </a:lnTo>
                  <a:lnTo>
                    <a:pt x="7252" y="4203"/>
                  </a:lnTo>
                  <a:lnTo>
                    <a:pt x="6510" y="4697"/>
                  </a:lnTo>
                  <a:lnTo>
                    <a:pt x="5851" y="5274"/>
                  </a:lnTo>
                  <a:lnTo>
                    <a:pt x="5192" y="5933"/>
                  </a:lnTo>
                  <a:lnTo>
                    <a:pt x="4615" y="6592"/>
                  </a:lnTo>
                  <a:lnTo>
                    <a:pt x="1978" y="5274"/>
                  </a:lnTo>
                  <a:lnTo>
                    <a:pt x="1236" y="6510"/>
                  </a:lnTo>
                  <a:lnTo>
                    <a:pt x="742" y="7746"/>
                  </a:lnTo>
                  <a:lnTo>
                    <a:pt x="3379" y="9147"/>
                  </a:lnTo>
                  <a:lnTo>
                    <a:pt x="3297" y="9312"/>
                  </a:lnTo>
                  <a:lnTo>
                    <a:pt x="3049" y="10218"/>
                  </a:lnTo>
                  <a:lnTo>
                    <a:pt x="2967" y="11042"/>
                  </a:lnTo>
                  <a:lnTo>
                    <a:pt x="2885" y="11866"/>
                  </a:lnTo>
                  <a:lnTo>
                    <a:pt x="2885" y="12690"/>
                  </a:lnTo>
                  <a:lnTo>
                    <a:pt x="0" y="13432"/>
                  </a:lnTo>
                  <a:lnTo>
                    <a:pt x="248" y="14750"/>
                  </a:lnTo>
                  <a:lnTo>
                    <a:pt x="660" y="16151"/>
                  </a:lnTo>
                  <a:lnTo>
                    <a:pt x="3544" y="15409"/>
                  </a:lnTo>
                  <a:lnTo>
                    <a:pt x="3956" y="16316"/>
                  </a:lnTo>
                  <a:lnTo>
                    <a:pt x="4368" y="17057"/>
                  </a:lnTo>
                  <a:lnTo>
                    <a:pt x="4945" y="17799"/>
                  </a:lnTo>
                  <a:lnTo>
                    <a:pt x="5521" y="18458"/>
                  </a:lnTo>
                  <a:lnTo>
                    <a:pt x="3709" y="20848"/>
                  </a:lnTo>
                  <a:lnTo>
                    <a:pt x="4780" y="21754"/>
                  </a:lnTo>
                  <a:lnTo>
                    <a:pt x="6016" y="22578"/>
                  </a:lnTo>
                  <a:lnTo>
                    <a:pt x="7746" y="20189"/>
                  </a:lnTo>
                  <a:lnTo>
                    <a:pt x="8570" y="20601"/>
                  </a:lnTo>
                  <a:lnTo>
                    <a:pt x="9477" y="20848"/>
                  </a:lnTo>
                  <a:lnTo>
                    <a:pt x="10383" y="21095"/>
                  </a:lnTo>
                  <a:lnTo>
                    <a:pt x="11207" y="21260"/>
                  </a:lnTo>
                  <a:lnTo>
                    <a:pt x="11372" y="24226"/>
                  </a:lnTo>
                  <a:lnTo>
                    <a:pt x="12773" y="24226"/>
                  </a:lnTo>
                  <a:lnTo>
                    <a:pt x="14174" y="24062"/>
                  </a:lnTo>
                  <a:lnTo>
                    <a:pt x="14009" y="21095"/>
                  </a:lnTo>
                  <a:lnTo>
                    <a:pt x="14915" y="20848"/>
                  </a:lnTo>
                  <a:lnTo>
                    <a:pt x="15739" y="20518"/>
                  </a:lnTo>
                  <a:lnTo>
                    <a:pt x="16563" y="20106"/>
                  </a:lnTo>
                  <a:lnTo>
                    <a:pt x="17387" y="19694"/>
                  </a:lnTo>
                  <a:lnTo>
                    <a:pt x="19365" y="21837"/>
                  </a:lnTo>
                  <a:lnTo>
                    <a:pt x="20436" y="20930"/>
                  </a:lnTo>
                  <a:lnTo>
                    <a:pt x="21425" y="19942"/>
                  </a:lnTo>
                  <a:lnTo>
                    <a:pt x="19447" y="17799"/>
                  </a:lnTo>
                  <a:lnTo>
                    <a:pt x="19942" y="17057"/>
                  </a:lnTo>
                  <a:lnTo>
                    <a:pt x="20354" y="16316"/>
                  </a:lnTo>
                  <a:lnTo>
                    <a:pt x="20684" y="15574"/>
                  </a:lnTo>
                  <a:lnTo>
                    <a:pt x="21013" y="14750"/>
                  </a:lnTo>
                  <a:lnTo>
                    <a:pt x="21096" y="14503"/>
                  </a:lnTo>
                  <a:lnTo>
                    <a:pt x="23980" y="14833"/>
                  </a:lnTo>
                  <a:lnTo>
                    <a:pt x="24227" y="13514"/>
                  </a:lnTo>
                  <a:lnTo>
                    <a:pt x="24309" y="12113"/>
                  </a:lnTo>
                  <a:lnTo>
                    <a:pt x="21425" y="11701"/>
                  </a:lnTo>
                  <a:lnTo>
                    <a:pt x="21343" y="10795"/>
                  </a:lnTo>
                  <a:lnTo>
                    <a:pt x="21178" y="9888"/>
                  </a:lnTo>
                  <a:lnTo>
                    <a:pt x="20931" y="9064"/>
                  </a:lnTo>
                  <a:lnTo>
                    <a:pt x="20601" y="8240"/>
                  </a:lnTo>
                  <a:lnTo>
                    <a:pt x="23073" y="6592"/>
                  </a:lnTo>
                  <a:lnTo>
                    <a:pt x="22332" y="5356"/>
                  </a:lnTo>
                  <a:lnTo>
                    <a:pt x="21508" y="4203"/>
                  </a:lnTo>
                  <a:lnTo>
                    <a:pt x="19035" y="5851"/>
                  </a:lnTo>
                  <a:lnTo>
                    <a:pt x="18376" y="5191"/>
                  </a:lnTo>
                  <a:lnTo>
                    <a:pt x="17717" y="4615"/>
                  </a:lnTo>
                  <a:lnTo>
                    <a:pt x="16975" y="4120"/>
                  </a:lnTo>
                  <a:lnTo>
                    <a:pt x="16151" y="3708"/>
                  </a:lnTo>
                  <a:lnTo>
                    <a:pt x="16975" y="824"/>
                  </a:lnTo>
                  <a:lnTo>
                    <a:pt x="15739" y="330"/>
                  </a:lnTo>
                  <a:lnTo>
                    <a:pt x="14339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4553675" y="755200"/>
              <a:ext cx="1361725" cy="1361725"/>
            </a:xfrm>
            <a:custGeom>
              <a:rect b="b" l="l" r="r" t="t"/>
              <a:pathLst>
                <a:path extrusionOk="0" h="54469" w="54469">
                  <a:moveTo>
                    <a:pt x="28264" y="6015"/>
                  </a:moveTo>
                  <a:lnTo>
                    <a:pt x="29418" y="6098"/>
                  </a:lnTo>
                  <a:lnTo>
                    <a:pt x="30407" y="6263"/>
                  </a:lnTo>
                  <a:lnTo>
                    <a:pt x="31478" y="6427"/>
                  </a:lnTo>
                  <a:lnTo>
                    <a:pt x="32549" y="6675"/>
                  </a:lnTo>
                  <a:lnTo>
                    <a:pt x="33538" y="6922"/>
                  </a:lnTo>
                  <a:lnTo>
                    <a:pt x="34527" y="7252"/>
                  </a:lnTo>
                  <a:lnTo>
                    <a:pt x="35433" y="7664"/>
                  </a:lnTo>
                  <a:lnTo>
                    <a:pt x="36422" y="8076"/>
                  </a:lnTo>
                  <a:lnTo>
                    <a:pt x="37329" y="8570"/>
                  </a:lnTo>
                  <a:lnTo>
                    <a:pt x="38235" y="9064"/>
                  </a:lnTo>
                  <a:lnTo>
                    <a:pt x="39059" y="9641"/>
                  </a:lnTo>
                  <a:lnTo>
                    <a:pt x="40707" y="10877"/>
                  </a:lnTo>
                  <a:lnTo>
                    <a:pt x="42190" y="12196"/>
                  </a:lnTo>
                  <a:lnTo>
                    <a:pt x="43591" y="13679"/>
                  </a:lnTo>
                  <a:lnTo>
                    <a:pt x="44827" y="15327"/>
                  </a:lnTo>
                  <a:lnTo>
                    <a:pt x="45322" y="16233"/>
                  </a:lnTo>
                  <a:lnTo>
                    <a:pt x="45899" y="17140"/>
                  </a:lnTo>
                  <a:lnTo>
                    <a:pt x="46311" y="18046"/>
                  </a:lnTo>
                  <a:lnTo>
                    <a:pt x="46805" y="18953"/>
                  </a:lnTo>
                  <a:lnTo>
                    <a:pt x="47135" y="19942"/>
                  </a:lnTo>
                  <a:lnTo>
                    <a:pt x="47464" y="20930"/>
                  </a:lnTo>
                  <a:lnTo>
                    <a:pt x="47794" y="21919"/>
                  </a:lnTo>
                  <a:lnTo>
                    <a:pt x="48041" y="22908"/>
                  </a:lnTo>
                  <a:lnTo>
                    <a:pt x="48206" y="23979"/>
                  </a:lnTo>
                  <a:lnTo>
                    <a:pt x="48288" y="25050"/>
                  </a:lnTo>
                  <a:lnTo>
                    <a:pt x="48371" y="26122"/>
                  </a:lnTo>
                  <a:lnTo>
                    <a:pt x="48453" y="27193"/>
                  </a:lnTo>
                  <a:lnTo>
                    <a:pt x="48371" y="28347"/>
                  </a:lnTo>
                  <a:lnTo>
                    <a:pt x="48288" y="29418"/>
                  </a:lnTo>
                  <a:lnTo>
                    <a:pt x="48206" y="30407"/>
                  </a:lnTo>
                  <a:lnTo>
                    <a:pt x="48041" y="31478"/>
                  </a:lnTo>
                  <a:lnTo>
                    <a:pt x="47794" y="32549"/>
                  </a:lnTo>
                  <a:lnTo>
                    <a:pt x="47464" y="33538"/>
                  </a:lnTo>
                  <a:lnTo>
                    <a:pt x="47135" y="34527"/>
                  </a:lnTo>
                  <a:lnTo>
                    <a:pt x="46805" y="35516"/>
                  </a:lnTo>
                  <a:lnTo>
                    <a:pt x="46311" y="36422"/>
                  </a:lnTo>
                  <a:lnTo>
                    <a:pt x="45899" y="37328"/>
                  </a:lnTo>
                  <a:lnTo>
                    <a:pt x="45322" y="38235"/>
                  </a:lnTo>
                  <a:lnTo>
                    <a:pt x="44827" y="39059"/>
                  </a:lnTo>
                  <a:lnTo>
                    <a:pt x="43591" y="40707"/>
                  </a:lnTo>
                  <a:lnTo>
                    <a:pt x="42190" y="42190"/>
                  </a:lnTo>
                  <a:lnTo>
                    <a:pt x="40707" y="43591"/>
                  </a:lnTo>
                  <a:lnTo>
                    <a:pt x="39059" y="44827"/>
                  </a:lnTo>
                  <a:lnTo>
                    <a:pt x="38235" y="45404"/>
                  </a:lnTo>
                  <a:lnTo>
                    <a:pt x="37329" y="45898"/>
                  </a:lnTo>
                  <a:lnTo>
                    <a:pt x="36422" y="46310"/>
                  </a:lnTo>
                  <a:lnTo>
                    <a:pt x="35433" y="46805"/>
                  </a:lnTo>
                  <a:lnTo>
                    <a:pt x="34527" y="47134"/>
                  </a:lnTo>
                  <a:lnTo>
                    <a:pt x="33538" y="47464"/>
                  </a:lnTo>
                  <a:lnTo>
                    <a:pt x="32549" y="47794"/>
                  </a:lnTo>
                  <a:lnTo>
                    <a:pt x="31478" y="48041"/>
                  </a:lnTo>
                  <a:lnTo>
                    <a:pt x="30407" y="48206"/>
                  </a:lnTo>
                  <a:lnTo>
                    <a:pt x="29418" y="48288"/>
                  </a:lnTo>
                  <a:lnTo>
                    <a:pt x="28264" y="48370"/>
                  </a:lnTo>
                  <a:lnTo>
                    <a:pt x="27193" y="48453"/>
                  </a:lnTo>
                  <a:lnTo>
                    <a:pt x="26122" y="48370"/>
                  </a:lnTo>
                  <a:lnTo>
                    <a:pt x="25051" y="48288"/>
                  </a:lnTo>
                  <a:lnTo>
                    <a:pt x="23979" y="48206"/>
                  </a:lnTo>
                  <a:lnTo>
                    <a:pt x="22908" y="48041"/>
                  </a:lnTo>
                  <a:lnTo>
                    <a:pt x="21919" y="47794"/>
                  </a:lnTo>
                  <a:lnTo>
                    <a:pt x="20931" y="47464"/>
                  </a:lnTo>
                  <a:lnTo>
                    <a:pt x="19942" y="47134"/>
                  </a:lnTo>
                  <a:lnTo>
                    <a:pt x="18953" y="46805"/>
                  </a:lnTo>
                  <a:lnTo>
                    <a:pt x="18046" y="46310"/>
                  </a:lnTo>
                  <a:lnTo>
                    <a:pt x="17058" y="45898"/>
                  </a:lnTo>
                  <a:lnTo>
                    <a:pt x="16234" y="45404"/>
                  </a:lnTo>
                  <a:lnTo>
                    <a:pt x="15327" y="44827"/>
                  </a:lnTo>
                  <a:lnTo>
                    <a:pt x="13679" y="43591"/>
                  </a:lnTo>
                  <a:lnTo>
                    <a:pt x="12196" y="42190"/>
                  </a:lnTo>
                  <a:lnTo>
                    <a:pt x="10877" y="40707"/>
                  </a:lnTo>
                  <a:lnTo>
                    <a:pt x="9641" y="39059"/>
                  </a:lnTo>
                  <a:lnTo>
                    <a:pt x="9065" y="38235"/>
                  </a:lnTo>
                  <a:lnTo>
                    <a:pt x="8570" y="37328"/>
                  </a:lnTo>
                  <a:lnTo>
                    <a:pt x="8076" y="36422"/>
                  </a:lnTo>
                  <a:lnTo>
                    <a:pt x="7664" y="35516"/>
                  </a:lnTo>
                  <a:lnTo>
                    <a:pt x="7252" y="34527"/>
                  </a:lnTo>
                  <a:lnTo>
                    <a:pt x="6922" y="33538"/>
                  </a:lnTo>
                  <a:lnTo>
                    <a:pt x="6675" y="32549"/>
                  </a:lnTo>
                  <a:lnTo>
                    <a:pt x="6428" y="31478"/>
                  </a:lnTo>
                  <a:lnTo>
                    <a:pt x="6263" y="30407"/>
                  </a:lnTo>
                  <a:lnTo>
                    <a:pt x="6098" y="29418"/>
                  </a:lnTo>
                  <a:lnTo>
                    <a:pt x="6016" y="28347"/>
                  </a:lnTo>
                  <a:lnTo>
                    <a:pt x="6016" y="27193"/>
                  </a:lnTo>
                  <a:lnTo>
                    <a:pt x="6016" y="26122"/>
                  </a:lnTo>
                  <a:lnTo>
                    <a:pt x="6098" y="25050"/>
                  </a:lnTo>
                  <a:lnTo>
                    <a:pt x="6263" y="23979"/>
                  </a:lnTo>
                  <a:lnTo>
                    <a:pt x="6428" y="22908"/>
                  </a:lnTo>
                  <a:lnTo>
                    <a:pt x="6675" y="21919"/>
                  </a:lnTo>
                  <a:lnTo>
                    <a:pt x="6922" y="20930"/>
                  </a:lnTo>
                  <a:lnTo>
                    <a:pt x="7252" y="19942"/>
                  </a:lnTo>
                  <a:lnTo>
                    <a:pt x="7664" y="18953"/>
                  </a:lnTo>
                  <a:lnTo>
                    <a:pt x="8076" y="18046"/>
                  </a:lnTo>
                  <a:lnTo>
                    <a:pt x="8570" y="17140"/>
                  </a:lnTo>
                  <a:lnTo>
                    <a:pt x="9065" y="16233"/>
                  </a:lnTo>
                  <a:lnTo>
                    <a:pt x="9641" y="15327"/>
                  </a:lnTo>
                  <a:lnTo>
                    <a:pt x="10877" y="13679"/>
                  </a:lnTo>
                  <a:lnTo>
                    <a:pt x="12196" y="12196"/>
                  </a:lnTo>
                  <a:lnTo>
                    <a:pt x="13679" y="10877"/>
                  </a:lnTo>
                  <a:lnTo>
                    <a:pt x="15327" y="9641"/>
                  </a:lnTo>
                  <a:lnTo>
                    <a:pt x="16234" y="9064"/>
                  </a:lnTo>
                  <a:lnTo>
                    <a:pt x="17058" y="8570"/>
                  </a:lnTo>
                  <a:lnTo>
                    <a:pt x="18046" y="8076"/>
                  </a:lnTo>
                  <a:lnTo>
                    <a:pt x="18953" y="7664"/>
                  </a:lnTo>
                  <a:lnTo>
                    <a:pt x="19942" y="7252"/>
                  </a:lnTo>
                  <a:lnTo>
                    <a:pt x="20931" y="6922"/>
                  </a:lnTo>
                  <a:lnTo>
                    <a:pt x="21919" y="6675"/>
                  </a:lnTo>
                  <a:lnTo>
                    <a:pt x="22908" y="6427"/>
                  </a:lnTo>
                  <a:lnTo>
                    <a:pt x="23979" y="6263"/>
                  </a:lnTo>
                  <a:lnTo>
                    <a:pt x="25051" y="6098"/>
                  </a:lnTo>
                  <a:lnTo>
                    <a:pt x="26122" y="6015"/>
                  </a:lnTo>
                  <a:close/>
                  <a:moveTo>
                    <a:pt x="24803" y="0"/>
                  </a:moveTo>
                  <a:lnTo>
                    <a:pt x="14668" y="2967"/>
                  </a:lnTo>
                  <a:lnTo>
                    <a:pt x="14338" y="3131"/>
                  </a:lnTo>
                  <a:lnTo>
                    <a:pt x="14091" y="3379"/>
                  </a:lnTo>
                  <a:lnTo>
                    <a:pt x="14009" y="3708"/>
                  </a:lnTo>
                  <a:lnTo>
                    <a:pt x="14091" y="4038"/>
                  </a:lnTo>
                  <a:lnTo>
                    <a:pt x="14998" y="7169"/>
                  </a:lnTo>
                  <a:lnTo>
                    <a:pt x="13762" y="7993"/>
                  </a:lnTo>
                  <a:lnTo>
                    <a:pt x="12526" y="8900"/>
                  </a:lnTo>
                  <a:lnTo>
                    <a:pt x="11454" y="9888"/>
                  </a:lnTo>
                  <a:lnTo>
                    <a:pt x="10383" y="10877"/>
                  </a:lnTo>
                  <a:lnTo>
                    <a:pt x="7499" y="9312"/>
                  </a:lnTo>
                  <a:lnTo>
                    <a:pt x="7169" y="9229"/>
                  </a:lnTo>
                  <a:lnTo>
                    <a:pt x="6840" y="9229"/>
                  </a:lnTo>
                  <a:lnTo>
                    <a:pt x="6510" y="9394"/>
                  </a:lnTo>
                  <a:lnTo>
                    <a:pt x="6263" y="9641"/>
                  </a:lnTo>
                  <a:lnTo>
                    <a:pt x="1154" y="18953"/>
                  </a:lnTo>
                  <a:lnTo>
                    <a:pt x="1072" y="19282"/>
                  </a:lnTo>
                  <a:lnTo>
                    <a:pt x="1072" y="19612"/>
                  </a:lnTo>
                  <a:lnTo>
                    <a:pt x="1236" y="19942"/>
                  </a:lnTo>
                  <a:lnTo>
                    <a:pt x="1566" y="20106"/>
                  </a:lnTo>
                  <a:lnTo>
                    <a:pt x="4368" y="21754"/>
                  </a:lnTo>
                  <a:lnTo>
                    <a:pt x="4120" y="23155"/>
                  </a:lnTo>
                  <a:lnTo>
                    <a:pt x="3873" y="24638"/>
                  </a:lnTo>
                  <a:lnTo>
                    <a:pt x="3791" y="26122"/>
                  </a:lnTo>
                  <a:lnTo>
                    <a:pt x="3791" y="27605"/>
                  </a:lnTo>
                  <a:lnTo>
                    <a:pt x="577" y="28511"/>
                  </a:lnTo>
                  <a:lnTo>
                    <a:pt x="330" y="28676"/>
                  </a:lnTo>
                  <a:lnTo>
                    <a:pt x="83" y="28923"/>
                  </a:lnTo>
                  <a:lnTo>
                    <a:pt x="0" y="29253"/>
                  </a:lnTo>
                  <a:lnTo>
                    <a:pt x="0" y="29583"/>
                  </a:lnTo>
                  <a:lnTo>
                    <a:pt x="2967" y="39801"/>
                  </a:lnTo>
                  <a:lnTo>
                    <a:pt x="3132" y="40048"/>
                  </a:lnTo>
                  <a:lnTo>
                    <a:pt x="3379" y="40295"/>
                  </a:lnTo>
                  <a:lnTo>
                    <a:pt x="3708" y="40377"/>
                  </a:lnTo>
                  <a:lnTo>
                    <a:pt x="4038" y="40377"/>
                  </a:lnTo>
                  <a:lnTo>
                    <a:pt x="7169" y="39471"/>
                  </a:lnTo>
                  <a:lnTo>
                    <a:pt x="7993" y="40707"/>
                  </a:lnTo>
                  <a:lnTo>
                    <a:pt x="8900" y="41861"/>
                  </a:lnTo>
                  <a:lnTo>
                    <a:pt x="9889" y="43014"/>
                  </a:lnTo>
                  <a:lnTo>
                    <a:pt x="10877" y="44086"/>
                  </a:lnTo>
                  <a:lnTo>
                    <a:pt x="9312" y="46970"/>
                  </a:lnTo>
                  <a:lnTo>
                    <a:pt x="9229" y="47299"/>
                  </a:lnTo>
                  <a:lnTo>
                    <a:pt x="9229" y="47629"/>
                  </a:lnTo>
                  <a:lnTo>
                    <a:pt x="9394" y="47958"/>
                  </a:lnTo>
                  <a:lnTo>
                    <a:pt x="9641" y="48123"/>
                  </a:lnTo>
                  <a:lnTo>
                    <a:pt x="18953" y="53232"/>
                  </a:lnTo>
                  <a:lnTo>
                    <a:pt x="19283" y="53397"/>
                  </a:lnTo>
                  <a:lnTo>
                    <a:pt x="19612" y="53315"/>
                  </a:lnTo>
                  <a:lnTo>
                    <a:pt x="19942" y="53150"/>
                  </a:lnTo>
                  <a:lnTo>
                    <a:pt x="20107" y="52903"/>
                  </a:lnTo>
                  <a:lnTo>
                    <a:pt x="21755" y="50018"/>
                  </a:lnTo>
                  <a:lnTo>
                    <a:pt x="23155" y="50348"/>
                  </a:lnTo>
                  <a:lnTo>
                    <a:pt x="24639" y="50513"/>
                  </a:lnTo>
                  <a:lnTo>
                    <a:pt x="26122" y="50678"/>
                  </a:lnTo>
                  <a:lnTo>
                    <a:pt x="27605" y="50678"/>
                  </a:lnTo>
                  <a:lnTo>
                    <a:pt x="28512" y="53809"/>
                  </a:lnTo>
                  <a:lnTo>
                    <a:pt x="28676" y="54139"/>
                  </a:lnTo>
                  <a:lnTo>
                    <a:pt x="28924" y="54386"/>
                  </a:lnTo>
                  <a:lnTo>
                    <a:pt x="29253" y="54468"/>
                  </a:lnTo>
                  <a:lnTo>
                    <a:pt x="29583" y="54468"/>
                  </a:lnTo>
                  <a:lnTo>
                    <a:pt x="39718" y="51502"/>
                  </a:lnTo>
                  <a:lnTo>
                    <a:pt x="40048" y="51337"/>
                  </a:lnTo>
                  <a:lnTo>
                    <a:pt x="40295" y="51090"/>
                  </a:lnTo>
                  <a:lnTo>
                    <a:pt x="40378" y="50760"/>
                  </a:lnTo>
                  <a:lnTo>
                    <a:pt x="40378" y="50348"/>
                  </a:lnTo>
                  <a:lnTo>
                    <a:pt x="39471" y="47217"/>
                  </a:lnTo>
                  <a:lnTo>
                    <a:pt x="40707" y="46393"/>
                  </a:lnTo>
                  <a:lnTo>
                    <a:pt x="41861" y="45486"/>
                  </a:lnTo>
                  <a:lnTo>
                    <a:pt x="43014" y="44580"/>
                  </a:lnTo>
                  <a:lnTo>
                    <a:pt x="44086" y="43509"/>
                  </a:lnTo>
                  <a:lnTo>
                    <a:pt x="46970" y="45157"/>
                  </a:lnTo>
                  <a:lnTo>
                    <a:pt x="47299" y="45239"/>
                  </a:lnTo>
                  <a:lnTo>
                    <a:pt x="47629" y="45157"/>
                  </a:lnTo>
                  <a:lnTo>
                    <a:pt x="47959" y="45074"/>
                  </a:lnTo>
                  <a:lnTo>
                    <a:pt x="48123" y="44745"/>
                  </a:lnTo>
                  <a:lnTo>
                    <a:pt x="53232" y="35516"/>
                  </a:lnTo>
                  <a:lnTo>
                    <a:pt x="53315" y="35186"/>
                  </a:lnTo>
                  <a:lnTo>
                    <a:pt x="53315" y="34856"/>
                  </a:lnTo>
                  <a:lnTo>
                    <a:pt x="53150" y="34527"/>
                  </a:lnTo>
                  <a:lnTo>
                    <a:pt x="52903" y="34280"/>
                  </a:lnTo>
                  <a:lnTo>
                    <a:pt x="50019" y="32714"/>
                  </a:lnTo>
                  <a:lnTo>
                    <a:pt x="50348" y="31231"/>
                  </a:lnTo>
                  <a:lnTo>
                    <a:pt x="50513" y="29830"/>
                  </a:lnTo>
                  <a:lnTo>
                    <a:pt x="50678" y="28347"/>
                  </a:lnTo>
                  <a:lnTo>
                    <a:pt x="50678" y="26863"/>
                  </a:lnTo>
                  <a:lnTo>
                    <a:pt x="53809" y="25957"/>
                  </a:lnTo>
                  <a:lnTo>
                    <a:pt x="54139" y="25792"/>
                  </a:lnTo>
                  <a:lnTo>
                    <a:pt x="54386" y="25462"/>
                  </a:lnTo>
                  <a:lnTo>
                    <a:pt x="54468" y="25133"/>
                  </a:lnTo>
                  <a:lnTo>
                    <a:pt x="54468" y="24803"/>
                  </a:lnTo>
                  <a:lnTo>
                    <a:pt x="51502" y="14668"/>
                  </a:lnTo>
                  <a:lnTo>
                    <a:pt x="51337" y="14338"/>
                  </a:lnTo>
                  <a:lnTo>
                    <a:pt x="51090" y="14173"/>
                  </a:lnTo>
                  <a:lnTo>
                    <a:pt x="50760" y="14009"/>
                  </a:lnTo>
                  <a:lnTo>
                    <a:pt x="50348" y="14091"/>
                  </a:lnTo>
                  <a:lnTo>
                    <a:pt x="47217" y="14997"/>
                  </a:lnTo>
                  <a:lnTo>
                    <a:pt x="46393" y="13761"/>
                  </a:lnTo>
                  <a:lnTo>
                    <a:pt x="45487" y="12525"/>
                  </a:lnTo>
                  <a:lnTo>
                    <a:pt x="44580" y="11454"/>
                  </a:lnTo>
                  <a:lnTo>
                    <a:pt x="43509" y="10383"/>
                  </a:lnTo>
                  <a:lnTo>
                    <a:pt x="45157" y="7499"/>
                  </a:lnTo>
                  <a:lnTo>
                    <a:pt x="45239" y="7169"/>
                  </a:lnTo>
                  <a:lnTo>
                    <a:pt x="45157" y="6839"/>
                  </a:lnTo>
                  <a:lnTo>
                    <a:pt x="45075" y="6510"/>
                  </a:lnTo>
                  <a:lnTo>
                    <a:pt x="44745" y="6263"/>
                  </a:lnTo>
                  <a:lnTo>
                    <a:pt x="35516" y="1154"/>
                  </a:lnTo>
                  <a:lnTo>
                    <a:pt x="35186" y="1071"/>
                  </a:lnTo>
                  <a:lnTo>
                    <a:pt x="34857" y="1071"/>
                  </a:lnTo>
                  <a:lnTo>
                    <a:pt x="34527" y="1236"/>
                  </a:lnTo>
                  <a:lnTo>
                    <a:pt x="34280" y="1566"/>
                  </a:lnTo>
                  <a:lnTo>
                    <a:pt x="32714" y="4450"/>
                  </a:lnTo>
                  <a:lnTo>
                    <a:pt x="31231" y="4120"/>
                  </a:lnTo>
                  <a:lnTo>
                    <a:pt x="29830" y="3873"/>
                  </a:lnTo>
                  <a:lnTo>
                    <a:pt x="28347" y="3791"/>
                  </a:lnTo>
                  <a:lnTo>
                    <a:pt x="26864" y="3791"/>
                  </a:lnTo>
                  <a:lnTo>
                    <a:pt x="25957" y="577"/>
                  </a:lnTo>
                  <a:lnTo>
                    <a:pt x="25792" y="330"/>
                  </a:lnTo>
                  <a:lnTo>
                    <a:pt x="25463" y="82"/>
                  </a:lnTo>
                  <a:lnTo>
                    <a:pt x="25133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4767925" y="969425"/>
              <a:ext cx="931175" cy="931175"/>
            </a:xfrm>
            <a:custGeom>
              <a:rect b="b" l="l" r="r" t="t"/>
              <a:pathLst>
                <a:path extrusionOk="0" fill="none" h="37247" w="37247">
                  <a:moveTo>
                    <a:pt x="37246" y="18624"/>
                  </a:moveTo>
                  <a:lnTo>
                    <a:pt x="37246" y="18624"/>
                  </a:lnTo>
                  <a:lnTo>
                    <a:pt x="37164" y="20519"/>
                  </a:lnTo>
                  <a:lnTo>
                    <a:pt x="36917" y="22414"/>
                  </a:lnTo>
                  <a:lnTo>
                    <a:pt x="36422" y="24145"/>
                  </a:lnTo>
                  <a:lnTo>
                    <a:pt x="35763" y="25875"/>
                  </a:lnTo>
                  <a:lnTo>
                    <a:pt x="35021" y="27523"/>
                  </a:lnTo>
                  <a:lnTo>
                    <a:pt x="34115" y="29089"/>
                  </a:lnTo>
                  <a:lnTo>
                    <a:pt x="33044" y="30490"/>
                  </a:lnTo>
                  <a:lnTo>
                    <a:pt x="31808" y="31808"/>
                  </a:lnTo>
                  <a:lnTo>
                    <a:pt x="30489" y="33044"/>
                  </a:lnTo>
                  <a:lnTo>
                    <a:pt x="29088" y="34116"/>
                  </a:lnTo>
                  <a:lnTo>
                    <a:pt x="27523" y="35022"/>
                  </a:lnTo>
                  <a:lnTo>
                    <a:pt x="25875" y="35846"/>
                  </a:lnTo>
                  <a:lnTo>
                    <a:pt x="24144" y="36423"/>
                  </a:lnTo>
                  <a:lnTo>
                    <a:pt x="22414" y="36917"/>
                  </a:lnTo>
                  <a:lnTo>
                    <a:pt x="20518" y="37165"/>
                  </a:lnTo>
                  <a:lnTo>
                    <a:pt x="18623" y="37247"/>
                  </a:lnTo>
                  <a:lnTo>
                    <a:pt x="18623" y="37247"/>
                  </a:lnTo>
                  <a:lnTo>
                    <a:pt x="16728" y="37165"/>
                  </a:lnTo>
                  <a:lnTo>
                    <a:pt x="14915" y="36917"/>
                  </a:lnTo>
                  <a:lnTo>
                    <a:pt x="13102" y="36423"/>
                  </a:lnTo>
                  <a:lnTo>
                    <a:pt x="11372" y="35846"/>
                  </a:lnTo>
                  <a:lnTo>
                    <a:pt x="9806" y="35022"/>
                  </a:lnTo>
                  <a:lnTo>
                    <a:pt x="8240" y="34116"/>
                  </a:lnTo>
                  <a:lnTo>
                    <a:pt x="6757" y="33044"/>
                  </a:lnTo>
                  <a:lnTo>
                    <a:pt x="5439" y="31808"/>
                  </a:lnTo>
                  <a:lnTo>
                    <a:pt x="4285" y="30490"/>
                  </a:lnTo>
                  <a:lnTo>
                    <a:pt x="3214" y="29089"/>
                  </a:lnTo>
                  <a:lnTo>
                    <a:pt x="2307" y="27523"/>
                  </a:lnTo>
                  <a:lnTo>
                    <a:pt x="1483" y="25875"/>
                  </a:lnTo>
                  <a:lnTo>
                    <a:pt x="824" y="24145"/>
                  </a:lnTo>
                  <a:lnTo>
                    <a:pt x="412" y="22414"/>
                  </a:lnTo>
                  <a:lnTo>
                    <a:pt x="83" y="20519"/>
                  </a:lnTo>
                  <a:lnTo>
                    <a:pt x="0" y="18624"/>
                  </a:lnTo>
                  <a:lnTo>
                    <a:pt x="0" y="18624"/>
                  </a:lnTo>
                  <a:lnTo>
                    <a:pt x="83" y="16729"/>
                  </a:lnTo>
                  <a:lnTo>
                    <a:pt x="412" y="14916"/>
                  </a:lnTo>
                  <a:lnTo>
                    <a:pt x="824" y="13103"/>
                  </a:lnTo>
                  <a:lnTo>
                    <a:pt x="1483" y="11373"/>
                  </a:lnTo>
                  <a:lnTo>
                    <a:pt x="2307" y="9807"/>
                  </a:lnTo>
                  <a:lnTo>
                    <a:pt x="3214" y="8241"/>
                  </a:lnTo>
                  <a:lnTo>
                    <a:pt x="4285" y="6840"/>
                  </a:lnTo>
                  <a:lnTo>
                    <a:pt x="5439" y="5440"/>
                  </a:lnTo>
                  <a:lnTo>
                    <a:pt x="6757" y="4286"/>
                  </a:lnTo>
                  <a:lnTo>
                    <a:pt x="8240" y="3215"/>
                  </a:lnTo>
                  <a:lnTo>
                    <a:pt x="9806" y="2308"/>
                  </a:lnTo>
                  <a:lnTo>
                    <a:pt x="11372" y="1484"/>
                  </a:lnTo>
                  <a:lnTo>
                    <a:pt x="13102" y="825"/>
                  </a:lnTo>
                  <a:lnTo>
                    <a:pt x="14915" y="413"/>
                  </a:lnTo>
                  <a:lnTo>
                    <a:pt x="16728" y="83"/>
                  </a:lnTo>
                  <a:lnTo>
                    <a:pt x="18623" y="1"/>
                  </a:lnTo>
                  <a:lnTo>
                    <a:pt x="18623" y="1"/>
                  </a:lnTo>
                  <a:lnTo>
                    <a:pt x="20518" y="83"/>
                  </a:lnTo>
                  <a:lnTo>
                    <a:pt x="22414" y="413"/>
                  </a:lnTo>
                  <a:lnTo>
                    <a:pt x="24144" y="825"/>
                  </a:lnTo>
                  <a:lnTo>
                    <a:pt x="25875" y="1484"/>
                  </a:lnTo>
                  <a:lnTo>
                    <a:pt x="27523" y="2308"/>
                  </a:lnTo>
                  <a:lnTo>
                    <a:pt x="29088" y="3215"/>
                  </a:lnTo>
                  <a:lnTo>
                    <a:pt x="30489" y="4286"/>
                  </a:lnTo>
                  <a:lnTo>
                    <a:pt x="31808" y="5440"/>
                  </a:lnTo>
                  <a:lnTo>
                    <a:pt x="33044" y="6840"/>
                  </a:lnTo>
                  <a:lnTo>
                    <a:pt x="34115" y="8241"/>
                  </a:lnTo>
                  <a:lnTo>
                    <a:pt x="35021" y="9807"/>
                  </a:lnTo>
                  <a:lnTo>
                    <a:pt x="35763" y="11373"/>
                  </a:lnTo>
                  <a:lnTo>
                    <a:pt x="36422" y="13103"/>
                  </a:lnTo>
                  <a:lnTo>
                    <a:pt x="36917" y="14916"/>
                  </a:lnTo>
                  <a:lnTo>
                    <a:pt x="37164" y="16729"/>
                  </a:lnTo>
                  <a:lnTo>
                    <a:pt x="37246" y="18624"/>
                  </a:lnTo>
                  <a:lnTo>
                    <a:pt x="37246" y="18624"/>
                  </a:lnTo>
                  <a:close/>
                </a:path>
              </a:pathLst>
            </a:custGeom>
            <a:noFill/>
            <a:ln cap="rnd" cmpd="sng" w="4120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4852375" y="1053900"/>
              <a:ext cx="764325" cy="764300"/>
            </a:xfrm>
            <a:custGeom>
              <a:rect b="b" l="l" r="r" t="t"/>
              <a:pathLst>
                <a:path extrusionOk="0" fill="none" h="30572" w="30573">
                  <a:moveTo>
                    <a:pt x="30572" y="15245"/>
                  </a:moveTo>
                  <a:lnTo>
                    <a:pt x="30572" y="15245"/>
                  </a:lnTo>
                  <a:lnTo>
                    <a:pt x="30490" y="16811"/>
                  </a:lnTo>
                  <a:lnTo>
                    <a:pt x="30242" y="18376"/>
                  </a:lnTo>
                  <a:lnTo>
                    <a:pt x="29830" y="19777"/>
                  </a:lnTo>
                  <a:lnTo>
                    <a:pt x="29336" y="21178"/>
                  </a:lnTo>
                  <a:lnTo>
                    <a:pt x="28677" y="22579"/>
                  </a:lnTo>
                  <a:lnTo>
                    <a:pt x="27935" y="23815"/>
                  </a:lnTo>
                  <a:lnTo>
                    <a:pt x="27029" y="24968"/>
                  </a:lnTo>
                  <a:lnTo>
                    <a:pt x="26040" y="26040"/>
                  </a:lnTo>
                  <a:lnTo>
                    <a:pt x="24969" y="27029"/>
                  </a:lnTo>
                  <a:lnTo>
                    <a:pt x="23815" y="27935"/>
                  </a:lnTo>
                  <a:lnTo>
                    <a:pt x="22579" y="28677"/>
                  </a:lnTo>
                  <a:lnTo>
                    <a:pt x="21178" y="29336"/>
                  </a:lnTo>
                  <a:lnTo>
                    <a:pt x="19777" y="29830"/>
                  </a:lnTo>
                  <a:lnTo>
                    <a:pt x="18376" y="30242"/>
                  </a:lnTo>
                  <a:lnTo>
                    <a:pt x="16811" y="30489"/>
                  </a:lnTo>
                  <a:lnTo>
                    <a:pt x="15245" y="30572"/>
                  </a:lnTo>
                  <a:lnTo>
                    <a:pt x="15245" y="30572"/>
                  </a:lnTo>
                  <a:lnTo>
                    <a:pt x="13680" y="30489"/>
                  </a:lnTo>
                  <a:lnTo>
                    <a:pt x="12196" y="30242"/>
                  </a:lnTo>
                  <a:lnTo>
                    <a:pt x="10713" y="29830"/>
                  </a:lnTo>
                  <a:lnTo>
                    <a:pt x="9312" y="29336"/>
                  </a:lnTo>
                  <a:lnTo>
                    <a:pt x="7994" y="28677"/>
                  </a:lnTo>
                  <a:lnTo>
                    <a:pt x="6675" y="27935"/>
                  </a:lnTo>
                  <a:lnTo>
                    <a:pt x="5522" y="27029"/>
                  </a:lnTo>
                  <a:lnTo>
                    <a:pt x="4450" y="26040"/>
                  </a:lnTo>
                  <a:lnTo>
                    <a:pt x="3462" y="24968"/>
                  </a:lnTo>
                  <a:lnTo>
                    <a:pt x="2555" y="23815"/>
                  </a:lnTo>
                  <a:lnTo>
                    <a:pt x="1814" y="22579"/>
                  </a:lnTo>
                  <a:lnTo>
                    <a:pt x="1154" y="21178"/>
                  </a:lnTo>
                  <a:lnTo>
                    <a:pt x="660" y="19777"/>
                  </a:lnTo>
                  <a:lnTo>
                    <a:pt x="248" y="18376"/>
                  </a:lnTo>
                  <a:lnTo>
                    <a:pt x="83" y="16811"/>
                  </a:lnTo>
                  <a:lnTo>
                    <a:pt x="1" y="15245"/>
                  </a:lnTo>
                  <a:lnTo>
                    <a:pt x="1" y="15245"/>
                  </a:lnTo>
                  <a:lnTo>
                    <a:pt x="83" y="13679"/>
                  </a:lnTo>
                  <a:lnTo>
                    <a:pt x="248" y="12196"/>
                  </a:lnTo>
                  <a:lnTo>
                    <a:pt x="660" y="10713"/>
                  </a:lnTo>
                  <a:lnTo>
                    <a:pt x="1154" y="9312"/>
                  </a:lnTo>
                  <a:lnTo>
                    <a:pt x="1814" y="7994"/>
                  </a:lnTo>
                  <a:lnTo>
                    <a:pt x="2555" y="6757"/>
                  </a:lnTo>
                  <a:lnTo>
                    <a:pt x="3462" y="5521"/>
                  </a:lnTo>
                  <a:lnTo>
                    <a:pt x="4450" y="4450"/>
                  </a:lnTo>
                  <a:lnTo>
                    <a:pt x="5522" y="3461"/>
                  </a:lnTo>
                  <a:lnTo>
                    <a:pt x="6675" y="2555"/>
                  </a:lnTo>
                  <a:lnTo>
                    <a:pt x="7994" y="1813"/>
                  </a:lnTo>
                  <a:lnTo>
                    <a:pt x="9312" y="1154"/>
                  </a:lnTo>
                  <a:lnTo>
                    <a:pt x="10713" y="660"/>
                  </a:lnTo>
                  <a:lnTo>
                    <a:pt x="12196" y="330"/>
                  </a:lnTo>
                  <a:lnTo>
                    <a:pt x="13680" y="83"/>
                  </a:lnTo>
                  <a:lnTo>
                    <a:pt x="15245" y="0"/>
                  </a:lnTo>
                  <a:lnTo>
                    <a:pt x="15245" y="0"/>
                  </a:lnTo>
                  <a:lnTo>
                    <a:pt x="16811" y="83"/>
                  </a:lnTo>
                  <a:lnTo>
                    <a:pt x="18376" y="330"/>
                  </a:lnTo>
                  <a:lnTo>
                    <a:pt x="19777" y="660"/>
                  </a:lnTo>
                  <a:lnTo>
                    <a:pt x="21178" y="1154"/>
                  </a:lnTo>
                  <a:lnTo>
                    <a:pt x="22579" y="1813"/>
                  </a:lnTo>
                  <a:lnTo>
                    <a:pt x="23815" y="2555"/>
                  </a:lnTo>
                  <a:lnTo>
                    <a:pt x="24969" y="3461"/>
                  </a:lnTo>
                  <a:lnTo>
                    <a:pt x="26040" y="4450"/>
                  </a:lnTo>
                  <a:lnTo>
                    <a:pt x="27029" y="5521"/>
                  </a:lnTo>
                  <a:lnTo>
                    <a:pt x="27935" y="6757"/>
                  </a:lnTo>
                  <a:lnTo>
                    <a:pt x="28677" y="7994"/>
                  </a:lnTo>
                  <a:lnTo>
                    <a:pt x="29336" y="9312"/>
                  </a:lnTo>
                  <a:lnTo>
                    <a:pt x="29830" y="10713"/>
                  </a:lnTo>
                  <a:lnTo>
                    <a:pt x="30242" y="12196"/>
                  </a:lnTo>
                  <a:lnTo>
                    <a:pt x="30490" y="13679"/>
                  </a:lnTo>
                  <a:lnTo>
                    <a:pt x="30572" y="15245"/>
                  </a:lnTo>
                  <a:lnTo>
                    <a:pt x="30572" y="15245"/>
                  </a:lnTo>
                  <a:close/>
                </a:path>
              </a:pathLst>
            </a:custGeom>
            <a:noFill/>
            <a:ln cap="rnd" cmpd="sng" w="4120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5233500" y="878800"/>
              <a:ext cx="25" cy="166875"/>
            </a:xfrm>
            <a:custGeom>
              <a:rect b="b" l="l" r="r" t="t"/>
              <a:pathLst>
                <a:path extrusionOk="0" fill="none" h="6675" w="1">
                  <a:moveTo>
                    <a:pt x="0" y="6675"/>
                  </a:moveTo>
                  <a:lnTo>
                    <a:pt x="0" y="0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5233500" y="1824375"/>
              <a:ext cx="25" cy="166875"/>
            </a:xfrm>
            <a:custGeom>
              <a:rect b="b" l="l" r="r" t="t"/>
              <a:pathLst>
                <a:path extrusionOk="0" fill="none" h="6675" w="1">
                  <a:moveTo>
                    <a:pt x="0" y="6675"/>
                  </a:moveTo>
                  <a:lnTo>
                    <a:pt x="0" y="0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4840025" y="1041550"/>
              <a:ext cx="119500" cy="119500"/>
            </a:xfrm>
            <a:custGeom>
              <a:rect b="b" l="l" r="r" t="t"/>
              <a:pathLst>
                <a:path extrusionOk="0" fill="none" h="4780" w="4780">
                  <a:moveTo>
                    <a:pt x="4780" y="4779"/>
                  </a:moveTo>
                  <a:lnTo>
                    <a:pt x="0" y="0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5509550" y="1711050"/>
              <a:ext cx="117450" cy="117450"/>
            </a:xfrm>
            <a:custGeom>
              <a:rect b="b" l="l" r="r" t="t"/>
              <a:pathLst>
                <a:path extrusionOk="0" fill="none" h="4698" w="4698">
                  <a:moveTo>
                    <a:pt x="4697" y="4698"/>
                  </a:moveTo>
                  <a:lnTo>
                    <a:pt x="0" y="1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5622850" y="1435000"/>
              <a:ext cx="166875" cy="25"/>
            </a:xfrm>
            <a:custGeom>
              <a:rect b="b" l="l" r="r" t="t"/>
              <a:pathLst>
                <a:path extrusionOk="0" fill="none" h="1" w="6675">
                  <a:moveTo>
                    <a:pt x="0" y="1"/>
                  </a:moveTo>
                  <a:lnTo>
                    <a:pt x="6675" y="1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4677275" y="1435000"/>
              <a:ext cx="166900" cy="25"/>
            </a:xfrm>
            <a:custGeom>
              <a:rect b="b" l="l" r="r" t="t"/>
              <a:pathLst>
                <a:path extrusionOk="0" fill="none" h="1" w="6676">
                  <a:moveTo>
                    <a:pt x="0" y="1"/>
                  </a:moveTo>
                  <a:lnTo>
                    <a:pt x="6675" y="1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5509550" y="1041550"/>
              <a:ext cx="117450" cy="119500"/>
            </a:xfrm>
            <a:custGeom>
              <a:rect b="b" l="l" r="r" t="t"/>
              <a:pathLst>
                <a:path extrusionOk="0" fill="none" h="4780" w="4698">
                  <a:moveTo>
                    <a:pt x="0" y="4779"/>
                  </a:moveTo>
                  <a:lnTo>
                    <a:pt x="4697" y="0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3"/>
            <p:cNvSpPr/>
            <p:nvPr/>
          </p:nvSpPr>
          <p:spPr>
            <a:xfrm>
              <a:off x="4840025" y="1711050"/>
              <a:ext cx="119500" cy="117450"/>
            </a:xfrm>
            <a:custGeom>
              <a:rect b="b" l="l" r="r" t="t"/>
              <a:pathLst>
                <a:path extrusionOk="0" fill="none" h="4698" w="4780">
                  <a:moveTo>
                    <a:pt x="0" y="4698"/>
                  </a:moveTo>
                  <a:lnTo>
                    <a:pt x="4780" y="1"/>
                  </a:lnTo>
                </a:path>
              </a:pathLst>
            </a:custGeom>
            <a:noFill/>
            <a:ln cap="rnd" cmpd="sng" w="741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3"/>
            <p:cNvSpPr/>
            <p:nvPr/>
          </p:nvSpPr>
          <p:spPr>
            <a:xfrm>
              <a:off x="2905625" y="1686350"/>
              <a:ext cx="1131000" cy="1133050"/>
            </a:xfrm>
            <a:custGeom>
              <a:rect b="b" l="l" r="r" t="t"/>
              <a:pathLst>
                <a:path extrusionOk="0" h="45322" w="45240">
                  <a:moveTo>
                    <a:pt x="22908" y="7581"/>
                  </a:moveTo>
                  <a:lnTo>
                    <a:pt x="24391" y="7664"/>
                  </a:lnTo>
                  <a:lnTo>
                    <a:pt x="25875" y="7911"/>
                  </a:lnTo>
                  <a:lnTo>
                    <a:pt x="27193" y="8240"/>
                  </a:lnTo>
                  <a:lnTo>
                    <a:pt x="28594" y="8817"/>
                  </a:lnTo>
                  <a:lnTo>
                    <a:pt x="29830" y="9394"/>
                  </a:lnTo>
                  <a:lnTo>
                    <a:pt x="31066" y="10136"/>
                  </a:lnTo>
                  <a:lnTo>
                    <a:pt x="32220" y="11042"/>
                  </a:lnTo>
                  <a:lnTo>
                    <a:pt x="33209" y="12031"/>
                  </a:lnTo>
                  <a:lnTo>
                    <a:pt x="34197" y="13020"/>
                  </a:lnTo>
                  <a:lnTo>
                    <a:pt x="35021" y="14256"/>
                  </a:lnTo>
                  <a:lnTo>
                    <a:pt x="35763" y="15492"/>
                  </a:lnTo>
                  <a:lnTo>
                    <a:pt x="36422" y="16810"/>
                  </a:lnTo>
                  <a:lnTo>
                    <a:pt x="36917" y="18211"/>
                  </a:lnTo>
                  <a:lnTo>
                    <a:pt x="37246" y="19694"/>
                  </a:lnTo>
                  <a:lnTo>
                    <a:pt x="37493" y="21178"/>
                  </a:lnTo>
                  <a:lnTo>
                    <a:pt x="37493" y="22661"/>
                  </a:lnTo>
                  <a:lnTo>
                    <a:pt x="37411" y="24144"/>
                  </a:lnTo>
                  <a:lnTo>
                    <a:pt x="37164" y="25545"/>
                  </a:lnTo>
                  <a:lnTo>
                    <a:pt x="36834" y="26946"/>
                  </a:lnTo>
                  <a:lnTo>
                    <a:pt x="36257" y="28264"/>
                  </a:lnTo>
                  <a:lnTo>
                    <a:pt x="35681" y="29583"/>
                  </a:lnTo>
                  <a:lnTo>
                    <a:pt x="34939" y="30819"/>
                  </a:lnTo>
                  <a:lnTo>
                    <a:pt x="34033" y="31890"/>
                  </a:lnTo>
                  <a:lnTo>
                    <a:pt x="33044" y="32961"/>
                  </a:lnTo>
                  <a:lnTo>
                    <a:pt x="32055" y="33950"/>
                  </a:lnTo>
                  <a:lnTo>
                    <a:pt x="30819" y="34774"/>
                  </a:lnTo>
                  <a:lnTo>
                    <a:pt x="29583" y="35516"/>
                  </a:lnTo>
                  <a:lnTo>
                    <a:pt x="28264" y="36175"/>
                  </a:lnTo>
                  <a:lnTo>
                    <a:pt x="26864" y="36669"/>
                  </a:lnTo>
                  <a:lnTo>
                    <a:pt x="25380" y="36999"/>
                  </a:lnTo>
                  <a:lnTo>
                    <a:pt x="23897" y="37164"/>
                  </a:lnTo>
                  <a:lnTo>
                    <a:pt x="22414" y="37246"/>
                  </a:lnTo>
                  <a:lnTo>
                    <a:pt x="20931" y="37164"/>
                  </a:lnTo>
                  <a:lnTo>
                    <a:pt x="19530" y="36916"/>
                  </a:lnTo>
                  <a:lnTo>
                    <a:pt x="18129" y="36504"/>
                  </a:lnTo>
                  <a:lnTo>
                    <a:pt x="16810" y="36010"/>
                  </a:lnTo>
                  <a:lnTo>
                    <a:pt x="15492" y="35351"/>
                  </a:lnTo>
                  <a:lnTo>
                    <a:pt x="14256" y="34609"/>
                  </a:lnTo>
                  <a:lnTo>
                    <a:pt x="13185" y="33785"/>
                  </a:lnTo>
                  <a:lnTo>
                    <a:pt x="12113" y="32796"/>
                  </a:lnTo>
                  <a:lnTo>
                    <a:pt x="11125" y="31725"/>
                  </a:lnTo>
                  <a:lnTo>
                    <a:pt x="10301" y="30571"/>
                  </a:lnTo>
                  <a:lnTo>
                    <a:pt x="9559" y="29335"/>
                  </a:lnTo>
                  <a:lnTo>
                    <a:pt x="8900" y="28017"/>
                  </a:lnTo>
                  <a:lnTo>
                    <a:pt x="8405" y="26616"/>
                  </a:lnTo>
                  <a:lnTo>
                    <a:pt x="8076" y="25133"/>
                  </a:lnTo>
                  <a:lnTo>
                    <a:pt x="7911" y="23650"/>
                  </a:lnTo>
                  <a:lnTo>
                    <a:pt x="7829" y="22166"/>
                  </a:lnTo>
                  <a:lnTo>
                    <a:pt x="7911" y="20683"/>
                  </a:lnTo>
                  <a:lnTo>
                    <a:pt x="8158" y="19200"/>
                  </a:lnTo>
                  <a:lnTo>
                    <a:pt x="8570" y="17881"/>
                  </a:lnTo>
                  <a:lnTo>
                    <a:pt x="9065" y="16481"/>
                  </a:lnTo>
                  <a:lnTo>
                    <a:pt x="9724" y="15245"/>
                  </a:lnTo>
                  <a:lnTo>
                    <a:pt x="10465" y="14009"/>
                  </a:lnTo>
                  <a:lnTo>
                    <a:pt x="11289" y="12855"/>
                  </a:lnTo>
                  <a:lnTo>
                    <a:pt x="12278" y="11866"/>
                  </a:lnTo>
                  <a:lnTo>
                    <a:pt x="13349" y="10877"/>
                  </a:lnTo>
                  <a:lnTo>
                    <a:pt x="14503" y="10053"/>
                  </a:lnTo>
                  <a:lnTo>
                    <a:pt x="15739" y="9312"/>
                  </a:lnTo>
                  <a:lnTo>
                    <a:pt x="17058" y="8652"/>
                  </a:lnTo>
                  <a:lnTo>
                    <a:pt x="18458" y="8158"/>
                  </a:lnTo>
                  <a:lnTo>
                    <a:pt x="19942" y="7828"/>
                  </a:lnTo>
                  <a:lnTo>
                    <a:pt x="21425" y="7581"/>
                  </a:lnTo>
                  <a:close/>
                  <a:moveTo>
                    <a:pt x="20024" y="0"/>
                  </a:moveTo>
                  <a:lnTo>
                    <a:pt x="18706" y="165"/>
                  </a:lnTo>
                  <a:lnTo>
                    <a:pt x="17470" y="412"/>
                  </a:lnTo>
                  <a:lnTo>
                    <a:pt x="16151" y="824"/>
                  </a:lnTo>
                  <a:lnTo>
                    <a:pt x="14915" y="1236"/>
                  </a:lnTo>
                  <a:lnTo>
                    <a:pt x="16234" y="6592"/>
                  </a:lnTo>
                  <a:lnTo>
                    <a:pt x="14668" y="7334"/>
                  </a:lnTo>
                  <a:lnTo>
                    <a:pt x="13185" y="8240"/>
                  </a:lnTo>
                  <a:lnTo>
                    <a:pt x="11866" y="9229"/>
                  </a:lnTo>
                  <a:lnTo>
                    <a:pt x="10630" y="10383"/>
                  </a:lnTo>
                  <a:lnTo>
                    <a:pt x="6098" y="7087"/>
                  </a:lnTo>
                  <a:lnTo>
                    <a:pt x="5274" y="7993"/>
                  </a:lnTo>
                  <a:lnTo>
                    <a:pt x="4450" y="9064"/>
                  </a:lnTo>
                  <a:lnTo>
                    <a:pt x="3708" y="10136"/>
                  </a:lnTo>
                  <a:lnTo>
                    <a:pt x="3049" y="11207"/>
                  </a:lnTo>
                  <a:lnTo>
                    <a:pt x="7499" y="14585"/>
                  </a:lnTo>
                  <a:lnTo>
                    <a:pt x="6840" y="16069"/>
                  </a:lnTo>
                  <a:lnTo>
                    <a:pt x="6263" y="17717"/>
                  </a:lnTo>
                  <a:lnTo>
                    <a:pt x="5851" y="19365"/>
                  </a:lnTo>
                  <a:lnTo>
                    <a:pt x="5604" y="21013"/>
                  </a:lnTo>
                  <a:lnTo>
                    <a:pt x="0" y="21425"/>
                  </a:lnTo>
                  <a:lnTo>
                    <a:pt x="0" y="22661"/>
                  </a:lnTo>
                  <a:lnTo>
                    <a:pt x="83" y="23979"/>
                  </a:lnTo>
                  <a:lnTo>
                    <a:pt x="165" y="25298"/>
                  </a:lnTo>
                  <a:lnTo>
                    <a:pt x="330" y="26616"/>
                  </a:lnTo>
                  <a:lnTo>
                    <a:pt x="5933" y="26204"/>
                  </a:lnTo>
                  <a:lnTo>
                    <a:pt x="6016" y="26699"/>
                  </a:lnTo>
                  <a:lnTo>
                    <a:pt x="6428" y="28264"/>
                  </a:lnTo>
                  <a:lnTo>
                    <a:pt x="7087" y="29747"/>
                  </a:lnTo>
                  <a:lnTo>
                    <a:pt x="7746" y="31148"/>
                  </a:lnTo>
                  <a:lnTo>
                    <a:pt x="8570" y="32467"/>
                  </a:lnTo>
                  <a:lnTo>
                    <a:pt x="4615" y="36257"/>
                  </a:lnTo>
                  <a:lnTo>
                    <a:pt x="5439" y="37328"/>
                  </a:lnTo>
                  <a:lnTo>
                    <a:pt x="6263" y="38235"/>
                  </a:lnTo>
                  <a:lnTo>
                    <a:pt x="7252" y="39224"/>
                  </a:lnTo>
                  <a:lnTo>
                    <a:pt x="8158" y="40048"/>
                  </a:lnTo>
                  <a:lnTo>
                    <a:pt x="12196" y="36257"/>
                  </a:lnTo>
                  <a:lnTo>
                    <a:pt x="13597" y="37246"/>
                  </a:lnTo>
                  <a:lnTo>
                    <a:pt x="15080" y="38070"/>
                  </a:lnTo>
                  <a:lnTo>
                    <a:pt x="16646" y="38729"/>
                  </a:lnTo>
                  <a:lnTo>
                    <a:pt x="18294" y="39224"/>
                  </a:lnTo>
                  <a:lnTo>
                    <a:pt x="17634" y="44745"/>
                  </a:lnTo>
                  <a:lnTo>
                    <a:pt x="18953" y="44992"/>
                  </a:lnTo>
                  <a:lnTo>
                    <a:pt x="20189" y="45239"/>
                  </a:lnTo>
                  <a:lnTo>
                    <a:pt x="21507" y="45322"/>
                  </a:lnTo>
                  <a:lnTo>
                    <a:pt x="22826" y="45322"/>
                  </a:lnTo>
                  <a:lnTo>
                    <a:pt x="23485" y="39883"/>
                  </a:lnTo>
                  <a:lnTo>
                    <a:pt x="25133" y="39718"/>
                  </a:lnTo>
                  <a:lnTo>
                    <a:pt x="26864" y="39389"/>
                  </a:lnTo>
                  <a:lnTo>
                    <a:pt x="28512" y="38894"/>
                  </a:lnTo>
                  <a:lnTo>
                    <a:pt x="30077" y="38235"/>
                  </a:lnTo>
                  <a:lnTo>
                    <a:pt x="33126" y="42849"/>
                  </a:lnTo>
                  <a:lnTo>
                    <a:pt x="34280" y="42273"/>
                  </a:lnTo>
                  <a:lnTo>
                    <a:pt x="35351" y="41531"/>
                  </a:lnTo>
                  <a:lnTo>
                    <a:pt x="36422" y="40789"/>
                  </a:lnTo>
                  <a:lnTo>
                    <a:pt x="37493" y="39965"/>
                  </a:lnTo>
                  <a:lnTo>
                    <a:pt x="34445" y="35351"/>
                  </a:lnTo>
                  <a:lnTo>
                    <a:pt x="35598" y="34197"/>
                  </a:lnTo>
                  <a:lnTo>
                    <a:pt x="36669" y="32879"/>
                  </a:lnTo>
                  <a:lnTo>
                    <a:pt x="37658" y="31396"/>
                  </a:lnTo>
                  <a:lnTo>
                    <a:pt x="38400" y="29912"/>
                  </a:lnTo>
                  <a:lnTo>
                    <a:pt x="43756" y="31478"/>
                  </a:lnTo>
                  <a:lnTo>
                    <a:pt x="44168" y="30242"/>
                  </a:lnTo>
                  <a:lnTo>
                    <a:pt x="44580" y="29006"/>
                  </a:lnTo>
                  <a:lnTo>
                    <a:pt x="44910" y="27770"/>
                  </a:lnTo>
                  <a:lnTo>
                    <a:pt x="45239" y="26451"/>
                  </a:lnTo>
                  <a:lnTo>
                    <a:pt x="39883" y="24886"/>
                  </a:lnTo>
                  <a:lnTo>
                    <a:pt x="40048" y="23320"/>
                  </a:lnTo>
                  <a:lnTo>
                    <a:pt x="40048" y="21754"/>
                  </a:lnTo>
                  <a:lnTo>
                    <a:pt x="39883" y="20189"/>
                  </a:lnTo>
                  <a:lnTo>
                    <a:pt x="39554" y="18541"/>
                  </a:lnTo>
                  <a:lnTo>
                    <a:pt x="39471" y="18129"/>
                  </a:lnTo>
                  <a:lnTo>
                    <a:pt x="44580" y="15904"/>
                  </a:lnTo>
                  <a:lnTo>
                    <a:pt x="44168" y="14668"/>
                  </a:lnTo>
                  <a:lnTo>
                    <a:pt x="43674" y="13432"/>
                  </a:lnTo>
                  <a:lnTo>
                    <a:pt x="43097" y="12278"/>
                  </a:lnTo>
                  <a:lnTo>
                    <a:pt x="42438" y="11124"/>
                  </a:lnTo>
                  <a:lnTo>
                    <a:pt x="37411" y="13349"/>
                  </a:lnTo>
                  <a:lnTo>
                    <a:pt x="36422" y="11948"/>
                  </a:lnTo>
                  <a:lnTo>
                    <a:pt x="35269" y="10630"/>
                  </a:lnTo>
                  <a:lnTo>
                    <a:pt x="34033" y="9476"/>
                  </a:lnTo>
                  <a:lnTo>
                    <a:pt x="32714" y="8488"/>
                  </a:lnTo>
                  <a:lnTo>
                    <a:pt x="35186" y="3461"/>
                  </a:lnTo>
                  <a:lnTo>
                    <a:pt x="34033" y="2802"/>
                  </a:lnTo>
                  <a:lnTo>
                    <a:pt x="32879" y="2225"/>
                  </a:lnTo>
                  <a:lnTo>
                    <a:pt x="31725" y="1648"/>
                  </a:lnTo>
                  <a:lnTo>
                    <a:pt x="30489" y="1154"/>
                  </a:lnTo>
                  <a:lnTo>
                    <a:pt x="28017" y="6180"/>
                  </a:lnTo>
                  <a:lnTo>
                    <a:pt x="26452" y="5686"/>
                  </a:lnTo>
                  <a:lnTo>
                    <a:pt x="24721" y="5439"/>
                  </a:lnTo>
                  <a:lnTo>
                    <a:pt x="23073" y="5356"/>
                  </a:lnTo>
                  <a:lnTo>
                    <a:pt x="21343" y="5356"/>
                  </a:lnTo>
                  <a:lnTo>
                    <a:pt x="20024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3307325" y="2081875"/>
              <a:ext cx="329650" cy="329625"/>
            </a:xfrm>
            <a:custGeom>
              <a:rect b="b" l="l" r="r" t="t"/>
              <a:pathLst>
                <a:path extrusionOk="0" fill="none" h="13185" w="13186">
                  <a:moveTo>
                    <a:pt x="13103" y="5357"/>
                  </a:moveTo>
                  <a:lnTo>
                    <a:pt x="13103" y="5357"/>
                  </a:lnTo>
                  <a:lnTo>
                    <a:pt x="12938" y="4697"/>
                  </a:lnTo>
                  <a:lnTo>
                    <a:pt x="12691" y="4121"/>
                  </a:lnTo>
                  <a:lnTo>
                    <a:pt x="12444" y="3461"/>
                  </a:lnTo>
                  <a:lnTo>
                    <a:pt x="12114" y="2967"/>
                  </a:lnTo>
                  <a:lnTo>
                    <a:pt x="11702" y="2390"/>
                  </a:lnTo>
                  <a:lnTo>
                    <a:pt x="11290" y="1978"/>
                  </a:lnTo>
                  <a:lnTo>
                    <a:pt x="10878" y="1566"/>
                  </a:lnTo>
                  <a:lnTo>
                    <a:pt x="10301" y="1154"/>
                  </a:lnTo>
                  <a:lnTo>
                    <a:pt x="9807" y="824"/>
                  </a:lnTo>
                  <a:lnTo>
                    <a:pt x="9230" y="495"/>
                  </a:lnTo>
                  <a:lnTo>
                    <a:pt x="8653" y="330"/>
                  </a:lnTo>
                  <a:lnTo>
                    <a:pt x="7994" y="165"/>
                  </a:lnTo>
                  <a:lnTo>
                    <a:pt x="7417" y="0"/>
                  </a:lnTo>
                  <a:lnTo>
                    <a:pt x="6758" y="0"/>
                  </a:lnTo>
                  <a:lnTo>
                    <a:pt x="6099" y="0"/>
                  </a:lnTo>
                  <a:lnTo>
                    <a:pt x="5357" y="83"/>
                  </a:lnTo>
                  <a:lnTo>
                    <a:pt x="5357" y="83"/>
                  </a:lnTo>
                  <a:lnTo>
                    <a:pt x="4780" y="248"/>
                  </a:lnTo>
                  <a:lnTo>
                    <a:pt x="4121" y="495"/>
                  </a:lnTo>
                  <a:lnTo>
                    <a:pt x="3544" y="742"/>
                  </a:lnTo>
                  <a:lnTo>
                    <a:pt x="2967" y="1072"/>
                  </a:lnTo>
                  <a:lnTo>
                    <a:pt x="2473" y="1484"/>
                  </a:lnTo>
                  <a:lnTo>
                    <a:pt x="1978" y="1896"/>
                  </a:lnTo>
                  <a:lnTo>
                    <a:pt x="1566" y="2390"/>
                  </a:lnTo>
                  <a:lnTo>
                    <a:pt x="1154" y="2884"/>
                  </a:lnTo>
                  <a:lnTo>
                    <a:pt x="825" y="3379"/>
                  </a:lnTo>
                  <a:lnTo>
                    <a:pt x="578" y="3956"/>
                  </a:lnTo>
                  <a:lnTo>
                    <a:pt x="330" y="4533"/>
                  </a:lnTo>
                  <a:lnTo>
                    <a:pt x="166" y="5192"/>
                  </a:lnTo>
                  <a:lnTo>
                    <a:pt x="83" y="5851"/>
                  </a:lnTo>
                  <a:lnTo>
                    <a:pt x="1" y="6428"/>
                  </a:lnTo>
                  <a:lnTo>
                    <a:pt x="1" y="7087"/>
                  </a:lnTo>
                  <a:lnTo>
                    <a:pt x="83" y="7829"/>
                  </a:lnTo>
                  <a:lnTo>
                    <a:pt x="83" y="7829"/>
                  </a:lnTo>
                  <a:lnTo>
                    <a:pt x="248" y="8488"/>
                  </a:lnTo>
                  <a:lnTo>
                    <a:pt x="495" y="9065"/>
                  </a:lnTo>
                  <a:lnTo>
                    <a:pt x="742" y="9642"/>
                  </a:lnTo>
                  <a:lnTo>
                    <a:pt x="1072" y="10218"/>
                  </a:lnTo>
                  <a:lnTo>
                    <a:pt x="1484" y="10713"/>
                  </a:lnTo>
                  <a:lnTo>
                    <a:pt x="1896" y="11207"/>
                  </a:lnTo>
                  <a:lnTo>
                    <a:pt x="2390" y="11619"/>
                  </a:lnTo>
                  <a:lnTo>
                    <a:pt x="2885" y="12031"/>
                  </a:lnTo>
                  <a:lnTo>
                    <a:pt x="3379" y="12361"/>
                  </a:lnTo>
                  <a:lnTo>
                    <a:pt x="3956" y="12608"/>
                  </a:lnTo>
                  <a:lnTo>
                    <a:pt x="4615" y="12855"/>
                  </a:lnTo>
                  <a:lnTo>
                    <a:pt x="5192" y="13020"/>
                  </a:lnTo>
                  <a:lnTo>
                    <a:pt x="5851" y="13102"/>
                  </a:lnTo>
                  <a:lnTo>
                    <a:pt x="6511" y="13185"/>
                  </a:lnTo>
                  <a:lnTo>
                    <a:pt x="7170" y="13185"/>
                  </a:lnTo>
                  <a:lnTo>
                    <a:pt x="7829" y="13102"/>
                  </a:lnTo>
                  <a:lnTo>
                    <a:pt x="7829" y="13102"/>
                  </a:lnTo>
                  <a:lnTo>
                    <a:pt x="8488" y="12938"/>
                  </a:lnTo>
                  <a:lnTo>
                    <a:pt x="9065" y="12690"/>
                  </a:lnTo>
                  <a:lnTo>
                    <a:pt x="9724" y="12443"/>
                  </a:lnTo>
                  <a:lnTo>
                    <a:pt x="10219" y="12114"/>
                  </a:lnTo>
                  <a:lnTo>
                    <a:pt x="10796" y="11702"/>
                  </a:lnTo>
                  <a:lnTo>
                    <a:pt x="11208" y="11290"/>
                  </a:lnTo>
                  <a:lnTo>
                    <a:pt x="11620" y="10795"/>
                  </a:lnTo>
                  <a:lnTo>
                    <a:pt x="12032" y="10301"/>
                  </a:lnTo>
                  <a:lnTo>
                    <a:pt x="12361" y="9806"/>
                  </a:lnTo>
                  <a:lnTo>
                    <a:pt x="12691" y="9229"/>
                  </a:lnTo>
                  <a:lnTo>
                    <a:pt x="12856" y="8570"/>
                  </a:lnTo>
                  <a:lnTo>
                    <a:pt x="13020" y="7993"/>
                  </a:lnTo>
                  <a:lnTo>
                    <a:pt x="13185" y="7334"/>
                  </a:lnTo>
                  <a:lnTo>
                    <a:pt x="13185" y="6675"/>
                  </a:lnTo>
                  <a:lnTo>
                    <a:pt x="13185" y="6016"/>
                  </a:lnTo>
                  <a:lnTo>
                    <a:pt x="13103" y="5357"/>
                  </a:lnTo>
                  <a:lnTo>
                    <a:pt x="13103" y="5357"/>
                  </a:lnTo>
                  <a:close/>
                </a:path>
              </a:pathLst>
            </a:custGeom>
            <a:noFill/>
            <a:ln cap="rnd" cmpd="sng" w="24725">
              <a:solidFill>
                <a:srgbClr val="FA8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3379425" y="1935600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731" y="1"/>
                  </a:moveTo>
                  <a:lnTo>
                    <a:pt x="1402" y="83"/>
                  </a:lnTo>
                  <a:lnTo>
                    <a:pt x="1072" y="166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330" y="825"/>
                  </a:lnTo>
                  <a:lnTo>
                    <a:pt x="166" y="1072"/>
                  </a:lnTo>
                  <a:lnTo>
                    <a:pt x="83" y="1402"/>
                  </a:lnTo>
                  <a:lnTo>
                    <a:pt x="1" y="1731"/>
                  </a:lnTo>
                  <a:lnTo>
                    <a:pt x="83" y="2061"/>
                  </a:lnTo>
                  <a:lnTo>
                    <a:pt x="166" y="2390"/>
                  </a:lnTo>
                  <a:lnTo>
                    <a:pt x="330" y="2720"/>
                  </a:lnTo>
                  <a:lnTo>
                    <a:pt x="495" y="2967"/>
                  </a:lnTo>
                  <a:lnTo>
                    <a:pt x="742" y="3132"/>
                  </a:lnTo>
                  <a:lnTo>
                    <a:pt x="1072" y="3297"/>
                  </a:lnTo>
                  <a:lnTo>
                    <a:pt x="1402" y="3462"/>
                  </a:lnTo>
                  <a:lnTo>
                    <a:pt x="2061" y="3462"/>
                  </a:lnTo>
                  <a:lnTo>
                    <a:pt x="2391" y="3379"/>
                  </a:lnTo>
                  <a:lnTo>
                    <a:pt x="2638" y="3215"/>
                  </a:lnTo>
                  <a:lnTo>
                    <a:pt x="2967" y="2967"/>
                  </a:lnTo>
                  <a:lnTo>
                    <a:pt x="3132" y="2720"/>
                  </a:lnTo>
                  <a:lnTo>
                    <a:pt x="3297" y="2473"/>
                  </a:lnTo>
                  <a:lnTo>
                    <a:pt x="3379" y="2143"/>
                  </a:lnTo>
                  <a:lnTo>
                    <a:pt x="3462" y="1814"/>
                  </a:lnTo>
                  <a:lnTo>
                    <a:pt x="3379" y="1402"/>
                  </a:lnTo>
                  <a:lnTo>
                    <a:pt x="3297" y="1072"/>
                  </a:lnTo>
                  <a:lnTo>
                    <a:pt x="3132" y="825"/>
                  </a:lnTo>
                  <a:lnTo>
                    <a:pt x="2967" y="578"/>
                  </a:lnTo>
                  <a:lnTo>
                    <a:pt x="2720" y="330"/>
                  </a:lnTo>
                  <a:lnTo>
                    <a:pt x="2391" y="166"/>
                  </a:lnTo>
                  <a:lnTo>
                    <a:pt x="2061" y="83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3206400" y="2050975"/>
              <a:ext cx="84475" cy="84475"/>
            </a:xfrm>
            <a:custGeom>
              <a:rect b="b" l="l" r="r" t="t"/>
              <a:pathLst>
                <a:path extrusionOk="0" h="3379" w="3379">
                  <a:moveTo>
                    <a:pt x="1401" y="0"/>
                  </a:moveTo>
                  <a:lnTo>
                    <a:pt x="1071" y="83"/>
                  </a:lnTo>
                  <a:lnTo>
                    <a:pt x="742" y="248"/>
                  </a:lnTo>
                  <a:lnTo>
                    <a:pt x="494" y="412"/>
                  </a:lnTo>
                  <a:lnTo>
                    <a:pt x="247" y="742"/>
                  </a:lnTo>
                  <a:lnTo>
                    <a:pt x="82" y="989"/>
                  </a:lnTo>
                  <a:lnTo>
                    <a:pt x="0" y="1319"/>
                  </a:lnTo>
                  <a:lnTo>
                    <a:pt x="0" y="1648"/>
                  </a:lnTo>
                  <a:lnTo>
                    <a:pt x="0" y="1978"/>
                  </a:lnTo>
                  <a:lnTo>
                    <a:pt x="82" y="2308"/>
                  </a:lnTo>
                  <a:lnTo>
                    <a:pt x="247" y="2637"/>
                  </a:lnTo>
                  <a:lnTo>
                    <a:pt x="412" y="2884"/>
                  </a:lnTo>
                  <a:lnTo>
                    <a:pt x="742" y="3132"/>
                  </a:lnTo>
                  <a:lnTo>
                    <a:pt x="989" y="3296"/>
                  </a:lnTo>
                  <a:lnTo>
                    <a:pt x="1318" y="3379"/>
                  </a:lnTo>
                  <a:lnTo>
                    <a:pt x="1978" y="3379"/>
                  </a:lnTo>
                  <a:lnTo>
                    <a:pt x="2307" y="3296"/>
                  </a:lnTo>
                  <a:lnTo>
                    <a:pt x="2637" y="3132"/>
                  </a:lnTo>
                  <a:lnTo>
                    <a:pt x="2884" y="2884"/>
                  </a:lnTo>
                  <a:lnTo>
                    <a:pt x="3131" y="2637"/>
                  </a:lnTo>
                  <a:lnTo>
                    <a:pt x="3296" y="2308"/>
                  </a:lnTo>
                  <a:lnTo>
                    <a:pt x="3379" y="1978"/>
                  </a:lnTo>
                  <a:lnTo>
                    <a:pt x="3379" y="1648"/>
                  </a:lnTo>
                  <a:lnTo>
                    <a:pt x="3379" y="1401"/>
                  </a:lnTo>
                  <a:lnTo>
                    <a:pt x="3296" y="1072"/>
                  </a:lnTo>
                  <a:lnTo>
                    <a:pt x="3131" y="742"/>
                  </a:lnTo>
                  <a:lnTo>
                    <a:pt x="2884" y="495"/>
                  </a:lnTo>
                  <a:lnTo>
                    <a:pt x="2637" y="248"/>
                  </a:lnTo>
                  <a:lnTo>
                    <a:pt x="2307" y="83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3163125" y="2252850"/>
              <a:ext cx="84500" cy="86550"/>
            </a:xfrm>
            <a:custGeom>
              <a:rect b="b" l="l" r="r" t="t"/>
              <a:pathLst>
                <a:path extrusionOk="0" h="3462" w="3380">
                  <a:moveTo>
                    <a:pt x="1731" y="1"/>
                  </a:moveTo>
                  <a:lnTo>
                    <a:pt x="1401" y="83"/>
                  </a:lnTo>
                  <a:lnTo>
                    <a:pt x="1072" y="166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248" y="742"/>
                  </a:lnTo>
                  <a:lnTo>
                    <a:pt x="83" y="1072"/>
                  </a:lnTo>
                  <a:lnTo>
                    <a:pt x="1" y="1402"/>
                  </a:lnTo>
                  <a:lnTo>
                    <a:pt x="1" y="1731"/>
                  </a:lnTo>
                  <a:lnTo>
                    <a:pt x="1" y="2061"/>
                  </a:lnTo>
                  <a:lnTo>
                    <a:pt x="83" y="2390"/>
                  </a:lnTo>
                  <a:lnTo>
                    <a:pt x="248" y="2720"/>
                  </a:lnTo>
                  <a:lnTo>
                    <a:pt x="495" y="2967"/>
                  </a:lnTo>
                  <a:lnTo>
                    <a:pt x="742" y="3132"/>
                  </a:lnTo>
                  <a:lnTo>
                    <a:pt x="989" y="3297"/>
                  </a:lnTo>
                  <a:lnTo>
                    <a:pt x="1319" y="3379"/>
                  </a:lnTo>
                  <a:lnTo>
                    <a:pt x="1649" y="3462"/>
                  </a:lnTo>
                  <a:lnTo>
                    <a:pt x="1978" y="3462"/>
                  </a:lnTo>
                  <a:lnTo>
                    <a:pt x="2308" y="3297"/>
                  </a:lnTo>
                  <a:lnTo>
                    <a:pt x="2637" y="3132"/>
                  </a:lnTo>
                  <a:lnTo>
                    <a:pt x="2885" y="2967"/>
                  </a:lnTo>
                  <a:lnTo>
                    <a:pt x="3132" y="2720"/>
                  </a:lnTo>
                  <a:lnTo>
                    <a:pt x="3297" y="2390"/>
                  </a:lnTo>
                  <a:lnTo>
                    <a:pt x="3379" y="2143"/>
                  </a:lnTo>
                  <a:lnTo>
                    <a:pt x="3379" y="1731"/>
                  </a:lnTo>
                  <a:lnTo>
                    <a:pt x="3379" y="1402"/>
                  </a:lnTo>
                  <a:lnTo>
                    <a:pt x="3297" y="1072"/>
                  </a:lnTo>
                  <a:lnTo>
                    <a:pt x="3132" y="825"/>
                  </a:lnTo>
                  <a:lnTo>
                    <a:pt x="2885" y="495"/>
                  </a:lnTo>
                  <a:lnTo>
                    <a:pt x="2637" y="330"/>
                  </a:lnTo>
                  <a:lnTo>
                    <a:pt x="2390" y="166"/>
                  </a:lnTo>
                  <a:lnTo>
                    <a:pt x="2061" y="83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3"/>
            <p:cNvSpPr/>
            <p:nvPr/>
          </p:nvSpPr>
          <p:spPr>
            <a:xfrm>
              <a:off x="3276425" y="2427975"/>
              <a:ext cx="84500" cy="84475"/>
            </a:xfrm>
            <a:custGeom>
              <a:rect b="b" l="l" r="r" t="t"/>
              <a:pathLst>
                <a:path extrusionOk="0" h="3379" w="3380">
                  <a:moveTo>
                    <a:pt x="1402" y="0"/>
                  </a:moveTo>
                  <a:lnTo>
                    <a:pt x="1072" y="82"/>
                  </a:lnTo>
                  <a:lnTo>
                    <a:pt x="742" y="247"/>
                  </a:lnTo>
                  <a:lnTo>
                    <a:pt x="495" y="494"/>
                  </a:lnTo>
                  <a:lnTo>
                    <a:pt x="248" y="742"/>
                  </a:lnTo>
                  <a:lnTo>
                    <a:pt x="83" y="1071"/>
                  </a:lnTo>
                  <a:lnTo>
                    <a:pt x="1" y="1318"/>
                  </a:lnTo>
                  <a:lnTo>
                    <a:pt x="1" y="1648"/>
                  </a:lnTo>
                  <a:lnTo>
                    <a:pt x="1" y="1978"/>
                  </a:lnTo>
                  <a:lnTo>
                    <a:pt x="83" y="2307"/>
                  </a:lnTo>
                  <a:lnTo>
                    <a:pt x="248" y="2637"/>
                  </a:lnTo>
                  <a:lnTo>
                    <a:pt x="495" y="2884"/>
                  </a:lnTo>
                  <a:lnTo>
                    <a:pt x="742" y="3131"/>
                  </a:lnTo>
                  <a:lnTo>
                    <a:pt x="1072" y="3296"/>
                  </a:lnTo>
                  <a:lnTo>
                    <a:pt x="1319" y="3379"/>
                  </a:lnTo>
                  <a:lnTo>
                    <a:pt x="1978" y="3379"/>
                  </a:lnTo>
                  <a:lnTo>
                    <a:pt x="2308" y="3296"/>
                  </a:lnTo>
                  <a:lnTo>
                    <a:pt x="2638" y="3131"/>
                  </a:lnTo>
                  <a:lnTo>
                    <a:pt x="2885" y="2967"/>
                  </a:lnTo>
                  <a:lnTo>
                    <a:pt x="3132" y="2637"/>
                  </a:lnTo>
                  <a:lnTo>
                    <a:pt x="3297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401"/>
                  </a:lnTo>
                  <a:lnTo>
                    <a:pt x="3297" y="1071"/>
                  </a:lnTo>
                  <a:lnTo>
                    <a:pt x="3132" y="742"/>
                  </a:lnTo>
                  <a:lnTo>
                    <a:pt x="2967" y="494"/>
                  </a:lnTo>
                  <a:lnTo>
                    <a:pt x="2638" y="247"/>
                  </a:lnTo>
                  <a:lnTo>
                    <a:pt x="2390" y="82"/>
                  </a:lnTo>
                  <a:lnTo>
                    <a:pt x="2061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3478325" y="2471225"/>
              <a:ext cx="86550" cy="84500"/>
            </a:xfrm>
            <a:custGeom>
              <a:rect b="b" l="l" r="r" t="t"/>
              <a:pathLst>
                <a:path extrusionOk="0" h="3380" w="3462">
                  <a:moveTo>
                    <a:pt x="1401" y="1"/>
                  </a:moveTo>
                  <a:lnTo>
                    <a:pt x="1071" y="83"/>
                  </a:lnTo>
                  <a:lnTo>
                    <a:pt x="824" y="248"/>
                  </a:lnTo>
                  <a:lnTo>
                    <a:pt x="577" y="495"/>
                  </a:lnTo>
                  <a:lnTo>
                    <a:pt x="330" y="742"/>
                  </a:lnTo>
                  <a:lnTo>
                    <a:pt x="165" y="989"/>
                  </a:lnTo>
                  <a:lnTo>
                    <a:pt x="83" y="1319"/>
                  </a:lnTo>
                  <a:lnTo>
                    <a:pt x="0" y="1649"/>
                  </a:lnTo>
                  <a:lnTo>
                    <a:pt x="83" y="1978"/>
                  </a:lnTo>
                  <a:lnTo>
                    <a:pt x="165" y="2308"/>
                  </a:lnTo>
                  <a:lnTo>
                    <a:pt x="330" y="2637"/>
                  </a:lnTo>
                  <a:lnTo>
                    <a:pt x="495" y="2885"/>
                  </a:lnTo>
                  <a:lnTo>
                    <a:pt x="824" y="3132"/>
                  </a:lnTo>
                  <a:lnTo>
                    <a:pt x="1071" y="3297"/>
                  </a:lnTo>
                  <a:lnTo>
                    <a:pt x="1401" y="3379"/>
                  </a:lnTo>
                  <a:lnTo>
                    <a:pt x="2060" y="3379"/>
                  </a:lnTo>
                  <a:lnTo>
                    <a:pt x="2390" y="3297"/>
                  </a:lnTo>
                  <a:lnTo>
                    <a:pt x="2719" y="3132"/>
                  </a:lnTo>
                  <a:lnTo>
                    <a:pt x="2967" y="2885"/>
                  </a:lnTo>
                  <a:lnTo>
                    <a:pt x="3131" y="2637"/>
                  </a:lnTo>
                  <a:lnTo>
                    <a:pt x="3296" y="2390"/>
                  </a:lnTo>
                  <a:lnTo>
                    <a:pt x="3461" y="2061"/>
                  </a:lnTo>
                  <a:lnTo>
                    <a:pt x="3461" y="1731"/>
                  </a:lnTo>
                  <a:lnTo>
                    <a:pt x="3461" y="1401"/>
                  </a:lnTo>
                  <a:lnTo>
                    <a:pt x="3379" y="1072"/>
                  </a:lnTo>
                  <a:lnTo>
                    <a:pt x="3214" y="742"/>
                  </a:lnTo>
                  <a:lnTo>
                    <a:pt x="2967" y="495"/>
                  </a:lnTo>
                  <a:lnTo>
                    <a:pt x="2719" y="248"/>
                  </a:lnTo>
                  <a:lnTo>
                    <a:pt x="2472" y="83"/>
                  </a:lnTo>
                  <a:lnTo>
                    <a:pt x="2143" y="1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3"/>
            <p:cNvSpPr/>
            <p:nvPr/>
          </p:nvSpPr>
          <p:spPr>
            <a:xfrm>
              <a:off x="3653425" y="2357925"/>
              <a:ext cx="86550" cy="84475"/>
            </a:xfrm>
            <a:custGeom>
              <a:rect b="b" l="l" r="r" t="t"/>
              <a:pathLst>
                <a:path extrusionOk="0" h="3379" w="3462">
                  <a:moveTo>
                    <a:pt x="1401" y="0"/>
                  </a:moveTo>
                  <a:lnTo>
                    <a:pt x="1072" y="83"/>
                  </a:lnTo>
                  <a:lnTo>
                    <a:pt x="824" y="248"/>
                  </a:lnTo>
                  <a:lnTo>
                    <a:pt x="495" y="412"/>
                  </a:lnTo>
                  <a:lnTo>
                    <a:pt x="330" y="742"/>
                  </a:lnTo>
                  <a:lnTo>
                    <a:pt x="165" y="989"/>
                  </a:lnTo>
                  <a:lnTo>
                    <a:pt x="0" y="1319"/>
                  </a:lnTo>
                  <a:lnTo>
                    <a:pt x="0" y="1648"/>
                  </a:lnTo>
                  <a:lnTo>
                    <a:pt x="0" y="1978"/>
                  </a:lnTo>
                  <a:lnTo>
                    <a:pt x="165" y="2308"/>
                  </a:lnTo>
                  <a:lnTo>
                    <a:pt x="248" y="2637"/>
                  </a:lnTo>
                  <a:lnTo>
                    <a:pt x="495" y="2884"/>
                  </a:lnTo>
                  <a:lnTo>
                    <a:pt x="742" y="3132"/>
                  </a:lnTo>
                  <a:lnTo>
                    <a:pt x="1072" y="3296"/>
                  </a:lnTo>
                  <a:lnTo>
                    <a:pt x="1401" y="3379"/>
                  </a:lnTo>
                  <a:lnTo>
                    <a:pt x="2060" y="3379"/>
                  </a:lnTo>
                  <a:lnTo>
                    <a:pt x="2390" y="3296"/>
                  </a:lnTo>
                  <a:lnTo>
                    <a:pt x="2637" y="3132"/>
                  </a:lnTo>
                  <a:lnTo>
                    <a:pt x="2885" y="2884"/>
                  </a:lnTo>
                  <a:lnTo>
                    <a:pt x="3132" y="2637"/>
                  </a:lnTo>
                  <a:lnTo>
                    <a:pt x="3297" y="2390"/>
                  </a:lnTo>
                  <a:lnTo>
                    <a:pt x="3379" y="2060"/>
                  </a:lnTo>
                  <a:lnTo>
                    <a:pt x="3461" y="1731"/>
                  </a:lnTo>
                  <a:lnTo>
                    <a:pt x="3379" y="1401"/>
                  </a:lnTo>
                  <a:lnTo>
                    <a:pt x="3297" y="1072"/>
                  </a:lnTo>
                  <a:lnTo>
                    <a:pt x="3132" y="742"/>
                  </a:lnTo>
                  <a:lnTo>
                    <a:pt x="2967" y="495"/>
                  </a:lnTo>
                  <a:lnTo>
                    <a:pt x="2720" y="248"/>
                  </a:lnTo>
                  <a:lnTo>
                    <a:pt x="2390" y="83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3"/>
            <p:cNvSpPr/>
            <p:nvPr/>
          </p:nvSpPr>
          <p:spPr>
            <a:xfrm>
              <a:off x="3696675" y="2153975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402" y="0"/>
                  </a:moveTo>
                  <a:lnTo>
                    <a:pt x="1072" y="83"/>
                  </a:lnTo>
                  <a:lnTo>
                    <a:pt x="742" y="248"/>
                  </a:lnTo>
                  <a:lnTo>
                    <a:pt x="495" y="495"/>
                  </a:lnTo>
                  <a:lnTo>
                    <a:pt x="330" y="742"/>
                  </a:lnTo>
                  <a:lnTo>
                    <a:pt x="166" y="989"/>
                  </a:lnTo>
                  <a:lnTo>
                    <a:pt x="1" y="1319"/>
                  </a:lnTo>
                  <a:lnTo>
                    <a:pt x="1" y="1649"/>
                  </a:lnTo>
                  <a:lnTo>
                    <a:pt x="1" y="2061"/>
                  </a:lnTo>
                  <a:lnTo>
                    <a:pt x="83" y="2390"/>
                  </a:lnTo>
                  <a:lnTo>
                    <a:pt x="248" y="2637"/>
                  </a:lnTo>
                  <a:lnTo>
                    <a:pt x="495" y="2885"/>
                  </a:lnTo>
                  <a:lnTo>
                    <a:pt x="742" y="3132"/>
                  </a:lnTo>
                  <a:lnTo>
                    <a:pt x="990" y="3297"/>
                  </a:lnTo>
                  <a:lnTo>
                    <a:pt x="1319" y="3379"/>
                  </a:lnTo>
                  <a:lnTo>
                    <a:pt x="1649" y="3461"/>
                  </a:lnTo>
                  <a:lnTo>
                    <a:pt x="2061" y="3379"/>
                  </a:lnTo>
                  <a:lnTo>
                    <a:pt x="2391" y="3297"/>
                  </a:lnTo>
                  <a:lnTo>
                    <a:pt x="2638" y="3132"/>
                  </a:lnTo>
                  <a:lnTo>
                    <a:pt x="2885" y="2967"/>
                  </a:lnTo>
                  <a:lnTo>
                    <a:pt x="3132" y="2637"/>
                  </a:lnTo>
                  <a:lnTo>
                    <a:pt x="3297" y="2390"/>
                  </a:lnTo>
                  <a:lnTo>
                    <a:pt x="3379" y="2061"/>
                  </a:lnTo>
                  <a:lnTo>
                    <a:pt x="3462" y="1731"/>
                  </a:lnTo>
                  <a:lnTo>
                    <a:pt x="3379" y="1401"/>
                  </a:lnTo>
                  <a:lnTo>
                    <a:pt x="3297" y="1072"/>
                  </a:lnTo>
                  <a:lnTo>
                    <a:pt x="3132" y="742"/>
                  </a:lnTo>
                  <a:lnTo>
                    <a:pt x="2967" y="495"/>
                  </a:lnTo>
                  <a:lnTo>
                    <a:pt x="2720" y="330"/>
                  </a:lnTo>
                  <a:lnTo>
                    <a:pt x="2391" y="165"/>
                  </a:lnTo>
                  <a:lnTo>
                    <a:pt x="2061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3"/>
            <p:cNvSpPr/>
            <p:nvPr/>
          </p:nvSpPr>
          <p:spPr>
            <a:xfrm>
              <a:off x="3583375" y="1978875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731" y="0"/>
                  </a:moveTo>
                  <a:lnTo>
                    <a:pt x="1402" y="83"/>
                  </a:lnTo>
                  <a:lnTo>
                    <a:pt x="1072" y="165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330" y="742"/>
                  </a:lnTo>
                  <a:lnTo>
                    <a:pt x="166" y="1071"/>
                  </a:lnTo>
                  <a:lnTo>
                    <a:pt x="1" y="1401"/>
                  </a:lnTo>
                  <a:lnTo>
                    <a:pt x="1" y="1731"/>
                  </a:lnTo>
                  <a:lnTo>
                    <a:pt x="1" y="2060"/>
                  </a:lnTo>
                  <a:lnTo>
                    <a:pt x="83" y="2390"/>
                  </a:lnTo>
                  <a:lnTo>
                    <a:pt x="248" y="2637"/>
                  </a:lnTo>
                  <a:lnTo>
                    <a:pt x="495" y="2967"/>
                  </a:lnTo>
                  <a:lnTo>
                    <a:pt x="742" y="3132"/>
                  </a:lnTo>
                  <a:lnTo>
                    <a:pt x="1072" y="3296"/>
                  </a:lnTo>
                  <a:lnTo>
                    <a:pt x="1402" y="3461"/>
                  </a:lnTo>
                  <a:lnTo>
                    <a:pt x="2061" y="3461"/>
                  </a:lnTo>
                  <a:lnTo>
                    <a:pt x="2308" y="3379"/>
                  </a:lnTo>
                  <a:lnTo>
                    <a:pt x="2638" y="3214"/>
                  </a:lnTo>
                  <a:lnTo>
                    <a:pt x="2885" y="2967"/>
                  </a:lnTo>
                  <a:lnTo>
                    <a:pt x="3132" y="2720"/>
                  </a:lnTo>
                  <a:lnTo>
                    <a:pt x="3297" y="2390"/>
                  </a:lnTo>
                  <a:lnTo>
                    <a:pt x="3379" y="2060"/>
                  </a:lnTo>
                  <a:lnTo>
                    <a:pt x="3462" y="1731"/>
                  </a:lnTo>
                  <a:lnTo>
                    <a:pt x="3379" y="1401"/>
                  </a:lnTo>
                  <a:lnTo>
                    <a:pt x="3297" y="1071"/>
                  </a:lnTo>
                  <a:lnTo>
                    <a:pt x="3132" y="824"/>
                  </a:lnTo>
                  <a:lnTo>
                    <a:pt x="2967" y="577"/>
                  </a:lnTo>
                  <a:lnTo>
                    <a:pt x="2638" y="330"/>
                  </a:lnTo>
                  <a:lnTo>
                    <a:pt x="2390" y="165"/>
                  </a:lnTo>
                  <a:lnTo>
                    <a:pt x="2061" y="83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4807050" y="3206675"/>
              <a:ext cx="1128950" cy="1135125"/>
            </a:xfrm>
            <a:custGeom>
              <a:rect b="b" l="l" r="r" t="t"/>
              <a:pathLst>
                <a:path extrusionOk="0" h="45405" w="45158">
                  <a:moveTo>
                    <a:pt x="22909" y="7581"/>
                  </a:moveTo>
                  <a:lnTo>
                    <a:pt x="24392" y="7746"/>
                  </a:lnTo>
                  <a:lnTo>
                    <a:pt x="25793" y="7993"/>
                  </a:lnTo>
                  <a:lnTo>
                    <a:pt x="27194" y="8323"/>
                  </a:lnTo>
                  <a:lnTo>
                    <a:pt x="28595" y="8817"/>
                  </a:lnTo>
                  <a:lnTo>
                    <a:pt x="29831" y="9477"/>
                  </a:lnTo>
                  <a:lnTo>
                    <a:pt x="31067" y="10218"/>
                  </a:lnTo>
                  <a:lnTo>
                    <a:pt x="32220" y="11042"/>
                  </a:lnTo>
                  <a:lnTo>
                    <a:pt x="33209" y="12031"/>
                  </a:lnTo>
                  <a:lnTo>
                    <a:pt x="34198" y="13102"/>
                  </a:lnTo>
                  <a:lnTo>
                    <a:pt x="35022" y="14256"/>
                  </a:lnTo>
                  <a:lnTo>
                    <a:pt x="35764" y="15492"/>
                  </a:lnTo>
                  <a:lnTo>
                    <a:pt x="36423" y="16893"/>
                  </a:lnTo>
                  <a:lnTo>
                    <a:pt x="36917" y="18294"/>
                  </a:lnTo>
                  <a:lnTo>
                    <a:pt x="37247" y="19777"/>
                  </a:lnTo>
                  <a:lnTo>
                    <a:pt x="37412" y="21260"/>
                  </a:lnTo>
                  <a:lnTo>
                    <a:pt x="37494" y="22743"/>
                  </a:lnTo>
                  <a:lnTo>
                    <a:pt x="37412" y="24227"/>
                  </a:lnTo>
                  <a:lnTo>
                    <a:pt x="37164" y="25627"/>
                  </a:lnTo>
                  <a:lnTo>
                    <a:pt x="36752" y="27028"/>
                  </a:lnTo>
                  <a:lnTo>
                    <a:pt x="36258" y="28347"/>
                  </a:lnTo>
                  <a:lnTo>
                    <a:pt x="35681" y="29665"/>
                  </a:lnTo>
                  <a:lnTo>
                    <a:pt x="34857" y="30819"/>
                  </a:lnTo>
                  <a:lnTo>
                    <a:pt x="34033" y="31972"/>
                  </a:lnTo>
                  <a:lnTo>
                    <a:pt x="33044" y="33044"/>
                  </a:lnTo>
                  <a:lnTo>
                    <a:pt x="31973" y="33950"/>
                  </a:lnTo>
                  <a:lnTo>
                    <a:pt x="30819" y="34857"/>
                  </a:lnTo>
                  <a:lnTo>
                    <a:pt x="29583" y="35598"/>
                  </a:lnTo>
                  <a:lnTo>
                    <a:pt x="28265" y="36175"/>
                  </a:lnTo>
                  <a:lnTo>
                    <a:pt x="26864" y="36669"/>
                  </a:lnTo>
                  <a:lnTo>
                    <a:pt x="25381" y="37081"/>
                  </a:lnTo>
                  <a:lnTo>
                    <a:pt x="23898" y="37246"/>
                  </a:lnTo>
                  <a:lnTo>
                    <a:pt x="22414" y="37329"/>
                  </a:lnTo>
                  <a:lnTo>
                    <a:pt x="20931" y="37164"/>
                  </a:lnTo>
                  <a:lnTo>
                    <a:pt x="19448" y="36999"/>
                  </a:lnTo>
                  <a:lnTo>
                    <a:pt x="18129" y="36587"/>
                  </a:lnTo>
                  <a:lnTo>
                    <a:pt x="16729" y="36093"/>
                  </a:lnTo>
                  <a:lnTo>
                    <a:pt x="15493" y="35433"/>
                  </a:lnTo>
                  <a:lnTo>
                    <a:pt x="14256" y="34692"/>
                  </a:lnTo>
                  <a:lnTo>
                    <a:pt x="13103" y="33868"/>
                  </a:lnTo>
                  <a:lnTo>
                    <a:pt x="12114" y="32879"/>
                  </a:lnTo>
                  <a:lnTo>
                    <a:pt x="11125" y="31808"/>
                  </a:lnTo>
                  <a:lnTo>
                    <a:pt x="10301" y="30654"/>
                  </a:lnTo>
                  <a:lnTo>
                    <a:pt x="9560" y="29418"/>
                  </a:lnTo>
                  <a:lnTo>
                    <a:pt x="8900" y="28100"/>
                  </a:lnTo>
                  <a:lnTo>
                    <a:pt x="8406" y="26616"/>
                  </a:lnTo>
                  <a:lnTo>
                    <a:pt x="8076" y="25215"/>
                  </a:lnTo>
                  <a:lnTo>
                    <a:pt x="7829" y="23650"/>
                  </a:lnTo>
                  <a:lnTo>
                    <a:pt x="7829" y="22167"/>
                  </a:lnTo>
                  <a:lnTo>
                    <a:pt x="7911" y="20683"/>
                  </a:lnTo>
                  <a:lnTo>
                    <a:pt x="8159" y="19282"/>
                  </a:lnTo>
                  <a:lnTo>
                    <a:pt x="8571" y="17882"/>
                  </a:lnTo>
                  <a:lnTo>
                    <a:pt x="9065" y="16563"/>
                  </a:lnTo>
                  <a:lnTo>
                    <a:pt x="9642" y="15245"/>
                  </a:lnTo>
                  <a:lnTo>
                    <a:pt x="10384" y="14091"/>
                  </a:lnTo>
                  <a:lnTo>
                    <a:pt x="11290" y="12937"/>
                  </a:lnTo>
                  <a:lnTo>
                    <a:pt x="12279" y="11866"/>
                  </a:lnTo>
                  <a:lnTo>
                    <a:pt x="13350" y="10960"/>
                  </a:lnTo>
                  <a:lnTo>
                    <a:pt x="14504" y="10053"/>
                  </a:lnTo>
                  <a:lnTo>
                    <a:pt x="15740" y="9312"/>
                  </a:lnTo>
                  <a:lnTo>
                    <a:pt x="17058" y="8735"/>
                  </a:lnTo>
                  <a:lnTo>
                    <a:pt x="18459" y="8241"/>
                  </a:lnTo>
                  <a:lnTo>
                    <a:pt x="19942" y="7911"/>
                  </a:lnTo>
                  <a:lnTo>
                    <a:pt x="21426" y="7664"/>
                  </a:lnTo>
                  <a:lnTo>
                    <a:pt x="22909" y="7581"/>
                  </a:lnTo>
                  <a:close/>
                  <a:moveTo>
                    <a:pt x="20025" y="0"/>
                  </a:moveTo>
                  <a:lnTo>
                    <a:pt x="18706" y="247"/>
                  </a:lnTo>
                  <a:lnTo>
                    <a:pt x="17388" y="495"/>
                  </a:lnTo>
                  <a:lnTo>
                    <a:pt x="16152" y="824"/>
                  </a:lnTo>
                  <a:lnTo>
                    <a:pt x="14916" y="1236"/>
                  </a:lnTo>
                  <a:lnTo>
                    <a:pt x="16234" y="6675"/>
                  </a:lnTo>
                  <a:lnTo>
                    <a:pt x="14668" y="7417"/>
                  </a:lnTo>
                  <a:lnTo>
                    <a:pt x="13185" y="8323"/>
                  </a:lnTo>
                  <a:lnTo>
                    <a:pt x="11867" y="9312"/>
                  </a:lnTo>
                  <a:lnTo>
                    <a:pt x="10631" y="10383"/>
                  </a:lnTo>
                  <a:lnTo>
                    <a:pt x="6099" y="7087"/>
                  </a:lnTo>
                  <a:lnTo>
                    <a:pt x="5275" y="8076"/>
                  </a:lnTo>
                  <a:lnTo>
                    <a:pt x="4451" y="9147"/>
                  </a:lnTo>
                  <a:lnTo>
                    <a:pt x="3709" y="10218"/>
                  </a:lnTo>
                  <a:lnTo>
                    <a:pt x="3050" y="11289"/>
                  </a:lnTo>
                  <a:lnTo>
                    <a:pt x="7499" y="14586"/>
                  </a:lnTo>
                  <a:lnTo>
                    <a:pt x="6758" y="16151"/>
                  </a:lnTo>
                  <a:lnTo>
                    <a:pt x="6263" y="17717"/>
                  </a:lnTo>
                  <a:lnTo>
                    <a:pt x="5851" y="19365"/>
                  </a:lnTo>
                  <a:lnTo>
                    <a:pt x="5604" y="21095"/>
                  </a:lnTo>
                  <a:lnTo>
                    <a:pt x="1" y="21425"/>
                  </a:lnTo>
                  <a:lnTo>
                    <a:pt x="1" y="22743"/>
                  </a:lnTo>
                  <a:lnTo>
                    <a:pt x="1" y="24062"/>
                  </a:lnTo>
                  <a:lnTo>
                    <a:pt x="166" y="25380"/>
                  </a:lnTo>
                  <a:lnTo>
                    <a:pt x="330" y="26616"/>
                  </a:lnTo>
                  <a:lnTo>
                    <a:pt x="5934" y="26287"/>
                  </a:lnTo>
                  <a:lnTo>
                    <a:pt x="6016" y="26699"/>
                  </a:lnTo>
                  <a:lnTo>
                    <a:pt x="6428" y="28264"/>
                  </a:lnTo>
                  <a:lnTo>
                    <a:pt x="7005" y="29748"/>
                  </a:lnTo>
                  <a:lnTo>
                    <a:pt x="7747" y="31148"/>
                  </a:lnTo>
                  <a:lnTo>
                    <a:pt x="8571" y="32467"/>
                  </a:lnTo>
                  <a:lnTo>
                    <a:pt x="4615" y="36340"/>
                  </a:lnTo>
                  <a:lnTo>
                    <a:pt x="5357" y="37329"/>
                  </a:lnTo>
                  <a:lnTo>
                    <a:pt x="6263" y="38318"/>
                  </a:lnTo>
                  <a:lnTo>
                    <a:pt x="7170" y="39224"/>
                  </a:lnTo>
                  <a:lnTo>
                    <a:pt x="8159" y="40130"/>
                  </a:lnTo>
                  <a:lnTo>
                    <a:pt x="12196" y="36257"/>
                  </a:lnTo>
                  <a:lnTo>
                    <a:pt x="13597" y="37246"/>
                  </a:lnTo>
                  <a:lnTo>
                    <a:pt x="15081" y="38070"/>
                  </a:lnTo>
                  <a:lnTo>
                    <a:pt x="16646" y="38812"/>
                  </a:lnTo>
                  <a:lnTo>
                    <a:pt x="18212" y="39306"/>
                  </a:lnTo>
                  <a:lnTo>
                    <a:pt x="17635" y="44827"/>
                  </a:lnTo>
                  <a:lnTo>
                    <a:pt x="18871" y="45075"/>
                  </a:lnTo>
                  <a:lnTo>
                    <a:pt x="20189" y="45239"/>
                  </a:lnTo>
                  <a:lnTo>
                    <a:pt x="21508" y="45322"/>
                  </a:lnTo>
                  <a:lnTo>
                    <a:pt x="22826" y="45404"/>
                  </a:lnTo>
                  <a:lnTo>
                    <a:pt x="23403" y="39883"/>
                  </a:lnTo>
                  <a:lnTo>
                    <a:pt x="25134" y="39801"/>
                  </a:lnTo>
                  <a:lnTo>
                    <a:pt x="26864" y="39471"/>
                  </a:lnTo>
                  <a:lnTo>
                    <a:pt x="28512" y="38977"/>
                  </a:lnTo>
                  <a:lnTo>
                    <a:pt x="30078" y="38318"/>
                  </a:lnTo>
                  <a:lnTo>
                    <a:pt x="33127" y="42932"/>
                  </a:lnTo>
                  <a:lnTo>
                    <a:pt x="34198" y="42273"/>
                  </a:lnTo>
                  <a:lnTo>
                    <a:pt x="35352" y="41614"/>
                  </a:lnTo>
                  <a:lnTo>
                    <a:pt x="36423" y="40872"/>
                  </a:lnTo>
                  <a:lnTo>
                    <a:pt x="37412" y="40048"/>
                  </a:lnTo>
                  <a:lnTo>
                    <a:pt x="34363" y="35433"/>
                  </a:lnTo>
                  <a:lnTo>
                    <a:pt x="35599" y="34197"/>
                  </a:lnTo>
                  <a:lnTo>
                    <a:pt x="36670" y="32879"/>
                  </a:lnTo>
                  <a:lnTo>
                    <a:pt x="37659" y="31478"/>
                  </a:lnTo>
                  <a:lnTo>
                    <a:pt x="38400" y="29995"/>
                  </a:lnTo>
                  <a:lnTo>
                    <a:pt x="43757" y="31560"/>
                  </a:lnTo>
                  <a:lnTo>
                    <a:pt x="44169" y="30324"/>
                  </a:lnTo>
                  <a:lnTo>
                    <a:pt x="44581" y="29088"/>
                  </a:lnTo>
                  <a:lnTo>
                    <a:pt x="44910" y="27770"/>
                  </a:lnTo>
                  <a:lnTo>
                    <a:pt x="45157" y="26534"/>
                  </a:lnTo>
                  <a:lnTo>
                    <a:pt x="39884" y="24968"/>
                  </a:lnTo>
                  <a:lnTo>
                    <a:pt x="40048" y="23403"/>
                  </a:lnTo>
                  <a:lnTo>
                    <a:pt x="40048" y="21837"/>
                  </a:lnTo>
                  <a:lnTo>
                    <a:pt x="39884" y="20189"/>
                  </a:lnTo>
                  <a:lnTo>
                    <a:pt x="39554" y="18623"/>
                  </a:lnTo>
                  <a:lnTo>
                    <a:pt x="39472" y="18211"/>
                  </a:lnTo>
                  <a:lnTo>
                    <a:pt x="44498" y="15986"/>
                  </a:lnTo>
                  <a:lnTo>
                    <a:pt x="44086" y="14750"/>
                  </a:lnTo>
                  <a:lnTo>
                    <a:pt x="43592" y="13514"/>
                  </a:lnTo>
                  <a:lnTo>
                    <a:pt x="43097" y="12361"/>
                  </a:lnTo>
                  <a:lnTo>
                    <a:pt x="42438" y="11207"/>
                  </a:lnTo>
                  <a:lnTo>
                    <a:pt x="37412" y="13432"/>
                  </a:lnTo>
                  <a:lnTo>
                    <a:pt x="36340" y="12031"/>
                  </a:lnTo>
                  <a:lnTo>
                    <a:pt x="35269" y="10713"/>
                  </a:lnTo>
                  <a:lnTo>
                    <a:pt x="34033" y="9559"/>
                  </a:lnTo>
                  <a:lnTo>
                    <a:pt x="32715" y="8488"/>
                  </a:lnTo>
                  <a:lnTo>
                    <a:pt x="35187" y="3544"/>
                  </a:lnTo>
                  <a:lnTo>
                    <a:pt x="34033" y="2884"/>
                  </a:lnTo>
                  <a:lnTo>
                    <a:pt x="32879" y="2225"/>
                  </a:lnTo>
                  <a:lnTo>
                    <a:pt x="31726" y="1731"/>
                  </a:lnTo>
                  <a:lnTo>
                    <a:pt x="30490" y="1236"/>
                  </a:lnTo>
                  <a:lnTo>
                    <a:pt x="28018" y="6180"/>
                  </a:lnTo>
                  <a:lnTo>
                    <a:pt x="26370" y="5768"/>
                  </a:lnTo>
                  <a:lnTo>
                    <a:pt x="24722" y="5521"/>
                  </a:lnTo>
                  <a:lnTo>
                    <a:pt x="22991" y="5356"/>
                  </a:lnTo>
                  <a:lnTo>
                    <a:pt x="21261" y="5439"/>
                  </a:lnTo>
                  <a:lnTo>
                    <a:pt x="2002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196400" y="3589850"/>
              <a:ext cx="354375" cy="356400"/>
            </a:xfrm>
            <a:custGeom>
              <a:rect b="b" l="l" r="r" t="t"/>
              <a:pathLst>
                <a:path extrusionOk="0" h="14256" w="14175">
                  <a:moveTo>
                    <a:pt x="7088" y="1071"/>
                  </a:moveTo>
                  <a:lnTo>
                    <a:pt x="8159" y="1154"/>
                  </a:lnTo>
                  <a:lnTo>
                    <a:pt x="9148" y="1401"/>
                  </a:lnTo>
                  <a:lnTo>
                    <a:pt x="10136" y="1895"/>
                  </a:lnTo>
                  <a:lnTo>
                    <a:pt x="10960" y="2472"/>
                  </a:lnTo>
                  <a:lnTo>
                    <a:pt x="11702" y="3214"/>
                  </a:lnTo>
                  <a:lnTo>
                    <a:pt x="12279" y="4038"/>
                  </a:lnTo>
                  <a:lnTo>
                    <a:pt x="12773" y="4944"/>
                  </a:lnTo>
                  <a:lnTo>
                    <a:pt x="13103" y="6016"/>
                  </a:lnTo>
                  <a:lnTo>
                    <a:pt x="13185" y="6592"/>
                  </a:lnTo>
                  <a:lnTo>
                    <a:pt x="13185" y="7252"/>
                  </a:lnTo>
                  <a:lnTo>
                    <a:pt x="13103" y="7828"/>
                  </a:lnTo>
                  <a:lnTo>
                    <a:pt x="13021" y="8405"/>
                  </a:lnTo>
                  <a:lnTo>
                    <a:pt x="12856" y="8982"/>
                  </a:lnTo>
                  <a:lnTo>
                    <a:pt x="12691" y="9559"/>
                  </a:lnTo>
                  <a:lnTo>
                    <a:pt x="12444" y="10053"/>
                  </a:lnTo>
                  <a:lnTo>
                    <a:pt x="12114" y="10548"/>
                  </a:lnTo>
                  <a:lnTo>
                    <a:pt x="11784" y="11042"/>
                  </a:lnTo>
                  <a:lnTo>
                    <a:pt x="11372" y="11454"/>
                  </a:lnTo>
                  <a:lnTo>
                    <a:pt x="10878" y="11866"/>
                  </a:lnTo>
                  <a:lnTo>
                    <a:pt x="10466" y="12196"/>
                  </a:lnTo>
                  <a:lnTo>
                    <a:pt x="9889" y="12525"/>
                  </a:lnTo>
                  <a:lnTo>
                    <a:pt x="9395" y="12773"/>
                  </a:lnTo>
                  <a:lnTo>
                    <a:pt x="8818" y="12937"/>
                  </a:lnTo>
                  <a:lnTo>
                    <a:pt x="8159" y="13102"/>
                  </a:lnTo>
                  <a:lnTo>
                    <a:pt x="7664" y="13185"/>
                  </a:lnTo>
                  <a:lnTo>
                    <a:pt x="7088" y="13185"/>
                  </a:lnTo>
                  <a:lnTo>
                    <a:pt x="6016" y="13102"/>
                  </a:lnTo>
                  <a:lnTo>
                    <a:pt x="4945" y="12855"/>
                  </a:lnTo>
                  <a:lnTo>
                    <a:pt x="4039" y="12443"/>
                  </a:lnTo>
                  <a:lnTo>
                    <a:pt x="3215" y="11784"/>
                  </a:lnTo>
                  <a:lnTo>
                    <a:pt x="2473" y="11125"/>
                  </a:lnTo>
                  <a:lnTo>
                    <a:pt x="1814" y="10218"/>
                  </a:lnTo>
                  <a:lnTo>
                    <a:pt x="1402" y="9312"/>
                  </a:lnTo>
                  <a:lnTo>
                    <a:pt x="1072" y="8240"/>
                  </a:lnTo>
                  <a:lnTo>
                    <a:pt x="990" y="7664"/>
                  </a:lnTo>
                  <a:lnTo>
                    <a:pt x="990" y="7004"/>
                  </a:lnTo>
                  <a:lnTo>
                    <a:pt x="1072" y="6428"/>
                  </a:lnTo>
                  <a:lnTo>
                    <a:pt x="1155" y="5851"/>
                  </a:lnTo>
                  <a:lnTo>
                    <a:pt x="1319" y="5274"/>
                  </a:lnTo>
                  <a:lnTo>
                    <a:pt x="1484" y="4697"/>
                  </a:lnTo>
                  <a:lnTo>
                    <a:pt x="1731" y="4203"/>
                  </a:lnTo>
                  <a:lnTo>
                    <a:pt x="2061" y="3708"/>
                  </a:lnTo>
                  <a:lnTo>
                    <a:pt x="2391" y="3214"/>
                  </a:lnTo>
                  <a:lnTo>
                    <a:pt x="2803" y="2802"/>
                  </a:lnTo>
                  <a:lnTo>
                    <a:pt x="3215" y="2390"/>
                  </a:lnTo>
                  <a:lnTo>
                    <a:pt x="3709" y="2060"/>
                  </a:lnTo>
                  <a:lnTo>
                    <a:pt x="4203" y="1731"/>
                  </a:lnTo>
                  <a:lnTo>
                    <a:pt x="4780" y="1483"/>
                  </a:lnTo>
                  <a:lnTo>
                    <a:pt x="5357" y="1319"/>
                  </a:lnTo>
                  <a:lnTo>
                    <a:pt x="5934" y="1154"/>
                  </a:lnTo>
                  <a:lnTo>
                    <a:pt x="6511" y="1071"/>
                  </a:lnTo>
                  <a:close/>
                  <a:moveTo>
                    <a:pt x="7088" y="0"/>
                  </a:moveTo>
                  <a:lnTo>
                    <a:pt x="6428" y="83"/>
                  </a:lnTo>
                  <a:lnTo>
                    <a:pt x="5769" y="165"/>
                  </a:lnTo>
                  <a:lnTo>
                    <a:pt x="5110" y="330"/>
                  </a:lnTo>
                  <a:lnTo>
                    <a:pt x="4368" y="577"/>
                  </a:lnTo>
                  <a:lnTo>
                    <a:pt x="3791" y="824"/>
                  </a:lnTo>
                  <a:lnTo>
                    <a:pt x="3132" y="1236"/>
                  </a:lnTo>
                  <a:lnTo>
                    <a:pt x="2638" y="1648"/>
                  </a:lnTo>
                  <a:lnTo>
                    <a:pt x="2143" y="2060"/>
                  </a:lnTo>
                  <a:lnTo>
                    <a:pt x="1649" y="2555"/>
                  </a:lnTo>
                  <a:lnTo>
                    <a:pt x="1237" y="3131"/>
                  </a:lnTo>
                  <a:lnTo>
                    <a:pt x="907" y="3708"/>
                  </a:lnTo>
                  <a:lnTo>
                    <a:pt x="578" y="4285"/>
                  </a:lnTo>
                  <a:lnTo>
                    <a:pt x="331" y="4944"/>
                  </a:lnTo>
                  <a:lnTo>
                    <a:pt x="166" y="5604"/>
                  </a:lnTo>
                  <a:lnTo>
                    <a:pt x="1" y="6263"/>
                  </a:lnTo>
                  <a:lnTo>
                    <a:pt x="1" y="7004"/>
                  </a:lnTo>
                  <a:lnTo>
                    <a:pt x="1" y="7746"/>
                  </a:lnTo>
                  <a:lnTo>
                    <a:pt x="83" y="8405"/>
                  </a:lnTo>
                  <a:lnTo>
                    <a:pt x="248" y="9064"/>
                  </a:lnTo>
                  <a:lnTo>
                    <a:pt x="413" y="9641"/>
                  </a:lnTo>
                  <a:lnTo>
                    <a:pt x="660" y="10218"/>
                  </a:lnTo>
                  <a:lnTo>
                    <a:pt x="990" y="10795"/>
                  </a:lnTo>
                  <a:lnTo>
                    <a:pt x="1319" y="11289"/>
                  </a:lnTo>
                  <a:lnTo>
                    <a:pt x="1649" y="11784"/>
                  </a:lnTo>
                  <a:lnTo>
                    <a:pt x="2061" y="12196"/>
                  </a:lnTo>
                  <a:lnTo>
                    <a:pt x="2555" y="12608"/>
                  </a:lnTo>
                  <a:lnTo>
                    <a:pt x="3050" y="12937"/>
                  </a:lnTo>
                  <a:lnTo>
                    <a:pt x="3544" y="13267"/>
                  </a:lnTo>
                  <a:lnTo>
                    <a:pt x="4039" y="13597"/>
                  </a:lnTo>
                  <a:lnTo>
                    <a:pt x="4615" y="13761"/>
                  </a:lnTo>
                  <a:lnTo>
                    <a:pt x="5192" y="14009"/>
                  </a:lnTo>
                  <a:lnTo>
                    <a:pt x="5852" y="14091"/>
                  </a:lnTo>
                  <a:lnTo>
                    <a:pt x="6428" y="14173"/>
                  </a:lnTo>
                  <a:lnTo>
                    <a:pt x="7088" y="14256"/>
                  </a:lnTo>
                  <a:lnTo>
                    <a:pt x="7747" y="14173"/>
                  </a:lnTo>
                  <a:lnTo>
                    <a:pt x="8406" y="14091"/>
                  </a:lnTo>
                  <a:lnTo>
                    <a:pt x="9065" y="13926"/>
                  </a:lnTo>
                  <a:lnTo>
                    <a:pt x="9724" y="13679"/>
                  </a:lnTo>
                  <a:lnTo>
                    <a:pt x="10384" y="13432"/>
                  </a:lnTo>
                  <a:lnTo>
                    <a:pt x="10960" y="13020"/>
                  </a:lnTo>
                  <a:lnTo>
                    <a:pt x="11537" y="12608"/>
                  </a:lnTo>
                  <a:lnTo>
                    <a:pt x="12032" y="12196"/>
                  </a:lnTo>
                  <a:lnTo>
                    <a:pt x="12526" y="11701"/>
                  </a:lnTo>
                  <a:lnTo>
                    <a:pt x="12938" y="11125"/>
                  </a:lnTo>
                  <a:lnTo>
                    <a:pt x="13268" y="10548"/>
                  </a:lnTo>
                  <a:lnTo>
                    <a:pt x="13597" y="9971"/>
                  </a:lnTo>
                  <a:lnTo>
                    <a:pt x="13845" y="9312"/>
                  </a:lnTo>
                  <a:lnTo>
                    <a:pt x="14009" y="8652"/>
                  </a:lnTo>
                  <a:lnTo>
                    <a:pt x="14174" y="7993"/>
                  </a:lnTo>
                  <a:lnTo>
                    <a:pt x="14174" y="7252"/>
                  </a:lnTo>
                  <a:lnTo>
                    <a:pt x="14174" y="6510"/>
                  </a:lnTo>
                  <a:lnTo>
                    <a:pt x="14092" y="5851"/>
                  </a:lnTo>
                  <a:lnTo>
                    <a:pt x="13927" y="5192"/>
                  </a:lnTo>
                  <a:lnTo>
                    <a:pt x="13762" y="4615"/>
                  </a:lnTo>
                  <a:lnTo>
                    <a:pt x="13515" y="4038"/>
                  </a:lnTo>
                  <a:lnTo>
                    <a:pt x="13185" y="3543"/>
                  </a:lnTo>
                  <a:lnTo>
                    <a:pt x="12856" y="2967"/>
                  </a:lnTo>
                  <a:lnTo>
                    <a:pt x="12444" y="2555"/>
                  </a:lnTo>
                  <a:lnTo>
                    <a:pt x="12032" y="2060"/>
                  </a:lnTo>
                  <a:lnTo>
                    <a:pt x="11620" y="1648"/>
                  </a:lnTo>
                  <a:lnTo>
                    <a:pt x="11125" y="1319"/>
                  </a:lnTo>
                  <a:lnTo>
                    <a:pt x="10631" y="989"/>
                  </a:lnTo>
                  <a:lnTo>
                    <a:pt x="10054" y="659"/>
                  </a:lnTo>
                  <a:lnTo>
                    <a:pt x="9560" y="495"/>
                  </a:lnTo>
                  <a:lnTo>
                    <a:pt x="8983" y="247"/>
                  </a:lnTo>
                  <a:lnTo>
                    <a:pt x="8324" y="165"/>
                  </a:lnTo>
                  <a:lnTo>
                    <a:pt x="7747" y="83"/>
                  </a:lnTo>
                  <a:lnTo>
                    <a:pt x="708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5280875" y="3458000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401" y="0"/>
                  </a:moveTo>
                  <a:lnTo>
                    <a:pt x="1072" y="165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330" y="742"/>
                  </a:lnTo>
                  <a:lnTo>
                    <a:pt x="165" y="1072"/>
                  </a:lnTo>
                  <a:lnTo>
                    <a:pt x="0" y="1319"/>
                  </a:lnTo>
                  <a:lnTo>
                    <a:pt x="0" y="1731"/>
                  </a:lnTo>
                  <a:lnTo>
                    <a:pt x="0" y="2060"/>
                  </a:lnTo>
                  <a:lnTo>
                    <a:pt x="83" y="2390"/>
                  </a:lnTo>
                  <a:lnTo>
                    <a:pt x="248" y="2637"/>
                  </a:lnTo>
                  <a:lnTo>
                    <a:pt x="495" y="2967"/>
                  </a:lnTo>
                  <a:lnTo>
                    <a:pt x="742" y="3132"/>
                  </a:lnTo>
                  <a:lnTo>
                    <a:pt x="989" y="3296"/>
                  </a:lnTo>
                  <a:lnTo>
                    <a:pt x="1319" y="3379"/>
                  </a:lnTo>
                  <a:lnTo>
                    <a:pt x="1648" y="3461"/>
                  </a:lnTo>
                  <a:lnTo>
                    <a:pt x="2060" y="3379"/>
                  </a:lnTo>
                  <a:lnTo>
                    <a:pt x="2390" y="3296"/>
                  </a:lnTo>
                  <a:lnTo>
                    <a:pt x="2637" y="3132"/>
                  </a:lnTo>
                  <a:lnTo>
                    <a:pt x="2885" y="2967"/>
                  </a:lnTo>
                  <a:lnTo>
                    <a:pt x="3132" y="2720"/>
                  </a:lnTo>
                  <a:lnTo>
                    <a:pt x="3297" y="2390"/>
                  </a:lnTo>
                  <a:lnTo>
                    <a:pt x="3379" y="2060"/>
                  </a:lnTo>
                  <a:lnTo>
                    <a:pt x="3461" y="1731"/>
                  </a:lnTo>
                  <a:lnTo>
                    <a:pt x="3379" y="1401"/>
                  </a:lnTo>
                  <a:lnTo>
                    <a:pt x="3297" y="1072"/>
                  </a:lnTo>
                  <a:lnTo>
                    <a:pt x="3132" y="742"/>
                  </a:lnTo>
                  <a:lnTo>
                    <a:pt x="2967" y="495"/>
                  </a:lnTo>
                  <a:lnTo>
                    <a:pt x="2720" y="330"/>
                  </a:lnTo>
                  <a:lnTo>
                    <a:pt x="2390" y="165"/>
                  </a:lnTo>
                  <a:lnTo>
                    <a:pt x="2060" y="83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5105775" y="3571300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731" y="1"/>
                  </a:moveTo>
                  <a:lnTo>
                    <a:pt x="1401" y="83"/>
                  </a:lnTo>
                  <a:lnTo>
                    <a:pt x="1154" y="165"/>
                  </a:lnTo>
                  <a:lnTo>
                    <a:pt x="824" y="248"/>
                  </a:lnTo>
                  <a:lnTo>
                    <a:pt x="577" y="495"/>
                  </a:lnTo>
                  <a:lnTo>
                    <a:pt x="330" y="742"/>
                  </a:lnTo>
                  <a:lnTo>
                    <a:pt x="165" y="1072"/>
                  </a:lnTo>
                  <a:lnTo>
                    <a:pt x="83" y="1401"/>
                  </a:lnTo>
                  <a:lnTo>
                    <a:pt x="0" y="1731"/>
                  </a:lnTo>
                  <a:lnTo>
                    <a:pt x="83" y="2061"/>
                  </a:lnTo>
                  <a:lnTo>
                    <a:pt x="165" y="2390"/>
                  </a:lnTo>
                  <a:lnTo>
                    <a:pt x="330" y="2637"/>
                  </a:lnTo>
                  <a:lnTo>
                    <a:pt x="495" y="2885"/>
                  </a:lnTo>
                  <a:lnTo>
                    <a:pt x="742" y="3132"/>
                  </a:lnTo>
                  <a:lnTo>
                    <a:pt x="1071" y="3297"/>
                  </a:lnTo>
                  <a:lnTo>
                    <a:pt x="1401" y="3379"/>
                  </a:lnTo>
                  <a:lnTo>
                    <a:pt x="1731" y="3461"/>
                  </a:lnTo>
                  <a:lnTo>
                    <a:pt x="2060" y="3379"/>
                  </a:lnTo>
                  <a:lnTo>
                    <a:pt x="2390" y="3297"/>
                  </a:lnTo>
                  <a:lnTo>
                    <a:pt x="2637" y="3214"/>
                  </a:lnTo>
                  <a:lnTo>
                    <a:pt x="2967" y="2967"/>
                  </a:lnTo>
                  <a:lnTo>
                    <a:pt x="3132" y="2720"/>
                  </a:lnTo>
                  <a:lnTo>
                    <a:pt x="3296" y="2390"/>
                  </a:lnTo>
                  <a:lnTo>
                    <a:pt x="3461" y="2061"/>
                  </a:lnTo>
                  <a:lnTo>
                    <a:pt x="3461" y="1731"/>
                  </a:lnTo>
                  <a:lnTo>
                    <a:pt x="3461" y="1401"/>
                  </a:lnTo>
                  <a:lnTo>
                    <a:pt x="3379" y="1072"/>
                  </a:lnTo>
                  <a:lnTo>
                    <a:pt x="3214" y="825"/>
                  </a:lnTo>
                  <a:lnTo>
                    <a:pt x="2967" y="577"/>
                  </a:lnTo>
                  <a:lnTo>
                    <a:pt x="2719" y="330"/>
                  </a:lnTo>
                  <a:lnTo>
                    <a:pt x="2390" y="165"/>
                  </a:lnTo>
                  <a:lnTo>
                    <a:pt x="2060" y="83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3"/>
            <p:cNvSpPr/>
            <p:nvPr/>
          </p:nvSpPr>
          <p:spPr>
            <a:xfrm>
              <a:off x="5064575" y="3775250"/>
              <a:ext cx="84475" cy="86550"/>
            </a:xfrm>
            <a:custGeom>
              <a:rect b="b" l="l" r="r" t="t"/>
              <a:pathLst>
                <a:path extrusionOk="0" h="3462" w="3379">
                  <a:moveTo>
                    <a:pt x="1401" y="0"/>
                  </a:moveTo>
                  <a:lnTo>
                    <a:pt x="989" y="83"/>
                  </a:lnTo>
                  <a:lnTo>
                    <a:pt x="742" y="248"/>
                  </a:lnTo>
                  <a:lnTo>
                    <a:pt x="495" y="495"/>
                  </a:lnTo>
                  <a:lnTo>
                    <a:pt x="247" y="742"/>
                  </a:lnTo>
                  <a:lnTo>
                    <a:pt x="83" y="989"/>
                  </a:lnTo>
                  <a:lnTo>
                    <a:pt x="0" y="1319"/>
                  </a:lnTo>
                  <a:lnTo>
                    <a:pt x="0" y="1648"/>
                  </a:lnTo>
                  <a:lnTo>
                    <a:pt x="0" y="2060"/>
                  </a:lnTo>
                  <a:lnTo>
                    <a:pt x="83" y="2390"/>
                  </a:lnTo>
                  <a:lnTo>
                    <a:pt x="247" y="2637"/>
                  </a:lnTo>
                  <a:lnTo>
                    <a:pt x="495" y="2884"/>
                  </a:lnTo>
                  <a:lnTo>
                    <a:pt x="742" y="3132"/>
                  </a:lnTo>
                  <a:lnTo>
                    <a:pt x="989" y="3297"/>
                  </a:lnTo>
                  <a:lnTo>
                    <a:pt x="1319" y="3379"/>
                  </a:lnTo>
                  <a:lnTo>
                    <a:pt x="1648" y="3461"/>
                  </a:lnTo>
                  <a:lnTo>
                    <a:pt x="1978" y="3379"/>
                  </a:lnTo>
                  <a:lnTo>
                    <a:pt x="2307" y="3297"/>
                  </a:lnTo>
                  <a:lnTo>
                    <a:pt x="2637" y="3132"/>
                  </a:lnTo>
                  <a:lnTo>
                    <a:pt x="2884" y="2967"/>
                  </a:lnTo>
                  <a:lnTo>
                    <a:pt x="3131" y="2637"/>
                  </a:lnTo>
                  <a:lnTo>
                    <a:pt x="3214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401"/>
                  </a:lnTo>
                  <a:lnTo>
                    <a:pt x="3296" y="1072"/>
                  </a:lnTo>
                  <a:lnTo>
                    <a:pt x="3131" y="742"/>
                  </a:lnTo>
                  <a:lnTo>
                    <a:pt x="2884" y="495"/>
                  </a:lnTo>
                  <a:lnTo>
                    <a:pt x="2637" y="330"/>
                  </a:lnTo>
                  <a:lnTo>
                    <a:pt x="2390" y="165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3"/>
            <p:cNvSpPr/>
            <p:nvPr/>
          </p:nvSpPr>
          <p:spPr>
            <a:xfrm>
              <a:off x="5177875" y="3948300"/>
              <a:ext cx="84475" cy="86550"/>
            </a:xfrm>
            <a:custGeom>
              <a:rect b="b" l="l" r="r" t="t"/>
              <a:pathLst>
                <a:path extrusionOk="0" h="3462" w="3379">
                  <a:moveTo>
                    <a:pt x="1731" y="0"/>
                  </a:moveTo>
                  <a:lnTo>
                    <a:pt x="1401" y="83"/>
                  </a:lnTo>
                  <a:lnTo>
                    <a:pt x="1072" y="165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248" y="824"/>
                  </a:lnTo>
                  <a:lnTo>
                    <a:pt x="83" y="1071"/>
                  </a:lnTo>
                  <a:lnTo>
                    <a:pt x="0" y="1401"/>
                  </a:lnTo>
                  <a:lnTo>
                    <a:pt x="0" y="1731"/>
                  </a:lnTo>
                  <a:lnTo>
                    <a:pt x="0" y="2060"/>
                  </a:lnTo>
                  <a:lnTo>
                    <a:pt x="83" y="2390"/>
                  </a:lnTo>
                  <a:lnTo>
                    <a:pt x="248" y="2720"/>
                  </a:lnTo>
                  <a:lnTo>
                    <a:pt x="412" y="2967"/>
                  </a:lnTo>
                  <a:lnTo>
                    <a:pt x="742" y="3132"/>
                  </a:lnTo>
                  <a:lnTo>
                    <a:pt x="989" y="3296"/>
                  </a:lnTo>
                  <a:lnTo>
                    <a:pt x="1319" y="3461"/>
                  </a:lnTo>
                  <a:lnTo>
                    <a:pt x="1978" y="3461"/>
                  </a:lnTo>
                  <a:lnTo>
                    <a:pt x="2308" y="3379"/>
                  </a:lnTo>
                  <a:lnTo>
                    <a:pt x="2637" y="3214"/>
                  </a:lnTo>
                  <a:lnTo>
                    <a:pt x="2884" y="2967"/>
                  </a:lnTo>
                  <a:lnTo>
                    <a:pt x="3132" y="2720"/>
                  </a:lnTo>
                  <a:lnTo>
                    <a:pt x="3296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401"/>
                  </a:lnTo>
                  <a:lnTo>
                    <a:pt x="3296" y="1154"/>
                  </a:lnTo>
                  <a:lnTo>
                    <a:pt x="3132" y="824"/>
                  </a:lnTo>
                  <a:lnTo>
                    <a:pt x="2884" y="577"/>
                  </a:lnTo>
                  <a:lnTo>
                    <a:pt x="2637" y="330"/>
                  </a:lnTo>
                  <a:lnTo>
                    <a:pt x="2308" y="165"/>
                  </a:lnTo>
                  <a:lnTo>
                    <a:pt x="2060" y="83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3"/>
            <p:cNvSpPr/>
            <p:nvPr/>
          </p:nvSpPr>
          <p:spPr>
            <a:xfrm>
              <a:off x="5379750" y="3991550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814" y="1"/>
                  </a:moveTo>
                  <a:lnTo>
                    <a:pt x="1402" y="83"/>
                  </a:lnTo>
                  <a:lnTo>
                    <a:pt x="1072" y="165"/>
                  </a:lnTo>
                  <a:lnTo>
                    <a:pt x="825" y="330"/>
                  </a:lnTo>
                  <a:lnTo>
                    <a:pt x="578" y="495"/>
                  </a:lnTo>
                  <a:lnTo>
                    <a:pt x="330" y="742"/>
                  </a:lnTo>
                  <a:lnTo>
                    <a:pt x="166" y="1072"/>
                  </a:lnTo>
                  <a:lnTo>
                    <a:pt x="83" y="1402"/>
                  </a:lnTo>
                  <a:lnTo>
                    <a:pt x="1" y="1731"/>
                  </a:lnTo>
                  <a:lnTo>
                    <a:pt x="83" y="2061"/>
                  </a:lnTo>
                  <a:lnTo>
                    <a:pt x="166" y="2390"/>
                  </a:lnTo>
                  <a:lnTo>
                    <a:pt x="330" y="2720"/>
                  </a:lnTo>
                  <a:lnTo>
                    <a:pt x="495" y="2967"/>
                  </a:lnTo>
                  <a:lnTo>
                    <a:pt x="742" y="3132"/>
                  </a:lnTo>
                  <a:lnTo>
                    <a:pt x="1072" y="3297"/>
                  </a:lnTo>
                  <a:lnTo>
                    <a:pt x="1402" y="3462"/>
                  </a:lnTo>
                  <a:lnTo>
                    <a:pt x="2061" y="3462"/>
                  </a:lnTo>
                  <a:lnTo>
                    <a:pt x="2390" y="3297"/>
                  </a:lnTo>
                  <a:lnTo>
                    <a:pt x="2720" y="3214"/>
                  </a:lnTo>
                  <a:lnTo>
                    <a:pt x="2967" y="2967"/>
                  </a:lnTo>
                  <a:lnTo>
                    <a:pt x="3132" y="2720"/>
                  </a:lnTo>
                  <a:lnTo>
                    <a:pt x="3297" y="2390"/>
                  </a:lnTo>
                  <a:lnTo>
                    <a:pt x="3379" y="2143"/>
                  </a:lnTo>
                  <a:lnTo>
                    <a:pt x="3462" y="1814"/>
                  </a:lnTo>
                  <a:lnTo>
                    <a:pt x="3462" y="1402"/>
                  </a:lnTo>
                  <a:lnTo>
                    <a:pt x="3297" y="1072"/>
                  </a:lnTo>
                  <a:lnTo>
                    <a:pt x="3132" y="825"/>
                  </a:lnTo>
                  <a:lnTo>
                    <a:pt x="2967" y="577"/>
                  </a:lnTo>
                  <a:lnTo>
                    <a:pt x="2720" y="330"/>
                  </a:lnTo>
                  <a:lnTo>
                    <a:pt x="2390" y="165"/>
                  </a:lnTo>
                  <a:lnTo>
                    <a:pt x="2143" y="8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3"/>
            <p:cNvSpPr/>
            <p:nvPr/>
          </p:nvSpPr>
          <p:spPr>
            <a:xfrm>
              <a:off x="5554850" y="3878250"/>
              <a:ext cx="86550" cy="86550"/>
            </a:xfrm>
            <a:custGeom>
              <a:rect b="b" l="l" r="r" t="t"/>
              <a:pathLst>
                <a:path extrusionOk="0" h="3462" w="3462">
                  <a:moveTo>
                    <a:pt x="1731" y="1"/>
                  </a:moveTo>
                  <a:lnTo>
                    <a:pt x="1402" y="83"/>
                  </a:lnTo>
                  <a:lnTo>
                    <a:pt x="1072" y="165"/>
                  </a:lnTo>
                  <a:lnTo>
                    <a:pt x="743" y="330"/>
                  </a:lnTo>
                  <a:lnTo>
                    <a:pt x="495" y="495"/>
                  </a:lnTo>
                  <a:lnTo>
                    <a:pt x="331" y="742"/>
                  </a:lnTo>
                  <a:lnTo>
                    <a:pt x="83" y="1072"/>
                  </a:lnTo>
                  <a:lnTo>
                    <a:pt x="1" y="1401"/>
                  </a:lnTo>
                  <a:lnTo>
                    <a:pt x="1" y="1731"/>
                  </a:lnTo>
                  <a:lnTo>
                    <a:pt x="1" y="2061"/>
                  </a:lnTo>
                  <a:lnTo>
                    <a:pt x="83" y="2390"/>
                  </a:lnTo>
                  <a:lnTo>
                    <a:pt x="248" y="2637"/>
                  </a:lnTo>
                  <a:lnTo>
                    <a:pt x="495" y="2967"/>
                  </a:lnTo>
                  <a:lnTo>
                    <a:pt x="743" y="3132"/>
                  </a:lnTo>
                  <a:lnTo>
                    <a:pt x="1072" y="3297"/>
                  </a:lnTo>
                  <a:lnTo>
                    <a:pt x="1402" y="3461"/>
                  </a:lnTo>
                  <a:lnTo>
                    <a:pt x="1979" y="3461"/>
                  </a:lnTo>
                  <a:lnTo>
                    <a:pt x="2308" y="3297"/>
                  </a:lnTo>
                  <a:lnTo>
                    <a:pt x="2638" y="3214"/>
                  </a:lnTo>
                  <a:lnTo>
                    <a:pt x="2885" y="2967"/>
                  </a:lnTo>
                  <a:lnTo>
                    <a:pt x="3132" y="2720"/>
                  </a:lnTo>
                  <a:lnTo>
                    <a:pt x="3297" y="2390"/>
                  </a:lnTo>
                  <a:lnTo>
                    <a:pt x="3379" y="2061"/>
                  </a:lnTo>
                  <a:lnTo>
                    <a:pt x="3462" y="1731"/>
                  </a:lnTo>
                  <a:lnTo>
                    <a:pt x="3379" y="1401"/>
                  </a:lnTo>
                  <a:lnTo>
                    <a:pt x="3297" y="1072"/>
                  </a:lnTo>
                  <a:lnTo>
                    <a:pt x="3132" y="825"/>
                  </a:lnTo>
                  <a:lnTo>
                    <a:pt x="2967" y="577"/>
                  </a:lnTo>
                  <a:lnTo>
                    <a:pt x="2638" y="330"/>
                  </a:lnTo>
                  <a:lnTo>
                    <a:pt x="2391" y="165"/>
                  </a:lnTo>
                  <a:lnTo>
                    <a:pt x="2061" y="83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3"/>
            <p:cNvSpPr/>
            <p:nvPr/>
          </p:nvSpPr>
          <p:spPr>
            <a:xfrm>
              <a:off x="5598125" y="3676375"/>
              <a:ext cx="84475" cy="84475"/>
            </a:xfrm>
            <a:custGeom>
              <a:rect b="b" l="l" r="r" t="t"/>
              <a:pathLst>
                <a:path extrusionOk="0" h="3379" w="3379">
                  <a:moveTo>
                    <a:pt x="1401" y="0"/>
                  </a:moveTo>
                  <a:lnTo>
                    <a:pt x="1072" y="82"/>
                  </a:lnTo>
                  <a:lnTo>
                    <a:pt x="742" y="247"/>
                  </a:lnTo>
                  <a:lnTo>
                    <a:pt x="495" y="494"/>
                  </a:lnTo>
                  <a:lnTo>
                    <a:pt x="248" y="742"/>
                  </a:lnTo>
                  <a:lnTo>
                    <a:pt x="83" y="989"/>
                  </a:lnTo>
                  <a:lnTo>
                    <a:pt x="0" y="1319"/>
                  </a:lnTo>
                  <a:lnTo>
                    <a:pt x="0" y="1648"/>
                  </a:lnTo>
                  <a:lnTo>
                    <a:pt x="0" y="1978"/>
                  </a:lnTo>
                  <a:lnTo>
                    <a:pt x="83" y="2307"/>
                  </a:lnTo>
                  <a:lnTo>
                    <a:pt x="248" y="2637"/>
                  </a:lnTo>
                  <a:lnTo>
                    <a:pt x="495" y="2884"/>
                  </a:lnTo>
                  <a:lnTo>
                    <a:pt x="742" y="3131"/>
                  </a:lnTo>
                  <a:lnTo>
                    <a:pt x="989" y="3214"/>
                  </a:lnTo>
                  <a:lnTo>
                    <a:pt x="1319" y="3379"/>
                  </a:lnTo>
                  <a:lnTo>
                    <a:pt x="1978" y="3379"/>
                  </a:lnTo>
                  <a:lnTo>
                    <a:pt x="2308" y="3296"/>
                  </a:lnTo>
                  <a:lnTo>
                    <a:pt x="2637" y="3131"/>
                  </a:lnTo>
                  <a:lnTo>
                    <a:pt x="2885" y="2884"/>
                  </a:lnTo>
                  <a:lnTo>
                    <a:pt x="3132" y="2637"/>
                  </a:lnTo>
                  <a:lnTo>
                    <a:pt x="3297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401"/>
                  </a:lnTo>
                  <a:lnTo>
                    <a:pt x="3297" y="1071"/>
                  </a:lnTo>
                  <a:lnTo>
                    <a:pt x="3132" y="742"/>
                  </a:lnTo>
                  <a:lnTo>
                    <a:pt x="2885" y="494"/>
                  </a:lnTo>
                  <a:lnTo>
                    <a:pt x="2637" y="247"/>
                  </a:lnTo>
                  <a:lnTo>
                    <a:pt x="2390" y="82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3"/>
            <p:cNvSpPr/>
            <p:nvPr/>
          </p:nvSpPr>
          <p:spPr>
            <a:xfrm>
              <a:off x="5484825" y="3501250"/>
              <a:ext cx="84475" cy="86550"/>
            </a:xfrm>
            <a:custGeom>
              <a:rect b="b" l="l" r="r" t="t"/>
              <a:pathLst>
                <a:path extrusionOk="0" h="3462" w="3379">
                  <a:moveTo>
                    <a:pt x="1401" y="1"/>
                  </a:moveTo>
                  <a:lnTo>
                    <a:pt x="1072" y="83"/>
                  </a:lnTo>
                  <a:lnTo>
                    <a:pt x="742" y="248"/>
                  </a:lnTo>
                  <a:lnTo>
                    <a:pt x="495" y="495"/>
                  </a:lnTo>
                  <a:lnTo>
                    <a:pt x="247" y="742"/>
                  </a:lnTo>
                  <a:lnTo>
                    <a:pt x="83" y="1072"/>
                  </a:lnTo>
                  <a:lnTo>
                    <a:pt x="0" y="1402"/>
                  </a:lnTo>
                  <a:lnTo>
                    <a:pt x="0" y="1731"/>
                  </a:lnTo>
                  <a:lnTo>
                    <a:pt x="0" y="2061"/>
                  </a:lnTo>
                  <a:lnTo>
                    <a:pt x="83" y="2308"/>
                  </a:lnTo>
                  <a:lnTo>
                    <a:pt x="247" y="2638"/>
                  </a:lnTo>
                  <a:lnTo>
                    <a:pt x="495" y="2885"/>
                  </a:lnTo>
                  <a:lnTo>
                    <a:pt x="742" y="3132"/>
                  </a:lnTo>
                  <a:lnTo>
                    <a:pt x="989" y="3297"/>
                  </a:lnTo>
                  <a:lnTo>
                    <a:pt x="1319" y="3379"/>
                  </a:lnTo>
                  <a:lnTo>
                    <a:pt x="1648" y="3462"/>
                  </a:lnTo>
                  <a:lnTo>
                    <a:pt x="1978" y="3379"/>
                  </a:lnTo>
                  <a:lnTo>
                    <a:pt x="2308" y="3297"/>
                  </a:lnTo>
                  <a:lnTo>
                    <a:pt x="2637" y="3132"/>
                  </a:lnTo>
                  <a:lnTo>
                    <a:pt x="2884" y="2967"/>
                  </a:lnTo>
                  <a:lnTo>
                    <a:pt x="3132" y="2720"/>
                  </a:lnTo>
                  <a:lnTo>
                    <a:pt x="3296" y="2391"/>
                  </a:lnTo>
                  <a:lnTo>
                    <a:pt x="3379" y="2061"/>
                  </a:lnTo>
                  <a:lnTo>
                    <a:pt x="3379" y="1731"/>
                  </a:lnTo>
                  <a:lnTo>
                    <a:pt x="3379" y="1402"/>
                  </a:lnTo>
                  <a:lnTo>
                    <a:pt x="3296" y="1072"/>
                  </a:lnTo>
                  <a:lnTo>
                    <a:pt x="3132" y="825"/>
                  </a:lnTo>
                  <a:lnTo>
                    <a:pt x="2884" y="495"/>
                  </a:lnTo>
                  <a:lnTo>
                    <a:pt x="2637" y="330"/>
                  </a:lnTo>
                  <a:lnTo>
                    <a:pt x="2390" y="166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3"/>
            <p:cNvSpPr/>
            <p:nvPr/>
          </p:nvSpPr>
          <p:spPr>
            <a:xfrm>
              <a:off x="1311125" y="1871750"/>
              <a:ext cx="1666625" cy="1650125"/>
            </a:xfrm>
            <a:custGeom>
              <a:rect b="b" l="l" r="r" t="t"/>
              <a:pathLst>
                <a:path extrusionOk="0" h="66005" w="66665">
                  <a:moveTo>
                    <a:pt x="34363" y="13102"/>
                  </a:moveTo>
                  <a:lnTo>
                    <a:pt x="35351" y="13185"/>
                  </a:lnTo>
                  <a:lnTo>
                    <a:pt x="36423" y="13267"/>
                  </a:lnTo>
                  <a:lnTo>
                    <a:pt x="37329" y="13514"/>
                  </a:lnTo>
                  <a:lnTo>
                    <a:pt x="38318" y="13679"/>
                  </a:lnTo>
                  <a:lnTo>
                    <a:pt x="39307" y="14009"/>
                  </a:lnTo>
                  <a:lnTo>
                    <a:pt x="41120" y="14668"/>
                  </a:lnTo>
                  <a:lnTo>
                    <a:pt x="42850" y="15492"/>
                  </a:lnTo>
                  <a:lnTo>
                    <a:pt x="44498" y="16481"/>
                  </a:lnTo>
                  <a:lnTo>
                    <a:pt x="46064" y="17634"/>
                  </a:lnTo>
                  <a:lnTo>
                    <a:pt x="47465" y="18953"/>
                  </a:lnTo>
                  <a:lnTo>
                    <a:pt x="48783" y="20354"/>
                  </a:lnTo>
                  <a:lnTo>
                    <a:pt x="49937" y="21837"/>
                  </a:lnTo>
                  <a:lnTo>
                    <a:pt x="50925" y="23485"/>
                  </a:lnTo>
                  <a:lnTo>
                    <a:pt x="51750" y="25298"/>
                  </a:lnTo>
                  <a:lnTo>
                    <a:pt x="52409" y="27111"/>
                  </a:lnTo>
                  <a:lnTo>
                    <a:pt x="52656" y="28017"/>
                  </a:lnTo>
                  <a:lnTo>
                    <a:pt x="52903" y="29006"/>
                  </a:lnTo>
                  <a:lnTo>
                    <a:pt x="53068" y="29995"/>
                  </a:lnTo>
                  <a:lnTo>
                    <a:pt x="53233" y="30984"/>
                  </a:lnTo>
                  <a:lnTo>
                    <a:pt x="53315" y="31973"/>
                  </a:lnTo>
                  <a:lnTo>
                    <a:pt x="53315" y="33044"/>
                  </a:lnTo>
                  <a:lnTo>
                    <a:pt x="53315" y="34033"/>
                  </a:lnTo>
                  <a:lnTo>
                    <a:pt x="53233" y="35104"/>
                  </a:lnTo>
                  <a:lnTo>
                    <a:pt x="53068" y="36093"/>
                  </a:lnTo>
                  <a:lnTo>
                    <a:pt x="52903" y="37082"/>
                  </a:lnTo>
                  <a:lnTo>
                    <a:pt x="52656" y="37988"/>
                  </a:lnTo>
                  <a:lnTo>
                    <a:pt x="52409" y="38977"/>
                  </a:lnTo>
                  <a:lnTo>
                    <a:pt x="51750" y="40790"/>
                  </a:lnTo>
                  <a:lnTo>
                    <a:pt x="50925" y="42520"/>
                  </a:lnTo>
                  <a:lnTo>
                    <a:pt x="49937" y="44168"/>
                  </a:lnTo>
                  <a:lnTo>
                    <a:pt x="48783" y="45734"/>
                  </a:lnTo>
                  <a:lnTo>
                    <a:pt x="47465" y="47135"/>
                  </a:lnTo>
                  <a:lnTo>
                    <a:pt x="46064" y="48453"/>
                  </a:lnTo>
                  <a:lnTo>
                    <a:pt x="44498" y="49607"/>
                  </a:lnTo>
                  <a:lnTo>
                    <a:pt x="42850" y="50596"/>
                  </a:lnTo>
                  <a:lnTo>
                    <a:pt x="41120" y="51420"/>
                  </a:lnTo>
                  <a:lnTo>
                    <a:pt x="39307" y="52079"/>
                  </a:lnTo>
                  <a:lnTo>
                    <a:pt x="38318" y="52408"/>
                  </a:lnTo>
                  <a:lnTo>
                    <a:pt x="37329" y="52573"/>
                  </a:lnTo>
                  <a:lnTo>
                    <a:pt x="36423" y="52738"/>
                  </a:lnTo>
                  <a:lnTo>
                    <a:pt x="35351" y="52903"/>
                  </a:lnTo>
                  <a:lnTo>
                    <a:pt x="34363" y="52985"/>
                  </a:lnTo>
                  <a:lnTo>
                    <a:pt x="32303" y="52985"/>
                  </a:lnTo>
                  <a:lnTo>
                    <a:pt x="31314" y="52903"/>
                  </a:lnTo>
                  <a:lnTo>
                    <a:pt x="30325" y="52738"/>
                  </a:lnTo>
                  <a:lnTo>
                    <a:pt x="29336" y="52573"/>
                  </a:lnTo>
                  <a:lnTo>
                    <a:pt x="28347" y="52408"/>
                  </a:lnTo>
                  <a:lnTo>
                    <a:pt x="27441" y="52079"/>
                  </a:lnTo>
                  <a:lnTo>
                    <a:pt x="25546" y="51420"/>
                  </a:lnTo>
                  <a:lnTo>
                    <a:pt x="23815" y="50596"/>
                  </a:lnTo>
                  <a:lnTo>
                    <a:pt x="22167" y="49607"/>
                  </a:lnTo>
                  <a:lnTo>
                    <a:pt x="20684" y="48453"/>
                  </a:lnTo>
                  <a:lnTo>
                    <a:pt x="19201" y="47135"/>
                  </a:lnTo>
                  <a:lnTo>
                    <a:pt x="17964" y="45734"/>
                  </a:lnTo>
                  <a:lnTo>
                    <a:pt x="16811" y="44168"/>
                  </a:lnTo>
                  <a:lnTo>
                    <a:pt x="15822" y="42520"/>
                  </a:lnTo>
                  <a:lnTo>
                    <a:pt x="14916" y="40790"/>
                  </a:lnTo>
                  <a:lnTo>
                    <a:pt x="14256" y="38977"/>
                  </a:lnTo>
                  <a:lnTo>
                    <a:pt x="14009" y="37988"/>
                  </a:lnTo>
                  <a:lnTo>
                    <a:pt x="13762" y="37082"/>
                  </a:lnTo>
                  <a:lnTo>
                    <a:pt x="13597" y="36093"/>
                  </a:lnTo>
                  <a:lnTo>
                    <a:pt x="13515" y="35104"/>
                  </a:lnTo>
                  <a:lnTo>
                    <a:pt x="13432" y="34033"/>
                  </a:lnTo>
                  <a:lnTo>
                    <a:pt x="13350" y="33044"/>
                  </a:lnTo>
                  <a:lnTo>
                    <a:pt x="13432" y="31973"/>
                  </a:lnTo>
                  <a:lnTo>
                    <a:pt x="13515" y="30984"/>
                  </a:lnTo>
                  <a:lnTo>
                    <a:pt x="13597" y="29995"/>
                  </a:lnTo>
                  <a:lnTo>
                    <a:pt x="13762" y="29006"/>
                  </a:lnTo>
                  <a:lnTo>
                    <a:pt x="14009" y="28017"/>
                  </a:lnTo>
                  <a:lnTo>
                    <a:pt x="14256" y="27111"/>
                  </a:lnTo>
                  <a:lnTo>
                    <a:pt x="14916" y="25298"/>
                  </a:lnTo>
                  <a:lnTo>
                    <a:pt x="15822" y="23485"/>
                  </a:lnTo>
                  <a:lnTo>
                    <a:pt x="16811" y="21837"/>
                  </a:lnTo>
                  <a:lnTo>
                    <a:pt x="17964" y="20354"/>
                  </a:lnTo>
                  <a:lnTo>
                    <a:pt x="19201" y="18953"/>
                  </a:lnTo>
                  <a:lnTo>
                    <a:pt x="20684" y="17634"/>
                  </a:lnTo>
                  <a:lnTo>
                    <a:pt x="22167" y="16481"/>
                  </a:lnTo>
                  <a:lnTo>
                    <a:pt x="23815" y="15492"/>
                  </a:lnTo>
                  <a:lnTo>
                    <a:pt x="25546" y="14668"/>
                  </a:lnTo>
                  <a:lnTo>
                    <a:pt x="27441" y="14009"/>
                  </a:lnTo>
                  <a:lnTo>
                    <a:pt x="28347" y="13679"/>
                  </a:lnTo>
                  <a:lnTo>
                    <a:pt x="29336" y="13514"/>
                  </a:lnTo>
                  <a:lnTo>
                    <a:pt x="30325" y="13267"/>
                  </a:lnTo>
                  <a:lnTo>
                    <a:pt x="31314" y="13185"/>
                  </a:lnTo>
                  <a:lnTo>
                    <a:pt x="32303" y="13102"/>
                  </a:lnTo>
                  <a:close/>
                  <a:moveTo>
                    <a:pt x="32385" y="0"/>
                  </a:moveTo>
                  <a:lnTo>
                    <a:pt x="30407" y="165"/>
                  </a:lnTo>
                  <a:lnTo>
                    <a:pt x="28512" y="412"/>
                  </a:lnTo>
                  <a:lnTo>
                    <a:pt x="27523" y="9559"/>
                  </a:lnTo>
                  <a:lnTo>
                    <a:pt x="26205" y="9889"/>
                  </a:lnTo>
                  <a:lnTo>
                    <a:pt x="24969" y="10301"/>
                  </a:lnTo>
                  <a:lnTo>
                    <a:pt x="23733" y="10795"/>
                  </a:lnTo>
                  <a:lnTo>
                    <a:pt x="22497" y="11372"/>
                  </a:lnTo>
                  <a:lnTo>
                    <a:pt x="15904" y="4944"/>
                  </a:lnTo>
                  <a:lnTo>
                    <a:pt x="14256" y="6016"/>
                  </a:lnTo>
                  <a:lnTo>
                    <a:pt x="12608" y="7252"/>
                  </a:lnTo>
                  <a:lnTo>
                    <a:pt x="11207" y="8405"/>
                  </a:lnTo>
                  <a:lnTo>
                    <a:pt x="9724" y="9806"/>
                  </a:lnTo>
                  <a:lnTo>
                    <a:pt x="8406" y="11207"/>
                  </a:lnTo>
                  <a:lnTo>
                    <a:pt x="13515" y="18871"/>
                  </a:lnTo>
                  <a:lnTo>
                    <a:pt x="12773" y="19942"/>
                  </a:lnTo>
                  <a:lnTo>
                    <a:pt x="12114" y="21095"/>
                  </a:lnTo>
                  <a:lnTo>
                    <a:pt x="11455" y="22249"/>
                  </a:lnTo>
                  <a:lnTo>
                    <a:pt x="10878" y="23485"/>
                  </a:lnTo>
                  <a:lnTo>
                    <a:pt x="1731" y="22826"/>
                  </a:lnTo>
                  <a:lnTo>
                    <a:pt x="1154" y="24721"/>
                  </a:lnTo>
                  <a:lnTo>
                    <a:pt x="660" y="26616"/>
                  </a:lnTo>
                  <a:lnTo>
                    <a:pt x="330" y="28512"/>
                  </a:lnTo>
                  <a:lnTo>
                    <a:pt x="166" y="30489"/>
                  </a:lnTo>
                  <a:lnTo>
                    <a:pt x="1" y="32467"/>
                  </a:lnTo>
                  <a:lnTo>
                    <a:pt x="8900" y="35021"/>
                  </a:lnTo>
                  <a:lnTo>
                    <a:pt x="8983" y="36340"/>
                  </a:lnTo>
                  <a:lnTo>
                    <a:pt x="9230" y="37658"/>
                  </a:lnTo>
                  <a:lnTo>
                    <a:pt x="9477" y="38977"/>
                  </a:lnTo>
                  <a:lnTo>
                    <a:pt x="9807" y="40213"/>
                  </a:lnTo>
                  <a:lnTo>
                    <a:pt x="2308" y="45651"/>
                  </a:lnTo>
                  <a:lnTo>
                    <a:pt x="3132" y="47464"/>
                  </a:lnTo>
                  <a:lnTo>
                    <a:pt x="4038" y="49195"/>
                  </a:lnTo>
                  <a:lnTo>
                    <a:pt x="4945" y="50843"/>
                  </a:lnTo>
                  <a:lnTo>
                    <a:pt x="6016" y="52491"/>
                  </a:lnTo>
                  <a:lnTo>
                    <a:pt x="7170" y="54056"/>
                  </a:lnTo>
                  <a:lnTo>
                    <a:pt x="15657" y="50348"/>
                  </a:lnTo>
                  <a:lnTo>
                    <a:pt x="16564" y="51255"/>
                  </a:lnTo>
                  <a:lnTo>
                    <a:pt x="17552" y="52161"/>
                  </a:lnTo>
                  <a:lnTo>
                    <a:pt x="18624" y="52985"/>
                  </a:lnTo>
                  <a:lnTo>
                    <a:pt x="19695" y="53727"/>
                  </a:lnTo>
                  <a:lnTo>
                    <a:pt x="17470" y="62709"/>
                  </a:lnTo>
                  <a:lnTo>
                    <a:pt x="19201" y="63615"/>
                  </a:lnTo>
                  <a:lnTo>
                    <a:pt x="21096" y="64357"/>
                  </a:lnTo>
                  <a:lnTo>
                    <a:pt x="22826" y="65016"/>
                  </a:lnTo>
                  <a:lnTo>
                    <a:pt x="24721" y="65593"/>
                  </a:lnTo>
                  <a:lnTo>
                    <a:pt x="26617" y="66005"/>
                  </a:lnTo>
                  <a:lnTo>
                    <a:pt x="30737" y="57765"/>
                  </a:lnTo>
                  <a:lnTo>
                    <a:pt x="32055" y="57847"/>
                  </a:lnTo>
                  <a:lnTo>
                    <a:pt x="34692" y="57847"/>
                  </a:lnTo>
                  <a:lnTo>
                    <a:pt x="36011" y="57765"/>
                  </a:lnTo>
                  <a:lnTo>
                    <a:pt x="40048" y="66005"/>
                  </a:lnTo>
                  <a:lnTo>
                    <a:pt x="41944" y="65593"/>
                  </a:lnTo>
                  <a:lnTo>
                    <a:pt x="43839" y="65016"/>
                  </a:lnTo>
                  <a:lnTo>
                    <a:pt x="45652" y="64357"/>
                  </a:lnTo>
                  <a:lnTo>
                    <a:pt x="47465" y="63615"/>
                  </a:lnTo>
                  <a:lnTo>
                    <a:pt x="49195" y="62709"/>
                  </a:lnTo>
                  <a:lnTo>
                    <a:pt x="46970" y="53727"/>
                  </a:lnTo>
                  <a:lnTo>
                    <a:pt x="48041" y="52985"/>
                  </a:lnTo>
                  <a:lnTo>
                    <a:pt x="49113" y="52161"/>
                  </a:lnTo>
                  <a:lnTo>
                    <a:pt x="50101" y="51255"/>
                  </a:lnTo>
                  <a:lnTo>
                    <a:pt x="51008" y="50348"/>
                  </a:lnTo>
                  <a:lnTo>
                    <a:pt x="59495" y="54056"/>
                  </a:lnTo>
                  <a:lnTo>
                    <a:pt x="60649" y="52491"/>
                  </a:lnTo>
                  <a:lnTo>
                    <a:pt x="61720" y="50843"/>
                  </a:lnTo>
                  <a:lnTo>
                    <a:pt x="62709" y="49195"/>
                  </a:lnTo>
                  <a:lnTo>
                    <a:pt x="63533" y="47464"/>
                  </a:lnTo>
                  <a:lnTo>
                    <a:pt x="64357" y="45651"/>
                  </a:lnTo>
                  <a:lnTo>
                    <a:pt x="56858" y="40213"/>
                  </a:lnTo>
                  <a:lnTo>
                    <a:pt x="57188" y="38977"/>
                  </a:lnTo>
                  <a:lnTo>
                    <a:pt x="57518" y="37658"/>
                  </a:lnTo>
                  <a:lnTo>
                    <a:pt x="57682" y="36340"/>
                  </a:lnTo>
                  <a:lnTo>
                    <a:pt x="57765" y="35021"/>
                  </a:lnTo>
                  <a:lnTo>
                    <a:pt x="66664" y="32467"/>
                  </a:lnTo>
                  <a:lnTo>
                    <a:pt x="66582" y="30489"/>
                  </a:lnTo>
                  <a:lnTo>
                    <a:pt x="66335" y="28512"/>
                  </a:lnTo>
                  <a:lnTo>
                    <a:pt x="66005" y="26616"/>
                  </a:lnTo>
                  <a:lnTo>
                    <a:pt x="65511" y="24721"/>
                  </a:lnTo>
                  <a:lnTo>
                    <a:pt x="65016" y="22826"/>
                  </a:lnTo>
                  <a:lnTo>
                    <a:pt x="55787" y="23485"/>
                  </a:lnTo>
                  <a:lnTo>
                    <a:pt x="55210" y="22249"/>
                  </a:lnTo>
                  <a:lnTo>
                    <a:pt x="54551" y="21095"/>
                  </a:lnTo>
                  <a:lnTo>
                    <a:pt x="53892" y="19942"/>
                  </a:lnTo>
                  <a:lnTo>
                    <a:pt x="53150" y="18871"/>
                  </a:lnTo>
                  <a:lnTo>
                    <a:pt x="58259" y="11207"/>
                  </a:lnTo>
                  <a:lnTo>
                    <a:pt x="56941" y="9806"/>
                  </a:lnTo>
                  <a:lnTo>
                    <a:pt x="55458" y="8405"/>
                  </a:lnTo>
                  <a:lnTo>
                    <a:pt x="54057" y="7252"/>
                  </a:lnTo>
                  <a:lnTo>
                    <a:pt x="52491" y="6016"/>
                  </a:lnTo>
                  <a:lnTo>
                    <a:pt x="50843" y="4944"/>
                  </a:lnTo>
                  <a:lnTo>
                    <a:pt x="44168" y="11372"/>
                  </a:lnTo>
                  <a:lnTo>
                    <a:pt x="42932" y="10795"/>
                  </a:lnTo>
                  <a:lnTo>
                    <a:pt x="41779" y="10301"/>
                  </a:lnTo>
                  <a:lnTo>
                    <a:pt x="40460" y="9889"/>
                  </a:lnTo>
                  <a:lnTo>
                    <a:pt x="39224" y="9559"/>
                  </a:lnTo>
                  <a:lnTo>
                    <a:pt x="38235" y="412"/>
                  </a:lnTo>
                  <a:lnTo>
                    <a:pt x="36258" y="165"/>
                  </a:lnTo>
                  <a:lnTo>
                    <a:pt x="3428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3"/>
            <p:cNvSpPr/>
            <p:nvPr/>
          </p:nvSpPr>
          <p:spPr>
            <a:xfrm>
              <a:off x="1916800" y="2471225"/>
              <a:ext cx="455300" cy="453250"/>
            </a:xfrm>
            <a:custGeom>
              <a:rect b="b" l="l" r="r" t="t"/>
              <a:pathLst>
                <a:path extrusionOk="0" h="18130" w="18212">
                  <a:moveTo>
                    <a:pt x="8158" y="1"/>
                  </a:moveTo>
                  <a:lnTo>
                    <a:pt x="7251" y="165"/>
                  </a:lnTo>
                  <a:lnTo>
                    <a:pt x="6427" y="330"/>
                  </a:lnTo>
                  <a:lnTo>
                    <a:pt x="5603" y="660"/>
                  </a:lnTo>
                  <a:lnTo>
                    <a:pt x="4779" y="1072"/>
                  </a:lnTo>
                  <a:lnTo>
                    <a:pt x="4038" y="1484"/>
                  </a:lnTo>
                  <a:lnTo>
                    <a:pt x="3296" y="2061"/>
                  </a:lnTo>
                  <a:lnTo>
                    <a:pt x="2719" y="2637"/>
                  </a:lnTo>
                  <a:lnTo>
                    <a:pt x="2060" y="3297"/>
                  </a:lnTo>
                  <a:lnTo>
                    <a:pt x="1566" y="3956"/>
                  </a:lnTo>
                  <a:lnTo>
                    <a:pt x="1154" y="4697"/>
                  </a:lnTo>
                  <a:lnTo>
                    <a:pt x="742" y="5521"/>
                  </a:lnTo>
                  <a:lnTo>
                    <a:pt x="412" y="6346"/>
                  </a:lnTo>
                  <a:lnTo>
                    <a:pt x="165" y="7252"/>
                  </a:lnTo>
                  <a:lnTo>
                    <a:pt x="82" y="8158"/>
                  </a:lnTo>
                  <a:lnTo>
                    <a:pt x="0" y="9065"/>
                  </a:lnTo>
                  <a:lnTo>
                    <a:pt x="82" y="9971"/>
                  </a:lnTo>
                  <a:lnTo>
                    <a:pt x="165" y="10878"/>
                  </a:lnTo>
                  <a:lnTo>
                    <a:pt x="412" y="11784"/>
                  </a:lnTo>
                  <a:lnTo>
                    <a:pt x="742" y="12608"/>
                  </a:lnTo>
                  <a:lnTo>
                    <a:pt x="1154" y="13432"/>
                  </a:lnTo>
                  <a:lnTo>
                    <a:pt x="1566" y="14174"/>
                  </a:lnTo>
                  <a:lnTo>
                    <a:pt x="2060" y="14833"/>
                  </a:lnTo>
                  <a:lnTo>
                    <a:pt x="2719" y="15492"/>
                  </a:lnTo>
                  <a:lnTo>
                    <a:pt x="3296" y="16069"/>
                  </a:lnTo>
                  <a:lnTo>
                    <a:pt x="4038" y="16563"/>
                  </a:lnTo>
                  <a:lnTo>
                    <a:pt x="4779" y="17058"/>
                  </a:lnTo>
                  <a:lnTo>
                    <a:pt x="5603" y="17470"/>
                  </a:lnTo>
                  <a:lnTo>
                    <a:pt x="6427" y="17717"/>
                  </a:lnTo>
                  <a:lnTo>
                    <a:pt x="7251" y="17964"/>
                  </a:lnTo>
                  <a:lnTo>
                    <a:pt x="8158" y="18129"/>
                  </a:lnTo>
                  <a:lnTo>
                    <a:pt x="10053" y="18129"/>
                  </a:lnTo>
                  <a:lnTo>
                    <a:pt x="10960" y="17964"/>
                  </a:lnTo>
                  <a:lnTo>
                    <a:pt x="11784" y="17717"/>
                  </a:lnTo>
                  <a:lnTo>
                    <a:pt x="12690" y="17470"/>
                  </a:lnTo>
                  <a:lnTo>
                    <a:pt x="13432" y="17058"/>
                  </a:lnTo>
                  <a:lnTo>
                    <a:pt x="14173" y="16563"/>
                  </a:lnTo>
                  <a:lnTo>
                    <a:pt x="14915" y="16069"/>
                  </a:lnTo>
                  <a:lnTo>
                    <a:pt x="15574" y="15492"/>
                  </a:lnTo>
                  <a:lnTo>
                    <a:pt x="16151" y="14833"/>
                  </a:lnTo>
                  <a:lnTo>
                    <a:pt x="16645" y="14174"/>
                  </a:lnTo>
                  <a:lnTo>
                    <a:pt x="17140" y="13432"/>
                  </a:lnTo>
                  <a:lnTo>
                    <a:pt x="17469" y="12608"/>
                  </a:lnTo>
                  <a:lnTo>
                    <a:pt x="17799" y="11784"/>
                  </a:lnTo>
                  <a:lnTo>
                    <a:pt x="18046" y="10878"/>
                  </a:lnTo>
                  <a:lnTo>
                    <a:pt x="18129" y="9971"/>
                  </a:lnTo>
                  <a:lnTo>
                    <a:pt x="18211" y="9065"/>
                  </a:lnTo>
                  <a:lnTo>
                    <a:pt x="18129" y="8158"/>
                  </a:lnTo>
                  <a:lnTo>
                    <a:pt x="18046" y="7252"/>
                  </a:lnTo>
                  <a:lnTo>
                    <a:pt x="17799" y="6346"/>
                  </a:lnTo>
                  <a:lnTo>
                    <a:pt x="17469" y="5521"/>
                  </a:lnTo>
                  <a:lnTo>
                    <a:pt x="17140" y="4697"/>
                  </a:lnTo>
                  <a:lnTo>
                    <a:pt x="16645" y="3956"/>
                  </a:lnTo>
                  <a:lnTo>
                    <a:pt x="16151" y="3297"/>
                  </a:lnTo>
                  <a:lnTo>
                    <a:pt x="15574" y="2637"/>
                  </a:lnTo>
                  <a:lnTo>
                    <a:pt x="14915" y="2061"/>
                  </a:lnTo>
                  <a:lnTo>
                    <a:pt x="14173" y="1484"/>
                  </a:lnTo>
                  <a:lnTo>
                    <a:pt x="13432" y="1072"/>
                  </a:lnTo>
                  <a:lnTo>
                    <a:pt x="12690" y="660"/>
                  </a:lnTo>
                  <a:lnTo>
                    <a:pt x="11784" y="330"/>
                  </a:lnTo>
                  <a:lnTo>
                    <a:pt x="10960" y="165"/>
                  </a:lnTo>
                  <a:lnTo>
                    <a:pt x="10053" y="1"/>
                  </a:lnTo>
                  <a:close/>
                </a:path>
              </a:pathLst>
            </a:custGeom>
            <a:solidFill>
              <a:srgbClr val="F5F5F3"/>
            </a:solidFill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3"/>
            <p:cNvSpPr/>
            <p:nvPr/>
          </p:nvSpPr>
          <p:spPr>
            <a:xfrm>
              <a:off x="5501300" y="2059200"/>
              <a:ext cx="867300" cy="867325"/>
            </a:xfrm>
            <a:custGeom>
              <a:rect b="b" l="l" r="r" t="t"/>
              <a:pathLst>
                <a:path extrusionOk="0" h="34693" w="34692">
                  <a:moveTo>
                    <a:pt x="17799" y="9477"/>
                  </a:moveTo>
                  <a:lnTo>
                    <a:pt x="18541" y="9560"/>
                  </a:lnTo>
                  <a:lnTo>
                    <a:pt x="19283" y="9724"/>
                  </a:lnTo>
                  <a:lnTo>
                    <a:pt x="20024" y="9889"/>
                  </a:lnTo>
                  <a:lnTo>
                    <a:pt x="20766" y="10219"/>
                  </a:lnTo>
                  <a:lnTo>
                    <a:pt x="21425" y="10549"/>
                  </a:lnTo>
                  <a:lnTo>
                    <a:pt x="22002" y="10961"/>
                  </a:lnTo>
                  <a:lnTo>
                    <a:pt x="22661" y="11455"/>
                  </a:lnTo>
                  <a:lnTo>
                    <a:pt x="23156" y="12032"/>
                  </a:lnTo>
                  <a:lnTo>
                    <a:pt x="23650" y="12609"/>
                  </a:lnTo>
                  <a:lnTo>
                    <a:pt x="24144" y="13268"/>
                  </a:lnTo>
                  <a:lnTo>
                    <a:pt x="24474" y="13927"/>
                  </a:lnTo>
                  <a:lnTo>
                    <a:pt x="24804" y="14669"/>
                  </a:lnTo>
                  <a:lnTo>
                    <a:pt x="25051" y="15493"/>
                  </a:lnTo>
                  <a:lnTo>
                    <a:pt x="25216" y="16234"/>
                  </a:lnTo>
                  <a:lnTo>
                    <a:pt x="25298" y="17058"/>
                  </a:lnTo>
                  <a:lnTo>
                    <a:pt x="25298" y="17800"/>
                  </a:lnTo>
                  <a:lnTo>
                    <a:pt x="25216" y="18542"/>
                  </a:lnTo>
                  <a:lnTo>
                    <a:pt x="25051" y="19366"/>
                  </a:lnTo>
                  <a:lnTo>
                    <a:pt x="24804" y="20025"/>
                  </a:lnTo>
                  <a:lnTo>
                    <a:pt x="24556" y="20766"/>
                  </a:lnTo>
                  <a:lnTo>
                    <a:pt x="24144" y="21426"/>
                  </a:lnTo>
                  <a:lnTo>
                    <a:pt x="23732" y="22085"/>
                  </a:lnTo>
                  <a:lnTo>
                    <a:pt x="23238" y="22662"/>
                  </a:lnTo>
                  <a:lnTo>
                    <a:pt x="22744" y="23239"/>
                  </a:lnTo>
                  <a:lnTo>
                    <a:pt x="22167" y="23733"/>
                  </a:lnTo>
                  <a:lnTo>
                    <a:pt x="21508" y="24145"/>
                  </a:lnTo>
                  <a:lnTo>
                    <a:pt x="20766" y="24557"/>
                  </a:lnTo>
                  <a:lnTo>
                    <a:pt x="20024" y="24804"/>
                  </a:lnTo>
                  <a:lnTo>
                    <a:pt x="19283" y="25051"/>
                  </a:lnTo>
                  <a:lnTo>
                    <a:pt x="18459" y="25216"/>
                  </a:lnTo>
                  <a:lnTo>
                    <a:pt x="17717" y="25299"/>
                  </a:lnTo>
                  <a:lnTo>
                    <a:pt x="16893" y="25299"/>
                  </a:lnTo>
                  <a:lnTo>
                    <a:pt x="16151" y="25216"/>
                  </a:lnTo>
                  <a:lnTo>
                    <a:pt x="15410" y="25051"/>
                  </a:lnTo>
                  <a:lnTo>
                    <a:pt x="14668" y="24804"/>
                  </a:lnTo>
                  <a:lnTo>
                    <a:pt x="14009" y="24557"/>
                  </a:lnTo>
                  <a:lnTo>
                    <a:pt x="13267" y="24227"/>
                  </a:lnTo>
                  <a:lnTo>
                    <a:pt x="12690" y="23733"/>
                  </a:lnTo>
                  <a:lnTo>
                    <a:pt x="12114" y="23321"/>
                  </a:lnTo>
                  <a:lnTo>
                    <a:pt x="11537" y="22744"/>
                  </a:lnTo>
                  <a:lnTo>
                    <a:pt x="11042" y="22167"/>
                  </a:lnTo>
                  <a:lnTo>
                    <a:pt x="10548" y="21508"/>
                  </a:lnTo>
                  <a:lnTo>
                    <a:pt x="10218" y="20766"/>
                  </a:lnTo>
                  <a:lnTo>
                    <a:pt x="9889" y="20025"/>
                  </a:lnTo>
                  <a:lnTo>
                    <a:pt x="9642" y="19283"/>
                  </a:lnTo>
                  <a:lnTo>
                    <a:pt x="9477" y="18542"/>
                  </a:lnTo>
                  <a:lnTo>
                    <a:pt x="9477" y="17718"/>
                  </a:lnTo>
                  <a:lnTo>
                    <a:pt x="9477" y="16976"/>
                  </a:lnTo>
                  <a:lnTo>
                    <a:pt x="9559" y="16152"/>
                  </a:lnTo>
                  <a:lnTo>
                    <a:pt x="9642" y="15410"/>
                  </a:lnTo>
                  <a:lnTo>
                    <a:pt x="9889" y="14669"/>
                  </a:lnTo>
                  <a:lnTo>
                    <a:pt x="10218" y="14009"/>
                  </a:lnTo>
                  <a:lnTo>
                    <a:pt x="10548" y="13350"/>
                  </a:lnTo>
                  <a:lnTo>
                    <a:pt x="10960" y="12691"/>
                  </a:lnTo>
                  <a:lnTo>
                    <a:pt x="11454" y="12114"/>
                  </a:lnTo>
                  <a:lnTo>
                    <a:pt x="11949" y="11537"/>
                  </a:lnTo>
                  <a:lnTo>
                    <a:pt x="12608" y="11043"/>
                  </a:lnTo>
                  <a:lnTo>
                    <a:pt x="13267" y="10631"/>
                  </a:lnTo>
                  <a:lnTo>
                    <a:pt x="13927" y="10219"/>
                  </a:lnTo>
                  <a:lnTo>
                    <a:pt x="14668" y="9889"/>
                  </a:lnTo>
                  <a:lnTo>
                    <a:pt x="15492" y="9724"/>
                  </a:lnTo>
                  <a:lnTo>
                    <a:pt x="16234" y="9560"/>
                  </a:lnTo>
                  <a:lnTo>
                    <a:pt x="16975" y="9477"/>
                  </a:lnTo>
                  <a:close/>
                  <a:moveTo>
                    <a:pt x="11454" y="1"/>
                  </a:moveTo>
                  <a:lnTo>
                    <a:pt x="11125" y="83"/>
                  </a:lnTo>
                  <a:lnTo>
                    <a:pt x="10795" y="248"/>
                  </a:lnTo>
                  <a:lnTo>
                    <a:pt x="10548" y="495"/>
                  </a:lnTo>
                  <a:lnTo>
                    <a:pt x="10383" y="743"/>
                  </a:lnTo>
                  <a:lnTo>
                    <a:pt x="10218" y="1072"/>
                  </a:lnTo>
                  <a:lnTo>
                    <a:pt x="10054" y="1731"/>
                  </a:lnTo>
                  <a:lnTo>
                    <a:pt x="10054" y="2308"/>
                  </a:lnTo>
                  <a:lnTo>
                    <a:pt x="10713" y="6428"/>
                  </a:lnTo>
                  <a:lnTo>
                    <a:pt x="9642" y="7088"/>
                  </a:lnTo>
                  <a:lnTo>
                    <a:pt x="8735" y="7912"/>
                  </a:lnTo>
                  <a:lnTo>
                    <a:pt x="7829" y="8736"/>
                  </a:lnTo>
                  <a:lnTo>
                    <a:pt x="7087" y="9642"/>
                  </a:lnTo>
                  <a:lnTo>
                    <a:pt x="3049" y="8653"/>
                  </a:lnTo>
                  <a:lnTo>
                    <a:pt x="2473" y="8571"/>
                  </a:lnTo>
                  <a:lnTo>
                    <a:pt x="1731" y="8736"/>
                  </a:lnTo>
                  <a:lnTo>
                    <a:pt x="1484" y="8818"/>
                  </a:lnTo>
                  <a:lnTo>
                    <a:pt x="1154" y="8983"/>
                  </a:lnTo>
                  <a:lnTo>
                    <a:pt x="907" y="9230"/>
                  </a:lnTo>
                  <a:lnTo>
                    <a:pt x="742" y="9477"/>
                  </a:lnTo>
                  <a:lnTo>
                    <a:pt x="660" y="9807"/>
                  </a:lnTo>
                  <a:lnTo>
                    <a:pt x="577" y="10219"/>
                  </a:lnTo>
                  <a:lnTo>
                    <a:pt x="660" y="10549"/>
                  </a:lnTo>
                  <a:lnTo>
                    <a:pt x="825" y="10878"/>
                  </a:lnTo>
                  <a:lnTo>
                    <a:pt x="1154" y="11455"/>
                  </a:lnTo>
                  <a:lnTo>
                    <a:pt x="1566" y="11867"/>
                  </a:lnTo>
                  <a:lnTo>
                    <a:pt x="4862" y="14339"/>
                  </a:lnTo>
                  <a:lnTo>
                    <a:pt x="4697" y="15493"/>
                  </a:lnTo>
                  <a:lnTo>
                    <a:pt x="4533" y="16729"/>
                  </a:lnTo>
                  <a:lnTo>
                    <a:pt x="4533" y="17965"/>
                  </a:lnTo>
                  <a:lnTo>
                    <a:pt x="4615" y="19118"/>
                  </a:lnTo>
                  <a:lnTo>
                    <a:pt x="1072" y="21261"/>
                  </a:lnTo>
                  <a:lnTo>
                    <a:pt x="577" y="21673"/>
                  </a:lnTo>
                  <a:lnTo>
                    <a:pt x="165" y="22250"/>
                  </a:lnTo>
                  <a:lnTo>
                    <a:pt x="83" y="22579"/>
                  </a:lnTo>
                  <a:lnTo>
                    <a:pt x="1" y="22827"/>
                  </a:lnTo>
                  <a:lnTo>
                    <a:pt x="1" y="23156"/>
                  </a:lnTo>
                  <a:lnTo>
                    <a:pt x="83" y="23568"/>
                  </a:lnTo>
                  <a:lnTo>
                    <a:pt x="248" y="23815"/>
                  </a:lnTo>
                  <a:lnTo>
                    <a:pt x="413" y="24063"/>
                  </a:lnTo>
                  <a:lnTo>
                    <a:pt x="742" y="24310"/>
                  </a:lnTo>
                  <a:lnTo>
                    <a:pt x="1072" y="24475"/>
                  </a:lnTo>
                  <a:lnTo>
                    <a:pt x="1731" y="24557"/>
                  </a:lnTo>
                  <a:lnTo>
                    <a:pt x="2308" y="24557"/>
                  </a:lnTo>
                  <a:lnTo>
                    <a:pt x="6345" y="23980"/>
                  </a:lnTo>
                  <a:lnTo>
                    <a:pt x="7087" y="25051"/>
                  </a:lnTo>
                  <a:lnTo>
                    <a:pt x="7829" y="25958"/>
                  </a:lnTo>
                  <a:lnTo>
                    <a:pt x="8653" y="26864"/>
                  </a:lnTo>
                  <a:lnTo>
                    <a:pt x="9642" y="27606"/>
                  </a:lnTo>
                  <a:lnTo>
                    <a:pt x="8653" y="31644"/>
                  </a:lnTo>
                  <a:lnTo>
                    <a:pt x="8570" y="32220"/>
                  </a:lnTo>
                  <a:lnTo>
                    <a:pt x="8653" y="32880"/>
                  </a:lnTo>
                  <a:lnTo>
                    <a:pt x="8818" y="33209"/>
                  </a:lnTo>
                  <a:lnTo>
                    <a:pt x="8982" y="33539"/>
                  </a:lnTo>
                  <a:lnTo>
                    <a:pt x="9147" y="33786"/>
                  </a:lnTo>
                  <a:lnTo>
                    <a:pt x="9477" y="33951"/>
                  </a:lnTo>
                  <a:lnTo>
                    <a:pt x="9806" y="34033"/>
                  </a:lnTo>
                  <a:lnTo>
                    <a:pt x="10466" y="34033"/>
                  </a:lnTo>
                  <a:lnTo>
                    <a:pt x="10795" y="33868"/>
                  </a:lnTo>
                  <a:lnTo>
                    <a:pt x="11372" y="33539"/>
                  </a:lnTo>
                  <a:lnTo>
                    <a:pt x="11784" y="33127"/>
                  </a:lnTo>
                  <a:lnTo>
                    <a:pt x="14256" y="29831"/>
                  </a:lnTo>
                  <a:lnTo>
                    <a:pt x="15410" y="30078"/>
                  </a:lnTo>
                  <a:lnTo>
                    <a:pt x="16646" y="30160"/>
                  </a:lnTo>
                  <a:lnTo>
                    <a:pt x="17882" y="30160"/>
                  </a:lnTo>
                  <a:lnTo>
                    <a:pt x="19118" y="30078"/>
                  </a:lnTo>
                  <a:lnTo>
                    <a:pt x="21260" y="33539"/>
                  </a:lnTo>
                  <a:lnTo>
                    <a:pt x="21672" y="34033"/>
                  </a:lnTo>
                  <a:lnTo>
                    <a:pt x="22167" y="34445"/>
                  </a:lnTo>
                  <a:lnTo>
                    <a:pt x="22496" y="34610"/>
                  </a:lnTo>
                  <a:lnTo>
                    <a:pt x="22826" y="34692"/>
                  </a:lnTo>
                  <a:lnTo>
                    <a:pt x="23156" y="34692"/>
                  </a:lnTo>
                  <a:lnTo>
                    <a:pt x="23485" y="34610"/>
                  </a:lnTo>
                  <a:lnTo>
                    <a:pt x="23815" y="34445"/>
                  </a:lnTo>
                  <a:lnTo>
                    <a:pt x="24062" y="34198"/>
                  </a:lnTo>
                  <a:lnTo>
                    <a:pt x="24227" y="33951"/>
                  </a:lnTo>
                  <a:lnTo>
                    <a:pt x="24392" y="33621"/>
                  </a:lnTo>
                  <a:lnTo>
                    <a:pt x="24556" y="32962"/>
                  </a:lnTo>
                  <a:lnTo>
                    <a:pt x="24556" y="32385"/>
                  </a:lnTo>
                  <a:lnTo>
                    <a:pt x="23980" y="28347"/>
                  </a:lnTo>
                  <a:lnTo>
                    <a:pt x="24968" y="27688"/>
                  </a:lnTo>
                  <a:lnTo>
                    <a:pt x="25957" y="26864"/>
                  </a:lnTo>
                  <a:lnTo>
                    <a:pt x="26864" y="26040"/>
                  </a:lnTo>
                  <a:lnTo>
                    <a:pt x="27605" y="25051"/>
                  </a:lnTo>
                  <a:lnTo>
                    <a:pt x="31561" y="26040"/>
                  </a:lnTo>
                  <a:lnTo>
                    <a:pt x="32220" y="26123"/>
                  </a:lnTo>
                  <a:lnTo>
                    <a:pt x="32879" y="26040"/>
                  </a:lnTo>
                  <a:lnTo>
                    <a:pt x="33209" y="25875"/>
                  </a:lnTo>
                  <a:lnTo>
                    <a:pt x="33456" y="25711"/>
                  </a:lnTo>
                  <a:lnTo>
                    <a:pt x="33703" y="25463"/>
                  </a:lnTo>
                  <a:lnTo>
                    <a:pt x="33868" y="25216"/>
                  </a:lnTo>
                  <a:lnTo>
                    <a:pt x="34033" y="24887"/>
                  </a:lnTo>
                  <a:lnTo>
                    <a:pt x="34033" y="24557"/>
                  </a:lnTo>
                  <a:lnTo>
                    <a:pt x="33950" y="24145"/>
                  </a:lnTo>
                  <a:lnTo>
                    <a:pt x="33868" y="23815"/>
                  </a:lnTo>
                  <a:lnTo>
                    <a:pt x="33456" y="23239"/>
                  </a:lnTo>
                  <a:lnTo>
                    <a:pt x="33044" y="22909"/>
                  </a:lnTo>
                  <a:lnTo>
                    <a:pt x="29830" y="20437"/>
                  </a:lnTo>
                  <a:lnTo>
                    <a:pt x="30077" y="19283"/>
                  </a:lnTo>
                  <a:lnTo>
                    <a:pt x="30160" y="18047"/>
                  </a:lnTo>
                  <a:lnTo>
                    <a:pt x="30160" y="16811"/>
                  </a:lnTo>
                  <a:lnTo>
                    <a:pt x="30077" y="15493"/>
                  </a:lnTo>
                  <a:lnTo>
                    <a:pt x="33538" y="13433"/>
                  </a:lnTo>
                  <a:lnTo>
                    <a:pt x="34033" y="13021"/>
                  </a:lnTo>
                  <a:lnTo>
                    <a:pt x="34445" y="12444"/>
                  </a:lnTo>
                  <a:lnTo>
                    <a:pt x="34610" y="12197"/>
                  </a:lnTo>
                  <a:lnTo>
                    <a:pt x="34692" y="11867"/>
                  </a:lnTo>
                  <a:lnTo>
                    <a:pt x="34692" y="11537"/>
                  </a:lnTo>
                  <a:lnTo>
                    <a:pt x="34610" y="11208"/>
                  </a:lnTo>
                  <a:lnTo>
                    <a:pt x="34445" y="10878"/>
                  </a:lnTo>
                  <a:lnTo>
                    <a:pt x="34198" y="10631"/>
                  </a:lnTo>
                  <a:lnTo>
                    <a:pt x="33950" y="10384"/>
                  </a:lnTo>
                  <a:lnTo>
                    <a:pt x="33621" y="10301"/>
                  </a:lnTo>
                  <a:lnTo>
                    <a:pt x="32962" y="10136"/>
                  </a:lnTo>
                  <a:lnTo>
                    <a:pt x="32385" y="10136"/>
                  </a:lnTo>
                  <a:lnTo>
                    <a:pt x="28347" y="10713"/>
                  </a:lnTo>
                  <a:lnTo>
                    <a:pt x="27605" y="9642"/>
                  </a:lnTo>
                  <a:lnTo>
                    <a:pt x="26864" y="8736"/>
                  </a:lnTo>
                  <a:lnTo>
                    <a:pt x="25957" y="7829"/>
                  </a:lnTo>
                  <a:lnTo>
                    <a:pt x="25051" y="7088"/>
                  </a:lnTo>
                  <a:lnTo>
                    <a:pt x="26040" y="3132"/>
                  </a:lnTo>
                  <a:lnTo>
                    <a:pt x="26040" y="2473"/>
                  </a:lnTo>
                  <a:lnTo>
                    <a:pt x="25957" y="1814"/>
                  </a:lnTo>
                  <a:lnTo>
                    <a:pt x="25875" y="1484"/>
                  </a:lnTo>
                  <a:lnTo>
                    <a:pt x="25710" y="1237"/>
                  </a:lnTo>
                  <a:lnTo>
                    <a:pt x="25463" y="990"/>
                  </a:lnTo>
                  <a:lnTo>
                    <a:pt x="25133" y="743"/>
                  </a:lnTo>
                  <a:lnTo>
                    <a:pt x="24804" y="660"/>
                  </a:lnTo>
                  <a:lnTo>
                    <a:pt x="24474" y="660"/>
                  </a:lnTo>
                  <a:lnTo>
                    <a:pt x="24144" y="743"/>
                  </a:lnTo>
                  <a:lnTo>
                    <a:pt x="23815" y="825"/>
                  </a:lnTo>
                  <a:lnTo>
                    <a:pt x="23238" y="1155"/>
                  </a:lnTo>
                  <a:lnTo>
                    <a:pt x="22826" y="1649"/>
                  </a:lnTo>
                  <a:lnTo>
                    <a:pt x="20354" y="4945"/>
                  </a:lnTo>
                  <a:lnTo>
                    <a:pt x="19200" y="4698"/>
                  </a:lnTo>
                  <a:lnTo>
                    <a:pt x="17964" y="4533"/>
                  </a:lnTo>
                  <a:lnTo>
                    <a:pt x="16728" y="4533"/>
                  </a:lnTo>
                  <a:lnTo>
                    <a:pt x="15492" y="4698"/>
                  </a:lnTo>
                  <a:lnTo>
                    <a:pt x="13350" y="1155"/>
                  </a:lnTo>
                  <a:lnTo>
                    <a:pt x="13020" y="660"/>
                  </a:lnTo>
                  <a:lnTo>
                    <a:pt x="12443" y="248"/>
                  </a:lnTo>
                  <a:lnTo>
                    <a:pt x="12114" y="83"/>
                  </a:lnTo>
                  <a:lnTo>
                    <a:pt x="117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3"/>
            <p:cNvSpPr/>
            <p:nvPr/>
          </p:nvSpPr>
          <p:spPr>
            <a:xfrm>
              <a:off x="4572200" y="2588650"/>
              <a:ext cx="576850" cy="576850"/>
            </a:xfrm>
            <a:custGeom>
              <a:rect b="b" l="l" r="r" t="t"/>
              <a:pathLst>
                <a:path extrusionOk="0" h="23074" w="23074">
                  <a:moveTo>
                    <a:pt x="11785" y="7087"/>
                  </a:moveTo>
                  <a:lnTo>
                    <a:pt x="12609" y="7252"/>
                  </a:lnTo>
                  <a:lnTo>
                    <a:pt x="13433" y="7499"/>
                  </a:lnTo>
                  <a:lnTo>
                    <a:pt x="14174" y="7994"/>
                  </a:lnTo>
                  <a:lnTo>
                    <a:pt x="14751" y="8488"/>
                  </a:lnTo>
                  <a:lnTo>
                    <a:pt x="15328" y="9230"/>
                  </a:lnTo>
                  <a:lnTo>
                    <a:pt x="15657" y="10054"/>
                  </a:lnTo>
                  <a:lnTo>
                    <a:pt x="15905" y="10878"/>
                  </a:lnTo>
                  <a:lnTo>
                    <a:pt x="15905" y="11784"/>
                  </a:lnTo>
                  <a:lnTo>
                    <a:pt x="15822" y="12608"/>
                  </a:lnTo>
                  <a:lnTo>
                    <a:pt x="15493" y="13350"/>
                  </a:lnTo>
                  <a:lnTo>
                    <a:pt x="15081" y="14091"/>
                  </a:lnTo>
                  <a:lnTo>
                    <a:pt x="14504" y="14751"/>
                  </a:lnTo>
                  <a:lnTo>
                    <a:pt x="13845" y="15245"/>
                  </a:lnTo>
                  <a:lnTo>
                    <a:pt x="13021" y="15657"/>
                  </a:lnTo>
                  <a:lnTo>
                    <a:pt x="12114" y="15904"/>
                  </a:lnTo>
                  <a:lnTo>
                    <a:pt x="11290" y="15904"/>
                  </a:lnTo>
                  <a:lnTo>
                    <a:pt x="10466" y="15739"/>
                  </a:lnTo>
                  <a:lnTo>
                    <a:pt x="9642" y="15492"/>
                  </a:lnTo>
                  <a:lnTo>
                    <a:pt x="8900" y="15080"/>
                  </a:lnTo>
                  <a:lnTo>
                    <a:pt x="8324" y="14503"/>
                  </a:lnTo>
                  <a:lnTo>
                    <a:pt x="7747" y="13762"/>
                  </a:lnTo>
                  <a:lnTo>
                    <a:pt x="7417" y="13020"/>
                  </a:lnTo>
                  <a:lnTo>
                    <a:pt x="7170" y="12114"/>
                  </a:lnTo>
                  <a:lnTo>
                    <a:pt x="7170" y="11290"/>
                  </a:lnTo>
                  <a:lnTo>
                    <a:pt x="7252" y="10383"/>
                  </a:lnTo>
                  <a:lnTo>
                    <a:pt x="7582" y="9642"/>
                  </a:lnTo>
                  <a:lnTo>
                    <a:pt x="7994" y="8900"/>
                  </a:lnTo>
                  <a:lnTo>
                    <a:pt x="8571" y="8241"/>
                  </a:lnTo>
                  <a:lnTo>
                    <a:pt x="9230" y="7746"/>
                  </a:lnTo>
                  <a:lnTo>
                    <a:pt x="10054" y="7334"/>
                  </a:lnTo>
                  <a:lnTo>
                    <a:pt x="10878" y="7169"/>
                  </a:lnTo>
                  <a:lnTo>
                    <a:pt x="11785" y="7087"/>
                  </a:lnTo>
                  <a:close/>
                  <a:moveTo>
                    <a:pt x="7417" y="0"/>
                  </a:moveTo>
                  <a:lnTo>
                    <a:pt x="7252" y="83"/>
                  </a:lnTo>
                  <a:lnTo>
                    <a:pt x="7005" y="248"/>
                  </a:lnTo>
                  <a:lnTo>
                    <a:pt x="6840" y="660"/>
                  </a:lnTo>
                  <a:lnTo>
                    <a:pt x="6676" y="1154"/>
                  </a:lnTo>
                  <a:lnTo>
                    <a:pt x="6758" y="1484"/>
                  </a:lnTo>
                  <a:lnTo>
                    <a:pt x="7088" y="4203"/>
                  </a:lnTo>
                  <a:lnTo>
                    <a:pt x="6428" y="4697"/>
                  </a:lnTo>
                  <a:lnTo>
                    <a:pt x="5852" y="5192"/>
                  </a:lnTo>
                  <a:lnTo>
                    <a:pt x="5275" y="5769"/>
                  </a:lnTo>
                  <a:lnTo>
                    <a:pt x="4698" y="6428"/>
                  </a:lnTo>
                  <a:lnTo>
                    <a:pt x="2061" y="5769"/>
                  </a:lnTo>
                  <a:lnTo>
                    <a:pt x="1649" y="5686"/>
                  </a:lnTo>
                  <a:lnTo>
                    <a:pt x="1155" y="5769"/>
                  </a:lnTo>
                  <a:lnTo>
                    <a:pt x="743" y="5933"/>
                  </a:lnTo>
                  <a:lnTo>
                    <a:pt x="660" y="6098"/>
                  </a:lnTo>
                  <a:lnTo>
                    <a:pt x="495" y="6263"/>
                  </a:lnTo>
                  <a:lnTo>
                    <a:pt x="413" y="6510"/>
                  </a:lnTo>
                  <a:lnTo>
                    <a:pt x="413" y="6757"/>
                  </a:lnTo>
                  <a:lnTo>
                    <a:pt x="578" y="7169"/>
                  </a:lnTo>
                  <a:lnTo>
                    <a:pt x="743" y="7582"/>
                  </a:lnTo>
                  <a:lnTo>
                    <a:pt x="1072" y="7829"/>
                  </a:lnTo>
                  <a:lnTo>
                    <a:pt x="3297" y="9477"/>
                  </a:lnTo>
                  <a:lnTo>
                    <a:pt x="3132" y="10301"/>
                  </a:lnTo>
                  <a:lnTo>
                    <a:pt x="3050" y="11042"/>
                  </a:lnTo>
                  <a:lnTo>
                    <a:pt x="3050" y="11866"/>
                  </a:lnTo>
                  <a:lnTo>
                    <a:pt x="3132" y="12690"/>
                  </a:lnTo>
                  <a:lnTo>
                    <a:pt x="743" y="14091"/>
                  </a:lnTo>
                  <a:lnTo>
                    <a:pt x="413" y="14421"/>
                  </a:lnTo>
                  <a:lnTo>
                    <a:pt x="166" y="14751"/>
                  </a:lnTo>
                  <a:lnTo>
                    <a:pt x="1" y="15163"/>
                  </a:lnTo>
                  <a:lnTo>
                    <a:pt x="1" y="15410"/>
                  </a:lnTo>
                  <a:lnTo>
                    <a:pt x="1" y="15657"/>
                  </a:lnTo>
                  <a:lnTo>
                    <a:pt x="166" y="15822"/>
                  </a:lnTo>
                  <a:lnTo>
                    <a:pt x="331" y="15987"/>
                  </a:lnTo>
                  <a:lnTo>
                    <a:pt x="743" y="16234"/>
                  </a:lnTo>
                  <a:lnTo>
                    <a:pt x="1155" y="16316"/>
                  </a:lnTo>
                  <a:lnTo>
                    <a:pt x="1567" y="16316"/>
                  </a:lnTo>
                  <a:lnTo>
                    <a:pt x="4203" y="15904"/>
                  </a:lnTo>
                  <a:lnTo>
                    <a:pt x="4698" y="16646"/>
                  </a:lnTo>
                  <a:lnTo>
                    <a:pt x="5192" y="17223"/>
                  </a:lnTo>
                  <a:lnTo>
                    <a:pt x="5769" y="17799"/>
                  </a:lnTo>
                  <a:lnTo>
                    <a:pt x="6428" y="18294"/>
                  </a:lnTo>
                  <a:lnTo>
                    <a:pt x="5769" y="21013"/>
                  </a:lnTo>
                  <a:lnTo>
                    <a:pt x="5687" y="21425"/>
                  </a:lnTo>
                  <a:lnTo>
                    <a:pt x="5769" y="21837"/>
                  </a:lnTo>
                  <a:lnTo>
                    <a:pt x="5934" y="22249"/>
                  </a:lnTo>
                  <a:lnTo>
                    <a:pt x="6099" y="22414"/>
                  </a:lnTo>
                  <a:lnTo>
                    <a:pt x="6346" y="22579"/>
                  </a:lnTo>
                  <a:lnTo>
                    <a:pt x="6758" y="22579"/>
                  </a:lnTo>
                  <a:lnTo>
                    <a:pt x="7170" y="22496"/>
                  </a:lnTo>
                  <a:lnTo>
                    <a:pt x="7582" y="22249"/>
                  </a:lnTo>
                  <a:lnTo>
                    <a:pt x="7829" y="22002"/>
                  </a:lnTo>
                  <a:lnTo>
                    <a:pt x="9477" y="19777"/>
                  </a:lnTo>
                  <a:lnTo>
                    <a:pt x="10301" y="19942"/>
                  </a:lnTo>
                  <a:lnTo>
                    <a:pt x="11125" y="20024"/>
                  </a:lnTo>
                  <a:lnTo>
                    <a:pt x="11949" y="20024"/>
                  </a:lnTo>
                  <a:lnTo>
                    <a:pt x="12773" y="19942"/>
                  </a:lnTo>
                  <a:lnTo>
                    <a:pt x="14174" y="22332"/>
                  </a:lnTo>
                  <a:lnTo>
                    <a:pt x="14421" y="22661"/>
                  </a:lnTo>
                  <a:lnTo>
                    <a:pt x="14751" y="22908"/>
                  </a:lnTo>
                  <a:lnTo>
                    <a:pt x="15163" y="23073"/>
                  </a:lnTo>
                  <a:lnTo>
                    <a:pt x="15410" y="23073"/>
                  </a:lnTo>
                  <a:lnTo>
                    <a:pt x="15657" y="22991"/>
                  </a:lnTo>
                  <a:lnTo>
                    <a:pt x="15822" y="22908"/>
                  </a:lnTo>
                  <a:lnTo>
                    <a:pt x="15987" y="22744"/>
                  </a:lnTo>
                  <a:lnTo>
                    <a:pt x="16234" y="22332"/>
                  </a:lnTo>
                  <a:lnTo>
                    <a:pt x="16317" y="21920"/>
                  </a:lnTo>
                  <a:lnTo>
                    <a:pt x="16317" y="21508"/>
                  </a:lnTo>
                  <a:lnTo>
                    <a:pt x="15987" y="18871"/>
                  </a:lnTo>
                  <a:lnTo>
                    <a:pt x="16646" y="18376"/>
                  </a:lnTo>
                  <a:lnTo>
                    <a:pt x="17305" y="17882"/>
                  </a:lnTo>
                  <a:lnTo>
                    <a:pt x="17882" y="17223"/>
                  </a:lnTo>
                  <a:lnTo>
                    <a:pt x="18377" y="16646"/>
                  </a:lnTo>
                  <a:lnTo>
                    <a:pt x="21014" y="17305"/>
                  </a:lnTo>
                  <a:lnTo>
                    <a:pt x="21426" y="17305"/>
                  </a:lnTo>
                  <a:lnTo>
                    <a:pt x="21838" y="17223"/>
                  </a:lnTo>
                  <a:lnTo>
                    <a:pt x="22250" y="17058"/>
                  </a:lnTo>
                  <a:lnTo>
                    <a:pt x="22414" y="16893"/>
                  </a:lnTo>
                  <a:lnTo>
                    <a:pt x="22579" y="16728"/>
                  </a:lnTo>
                  <a:lnTo>
                    <a:pt x="22662" y="16481"/>
                  </a:lnTo>
                  <a:lnTo>
                    <a:pt x="22662" y="16316"/>
                  </a:lnTo>
                  <a:lnTo>
                    <a:pt x="22497" y="15822"/>
                  </a:lnTo>
                  <a:lnTo>
                    <a:pt x="22250" y="15410"/>
                  </a:lnTo>
                  <a:lnTo>
                    <a:pt x="22002" y="15163"/>
                  </a:lnTo>
                  <a:lnTo>
                    <a:pt x="19860" y="13597"/>
                  </a:lnTo>
                  <a:lnTo>
                    <a:pt x="20025" y="12773"/>
                  </a:lnTo>
                  <a:lnTo>
                    <a:pt x="20107" y="11949"/>
                  </a:lnTo>
                  <a:lnTo>
                    <a:pt x="20107" y="11125"/>
                  </a:lnTo>
                  <a:lnTo>
                    <a:pt x="20025" y="10301"/>
                  </a:lnTo>
                  <a:lnTo>
                    <a:pt x="22332" y="8900"/>
                  </a:lnTo>
                  <a:lnTo>
                    <a:pt x="22662" y="8653"/>
                  </a:lnTo>
                  <a:lnTo>
                    <a:pt x="22909" y="8241"/>
                  </a:lnTo>
                  <a:lnTo>
                    <a:pt x="23074" y="7829"/>
                  </a:lnTo>
                  <a:lnTo>
                    <a:pt x="23074" y="7582"/>
                  </a:lnTo>
                  <a:lnTo>
                    <a:pt x="22991" y="7417"/>
                  </a:lnTo>
                  <a:lnTo>
                    <a:pt x="22909" y="7169"/>
                  </a:lnTo>
                  <a:lnTo>
                    <a:pt x="22744" y="7005"/>
                  </a:lnTo>
                  <a:lnTo>
                    <a:pt x="22332" y="6757"/>
                  </a:lnTo>
                  <a:lnTo>
                    <a:pt x="21920" y="6675"/>
                  </a:lnTo>
                  <a:lnTo>
                    <a:pt x="21508" y="6675"/>
                  </a:lnTo>
                  <a:lnTo>
                    <a:pt x="18871" y="7087"/>
                  </a:lnTo>
                  <a:lnTo>
                    <a:pt x="18377" y="6428"/>
                  </a:lnTo>
                  <a:lnTo>
                    <a:pt x="17882" y="5769"/>
                  </a:lnTo>
                  <a:lnTo>
                    <a:pt x="17305" y="5192"/>
                  </a:lnTo>
                  <a:lnTo>
                    <a:pt x="16646" y="4697"/>
                  </a:lnTo>
                  <a:lnTo>
                    <a:pt x="17305" y="2061"/>
                  </a:lnTo>
                  <a:lnTo>
                    <a:pt x="17388" y="1566"/>
                  </a:lnTo>
                  <a:lnTo>
                    <a:pt x="17305" y="1154"/>
                  </a:lnTo>
                  <a:lnTo>
                    <a:pt x="17058" y="742"/>
                  </a:lnTo>
                  <a:lnTo>
                    <a:pt x="16976" y="577"/>
                  </a:lnTo>
                  <a:lnTo>
                    <a:pt x="16729" y="495"/>
                  </a:lnTo>
                  <a:lnTo>
                    <a:pt x="16564" y="412"/>
                  </a:lnTo>
                  <a:lnTo>
                    <a:pt x="16317" y="412"/>
                  </a:lnTo>
                  <a:lnTo>
                    <a:pt x="15822" y="495"/>
                  </a:lnTo>
                  <a:lnTo>
                    <a:pt x="15493" y="742"/>
                  </a:lnTo>
                  <a:lnTo>
                    <a:pt x="15163" y="989"/>
                  </a:lnTo>
                  <a:lnTo>
                    <a:pt x="13597" y="3214"/>
                  </a:lnTo>
                  <a:lnTo>
                    <a:pt x="12773" y="3049"/>
                  </a:lnTo>
                  <a:lnTo>
                    <a:pt x="11949" y="2967"/>
                  </a:lnTo>
                  <a:lnTo>
                    <a:pt x="11125" y="2967"/>
                  </a:lnTo>
                  <a:lnTo>
                    <a:pt x="10301" y="3049"/>
                  </a:lnTo>
                  <a:lnTo>
                    <a:pt x="8900" y="742"/>
                  </a:lnTo>
                  <a:lnTo>
                    <a:pt x="8653" y="412"/>
                  </a:lnTo>
                  <a:lnTo>
                    <a:pt x="8324" y="83"/>
                  </a:lnTo>
                  <a:lnTo>
                    <a:pt x="782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3"/>
            <p:cNvSpPr/>
            <p:nvPr/>
          </p:nvSpPr>
          <p:spPr>
            <a:xfrm>
              <a:off x="4510400" y="2001525"/>
              <a:ext cx="1922075" cy="1209300"/>
            </a:xfrm>
            <a:custGeom>
              <a:rect b="b" l="l" r="r" t="t"/>
              <a:pathLst>
                <a:path extrusionOk="0" fill="none" h="48372" w="76883">
                  <a:moveTo>
                    <a:pt x="15987" y="48124"/>
                  </a:moveTo>
                  <a:lnTo>
                    <a:pt x="15987" y="48124"/>
                  </a:lnTo>
                  <a:lnTo>
                    <a:pt x="14833" y="48289"/>
                  </a:lnTo>
                  <a:lnTo>
                    <a:pt x="13597" y="48371"/>
                  </a:lnTo>
                  <a:lnTo>
                    <a:pt x="12444" y="48371"/>
                  </a:lnTo>
                  <a:lnTo>
                    <a:pt x="11208" y="48206"/>
                  </a:lnTo>
                  <a:lnTo>
                    <a:pt x="10054" y="47959"/>
                  </a:lnTo>
                  <a:lnTo>
                    <a:pt x="8983" y="47629"/>
                  </a:lnTo>
                  <a:lnTo>
                    <a:pt x="7829" y="47217"/>
                  </a:lnTo>
                  <a:lnTo>
                    <a:pt x="6840" y="46723"/>
                  </a:lnTo>
                  <a:lnTo>
                    <a:pt x="5851" y="46146"/>
                  </a:lnTo>
                  <a:lnTo>
                    <a:pt x="4863" y="45405"/>
                  </a:lnTo>
                  <a:lnTo>
                    <a:pt x="4039" y="44663"/>
                  </a:lnTo>
                  <a:lnTo>
                    <a:pt x="3215" y="43757"/>
                  </a:lnTo>
                  <a:lnTo>
                    <a:pt x="2473" y="42850"/>
                  </a:lnTo>
                  <a:lnTo>
                    <a:pt x="1814" y="41861"/>
                  </a:lnTo>
                  <a:lnTo>
                    <a:pt x="1237" y="40790"/>
                  </a:lnTo>
                  <a:lnTo>
                    <a:pt x="742" y="39636"/>
                  </a:lnTo>
                  <a:lnTo>
                    <a:pt x="742" y="39636"/>
                  </a:lnTo>
                  <a:lnTo>
                    <a:pt x="413" y="38483"/>
                  </a:lnTo>
                  <a:lnTo>
                    <a:pt x="166" y="37329"/>
                  </a:lnTo>
                  <a:lnTo>
                    <a:pt x="1" y="36093"/>
                  </a:lnTo>
                  <a:lnTo>
                    <a:pt x="1" y="34939"/>
                  </a:lnTo>
                  <a:lnTo>
                    <a:pt x="83" y="33786"/>
                  </a:lnTo>
                  <a:lnTo>
                    <a:pt x="248" y="32632"/>
                  </a:lnTo>
                  <a:lnTo>
                    <a:pt x="578" y="31479"/>
                  </a:lnTo>
                  <a:lnTo>
                    <a:pt x="907" y="30407"/>
                  </a:lnTo>
                  <a:lnTo>
                    <a:pt x="1402" y="29336"/>
                  </a:lnTo>
                  <a:lnTo>
                    <a:pt x="1979" y="28265"/>
                  </a:lnTo>
                  <a:lnTo>
                    <a:pt x="2638" y="27358"/>
                  </a:lnTo>
                  <a:lnTo>
                    <a:pt x="3379" y="26452"/>
                  </a:lnTo>
                  <a:lnTo>
                    <a:pt x="4203" y="25546"/>
                  </a:lnTo>
                  <a:lnTo>
                    <a:pt x="5027" y="24804"/>
                  </a:lnTo>
                  <a:lnTo>
                    <a:pt x="6016" y="24062"/>
                  </a:lnTo>
                  <a:lnTo>
                    <a:pt x="7087" y="23403"/>
                  </a:lnTo>
                  <a:lnTo>
                    <a:pt x="7747" y="23073"/>
                  </a:lnTo>
                  <a:lnTo>
                    <a:pt x="47547" y="2555"/>
                  </a:lnTo>
                  <a:lnTo>
                    <a:pt x="47547" y="2555"/>
                  </a:lnTo>
                  <a:lnTo>
                    <a:pt x="49442" y="1649"/>
                  </a:lnTo>
                  <a:lnTo>
                    <a:pt x="50596" y="1154"/>
                  </a:lnTo>
                  <a:lnTo>
                    <a:pt x="50596" y="1154"/>
                  </a:lnTo>
                  <a:lnTo>
                    <a:pt x="51585" y="825"/>
                  </a:lnTo>
                  <a:lnTo>
                    <a:pt x="52574" y="578"/>
                  </a:lnTo>
                  <a:lnTo>
                    <a:pt x="54469" y="165"/>
                  </a:lnTo>
                  <a:lnTo>
                    <a:pt x="56447" y="1"/>
                  </a:lnTo>
                  <a:lnTo>
                    <a:pt x="58342" y="1"/>
                  </a:lnTo>
                  <a:lnTo>
                    <a:pt x="60237" y="165"/>
                  </a:lnTo>
                  <a:lnTo>
                    <a:pt x="62132" y="578"/>
                  </a:lnTo>
                  <a:lnTo>
                    <a:pt x="63945" y="1072"/>
                  </a:lnTo>
                  <a:lnTo>
                    <a:pt x="65676" y="1814"/>
                  </a:lnTo>
                  <a:lnTo>
                    <a:pt x="67324" y="2638"/>
                  </a:lnTo>
                  <a:lnTo>
                    <a:pt x="68889" y="3626"/>
                  </a:lnTo>
                  <a:lnTo>
                    <a:pt x="70373" y="4862"/>
                  </a:lnTo>
                  <a:lnTo>
                    <a:pt x="71773" y="6181"/>
                  </a:lnTo>
                  <a:lnTo>
                    <a:pt x="73010" y="7582"/>
                  </a:lnTo>
                  <a:lnTo>
                    <a:pt x="74081" y="9147"/>
                  </a:lnTo>
                  <a:lnTo>
                    <a:pt x="74575" y="10054"/>
                  </a:lnTo>
                  <a:lnTo>
                    <a:pt x="74987" y="10878"/>
                  </a:lnTo>
                  <a:lnTo>
                    <a:pt x="75399" y="11784"/>
                  </a:lnTo>
                  <a:lnTo>
                    <a:pt x="75729" y="12691"/>
                  </a:lnTo>
                  <a:lnTo>
                    <a:pt x="75729" y="12691"/>
                  </a:lnTo>
                  <a:lnTo>
                    <a:pt x="76058" y="13680"/>
                  </a:lnTo>
                  <a:lnTo>
                    <a:pt x="76306" y="14586"/>
                  </a:lnTo>
                  <a:lnTo>
                    <a:pt x="76553" y="15575"/>
                  </a:lnTo>
                  <a:lnTo>
                    <a:pt x="76718" y="16564"/>
                  </a:lnTo>
                  <a:lnTo>
                    <a:pt x="76882" y="18459"/>
                  </a:lnTo>
                  <a:lnTo>
                    <a:pt x="76882" y="20354"/>
                  </a:lnTo>
                  <a:lnTo>
                    <a:pt x="76635" y="22249"/>
                  </a:lnTo>
                  <a:lnTo>
                    <a:pt x="76223" y="24062"/>
                  </a:lnTo>
                  <a:lnTo>
                    <a:pt x="75646" y="25875"/>
                  </a:lnTo>
                  <a:lnTo>
                    <a:pt x="74987" y="27606"/>
                  </a:lnTo>
                  <a:lnTo>
                    <a:pt x="74081" y="29254"/>
                  </a:lnTo>
                  <a:lnTo>
                    <a:pt x="73010" y="30819"/>
                  </a:lnTo>
                  <a:lnTo>
                    <a:pt x="71773" y="32220"/>
                  </a:lnTo>
                  <a:lnTo>
                    <a:pt x="70455" y="33621"/>
                  </a:lnTo>
                  <a:lnTo>
                    <a:pt x="68972" y="34857"/>
                  </a:lnTo>
                  <a:lnTo>
                    <a:pt x="67324" y="35928"/>
                  </a:lnTo>
                  <a:lnTo>
                    <a:pt x="65593" y="36835"/>
                  </a:lnTo>
                  <a:lnTo>
                    <a:pt x="64687" y="37247"/>
                  </a:lnTo>
                  <a:lnTo>
                    <a:pt x="63698" y="37659"/>
                  </a:lnTo>
                  <a:lnTo>
                    <a:pt x="63698" y="37659"/>
                  </a:lnTo>
                  <a:lnTo>
                    <a:pt x="62380" y="38071"/>
                  </a:lnTo>
                  <a:lnTo>
                    <a:pt x="60484" y="38565"/>
                  </a:lnTo>
                  <a:lnTo>
                    <a:pt x="16729" y="48041"/>
                  </a:lnTo>
                  <a:lnTo>
                    <a:pt x="15987" y="48124"/>
                  </a:lnTo>
                  <a:close/>
                </a:path>
              </a:pathLst>
            </a:custGeom>
            <a:noFill/>
            <a:ln cap="rnd" cmpd="sng" w="32950">
              <a:solidFill>
                <a:srgbClr val="FA8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3"/>
            <p:cNvSpPr/>
            <p:nvPr/>
          </p:nvSpPr>
          <p:spPr>
            <a:xfrm>
              <a:off x="3428875" y="718100"/>
              <a:ext cx="1131000" cy="1128950"/>
            </a:xfrm>
            <a:custGeom>
              <a:rect b="b" l="l" r="r" t="t"/>
              <a:pathLst>
                <a:path extrusionOk="0" h="45158" w="45240">
                  <a:moveTo>
                    <a:pt x="22991" y="9642"/>
                  </a:moveTo>
                  <a:lnTo>
                    <a:pt x="24227" y="9724"/>
                  </a:lnTo>
                  <a:lnTo>
                    <a:pt x="25463" y="9889"/>
                  </a:lnTo>
                  <a:lnTo>
                    <a:pt x="26617" y="10219"/>
                  </a:lnTo>
                  <a:lnTo>
                    <a:pt x="27770" y="10713"/>
                  </a:lnTo>
                  <a:lnTo>
                    <a:pt x="28924" y="11290"/>
                  </a:lnTo>
                  <a:lnTo>
                    <a:pt x="29995" y="11949"/>
                  </a:lnTo>
                  <a:lnTo>
                    <a:pt x="31066" y="12691"/>
                  </a:lnTo>
                  <a:lnTo>
                    <a:pt x="31973" y="13597"/>
                  </a:lnTo>
                  <a:lnTo>
                    <a:pt x="32879" y="14586"/>
                  </a:lnTo>
                  <a:lnTo>
                    <a:pt x="33621" y="15657"/>
                  </a:lnTo>
                  <a:lnTo>
                    <a:pt x="34280" y="16811"/>
                  </a:lnTo>
                  <a:lnTo>
                    <a:pt x="34774" y="18047"/>
                  </a:lnTo>
                  <a:lnTo>
                    <a:pt x="35104" y="19201"/>
                  </a:lnTo>
                  <a:lnTo>
                    <a:pt x="35434" y="20437"/>
                  </a:lnTo>
                  <a:lnTo>
                    <a:pt x="35516" y="21673"/>
                  </a:lnTo>
                  <a:lnTo>
                    <a:pt x="35598" y="22909"/>
                  </a:lnTo>
                  <a:lnTo>
                    <a:pt x="35516" y="24145"/>
                  </a:lnTo>
                  <a:lnTo>
                    <a:pt x="35269" y="25381"/>
                  </a:lnTo>
                  <a:lnTo>
                    <a:pt x="34939" y="26617"/>
                  </a:lnTo>
                  <a:lnTo>
                    <a:pt x="34527" y="27771"/>
                  </a:lnTo>
                  <a:lnTo>
                    <a:pt x="33950" y="28924"/>
                  </a:lnTo>
                  <a:lnTo>
                    <a:pt x="33291" y="29995"/>
                  </a:lnTo>
                  <a:lnTo>
                    <a:pt x="32467" y="30984"/>
                  </a:lnTo>
                  <a:lnTo>
                    <a:pt x="31561" y="31973"/>
                  </a:lnTo>
                  <a:lnTo>
                    <a:pt x="30572" y="32797"/>
                  </a:lnTo>
                  <a:lnTo>
                    <a:pt x="29501" y="33539"/>
                  </a:lnTo>
                  <a:lnTo>
                    <a:pt x="28347" y="34198"/>
                  </a:lnTo>
                  <a:lnTo>
                    <a:pt x="27193" y="34692"/>
                  </a:lnTo>
                  <a:lnTo>
                    <a:pt x="25957" y="35104"/>
                  </a:lnTo>
                  <a:lnTo>
                    <a:pt x="24721" y="35352"/>
                  </a:lnTo>
                  <a:lnTo>
                    <a:pt x="23485" y="35516"/>
                  </a:lnTo>
                  <a:lnTo>
                    <a:pt x="22249" y="35516"/>
                  </a:lnTo>
                  <a:lnTo>
                    <a:pt x="21013" y="35434"/>
                  </a:lnTo>
                  <a:lnTo>
                    <a:pt x="19777" y="35269"/>
                  </a:lnTo>
                  <a:lnTo>
                    <a:pt x="18624" y="34940"/>
                  </a:lnTo>
                  <a:lnTo>
                    <a:pt x="17470" y="34445"/>
                  </a:lnTo>
                  <a:lnTo>
                    <a:pt x="16316" y="33951"/>
                  </a:lnTo>
                  <a:lnTo>
                    <a:pt x="15245" y="33209"/>
                  </a:lnTo>
                  <a:lnTo>
                    <a:pt x="14174" y="32467"/>
                  </a:lnTo>
                  <a:lnTo>
                    <a:pt x="13267" y="31561"/>
                  </a:lnTo>
                  <a:lnTo>
                    <a:pt x="12361" y="30572"/>
                  </a:lnTo>
                  <a:lnTo>
                    <a:pt x="11619" y="29501"/>
                  </a:lnTo>
                  <a:lnTo>
                    <a:pt x="10960" y="28347"/>
                  </a:lnTo>
                  <a:lnTo>
                    <a:pt x="10466" y="27194"/>
                  </a:lnTo>
                  <a:lnTo>
                    <a:pt x="10136" y="25958"/>
                  </a:lnTo>
                  <a:lnTo>
                    <a:pt x="9806" y="24722"/>
                  </a:lnTo>
                  <a:lnTo>
                    <a:pt x="9724" y="23486"/>
                  </a:lnTo>
                  <a:lnTo>
                    <a:pt x="9642" y="22250"/>
                  </a:lnTo>
                  <a:lnTo>
                    <a:pt x="9724" y="21014"/>
                  </a:lnTo>
                  <a:lnTo>
                    <a:pt x="9971" y="19777"/>
                  </a:lnTo>
                  <a:lnTo>
                    <a:pt x="10301" y="18541"/>
                  </a:lnTo>
                  <a:lnTo>
                    <a:pt x="10713" y="17388"/>
                  </a:lnTo>
                  <a:lnTo>
                    <a:pt x="11290" y="16234"/>
                  </a:lnTo>
                  <a:lnTo>
                    <a:pt x="11949" y="15163"/>
                  </a:lnTo>
                  <a:lnTo>
                    <a:pt x="12773" y="14174"/>
                  </a:lnTo>
                  <a:lnTo>
                    <a:pt x="13597" y="13268"/>
                  </a:lnTo>
                  <a:lnTo>
                    <a:pt x="14668" y="12361"/>
                  </a:lnTo>
                  <a:lnTo>
                    <a:pt x="15739" y="11620"/>
                  </a:lnTo>
                  <a:lnTo>
                    <a:pt x="16893" y="10960"/>
                  </a:lnTo>
                  <a:lnTo>
                    <a:pt x="18047" y="10466"/>
                  </a:lnTo>
                  <a:lnTo>
                    <a:pt x="19283" y="10054"/>
                  </a:lnTo>
                  <a:lnTo>
                    <a:pt x="20436" y="9807"/>
                  </a:lnTo>
                  <a:lnTo>
                    <a:pt x="21755" y="9642"/>
                  </a:lnTo>
                  <a:close/>
                  <a:moveTo>
                    <a:pt x="24969" y="1"/>
                  </a:moveTo>
                  <a:lnTo>
                    <a:pt x="24556" y="83"/>
                  </a:lnTo>
                  <a:lnTo>
                    <a:pt x="24227" y="330"/>
                  </a:lnTo>
                  <a:lnTo>
                    <a:pt x="23897" y="578"/>
                  </a:lnTo>
                  <a:lnTo>
                    <a:pt x="23568" y="907"/>
                  </a:lnTo>
                  <a:lnTo>
                    <a:pt x="23320" y="1237"/>
                  </a:lnTo>
                  <a:lnTo>
                    <a:pt x="22991" y="1896"/>
                  </a:lnTo>
                  <a:lnTo>
                    <a:pt x="21425" y="6758"/>
                  </a:lnTo>
                  <a:lnTo>
                    <a:pt x="19942" y="6923"/>
                  </a:lnTo>
                  <a:lnTo>
                    <a:pt x="18459" y="7252"/>
                  </a:lnTo>
                  <a:lnTo>
                    <a:pt x="16975" y="7747"/>
                  </a:lnTo>
                  <a:lnTo>
                    <a:pt x="15575" y="8323"/>
                  </a:lnTo>
                  <a:lnTo>
                    <a:pt x="11702" y="5027"/>
                  </a:lnTo>
                  <a:lnTo>
                    <a:pt x="11042" y="4615"/>
                  </a:lnTo>
                  <a:lnTo>
                    <a:pt x="10630" y="4451"/>
                  </a:lnTo>
                  <a:lnTo>
                    <a:pt x="10218" y="4286"/>
                  </a:lnTo>
                  <a:lnTo>
                    <a:pt x="9394" y="4286"/>
                  </a:lnTo>
                  <a:lnTo>
                    <a:pt x="8982" y="4368"/>
                  </a:lnTo>
                  <a:lnTo>
                    <a:pt x="8653" y="4615"/>
                  </a:lnTo>
                  <a:lnTo>
                    <a:pt x="8323" y="4945"/>
                  </a:lnTo>
                  <a:lnTo>
                    <a:pt x="8158" y="5275"/>
                  </a:lnTo>
                  <a:lnTo>
                    <a:pt x="7994" y="5687"/>
                  </a:lnTo>
                  <a:lnTo>
                    <a:pt x="7994" y="6181"/>
                  </a:lnTo>
                  <a:lnTo>
                    <a:pt x="7994" y="6593"/>
                  </a:lnTo>
                  <a:lnTo>
                    <a:pt x="7994" y="7005"/>
                  </a:lnTo>
                  <a:lnTo>
                    <a:pt x="8241" y="7664"/>
                  </a:lnTo>
                  <a:lnTo>
                    <a:pt x="10548" y="12279"/>
                  </a:lnTo>
                  <a:lnTo>
                    <a:pt x="9559" y="13432"/>
                  </a:lnTo>
                  <a:lnTo>
                    <a:pt x="8735" y="14751"/>
                  </a:lnTo>
                  <a:lnTo>
                    <a:pt x="8076" y="16069"/>
                  </a:lnTo>
                  <a:lnTo>
                    <a:pt x="7499" y="17470"/>
                  </a:lnTo>
                  <a:lnTo>
                    <a:pt x="2473" y="17882"/>
                  </a:lnTo>
                  <a:lnTo>
                    <a:pt x="1649" y="18047"/>
                  </a:lnTo>
                  <a:lnTo>
                    <a:pt x="1319" y="18212"/>
                  </a:lnTo>
                  <a:lnTo>
                    <a:pt x="907" y="18459"/>
                  </a:lnTo>
                  <a:lnTo>
                    <a:pt x="577" y="18706"/>
                  </a:lnTo>
                  <a:lnTo>
                    <a:pt x="330" y="18953"/>
                  </a:lnTo>
                  <a:lnTo>
                    <a:pt x="165" y="19365"/>
                  </a:lnTo>
                  <a:lnTo>
                    <a:pt x="1" y="19777"/>
                  </a:lnTo>
                  <a:lnTo>
                    <a:pt x="1" y="20189"/>
                  </a:lnTo>
                  <a:lnTo>
                    <a:pt x="165" y="20601"/>
                  </a:lnTo>
                  <a:lnTo>
                    <a:pt x="330" y="21014"/>
                  </a:lnTo>
                  <a:lnTo>
                    <a:pt x="660" y="21343"/>
                  </a:lnTo>
                  <a:lnTo>
                    <a:pt x="907" y="21673"/>
                  </a:lnTo>
                  <a:lnTo>
                    <a:pt x="1237" y="21920"/>
                  </a:lnTo>
                  <a:lnTo>
                    <a:pt x="1896" y="22167"/>
                  </a:lnTo>
                  <a:lnTo>
                    <a:pt x="6758" y="23815"/>
                  </a:lnTo>
                  <a:lnTo>
                    <a:pt x="6922" y="25298"/>
                  </a:lnTo>
                  <a:lnTo>
                    <a:pt x="7252" y="26782"/>
                  </a:lnTo>
                  <a:lnTo>
                    <a:pt x="7746" y="28265"/>
                  </a:lnTo>
                  <a:lnTo>
                    <a:pt x="8323" y="29666"/>
                  </a:lnTo>
                  <a:lnTo>
                    <a:pt x="5027" y="33539"/>
                  </a:lnTo>
                  <a:lnTo>
                    <a:pt x="4615" y="34198"/>
                  </a:lnTo>
                  <a:lnTo>
                    <a:pt x="4450" y="34610"/>
                  </a:lnTo>
                  <a:lnTo>
                    <a:pt x="4368" y="34940"/>
                  </a:lnTo>
                  <a:lnTo>
                    <a:pt x="4285" y="35352"/>
                  </a:lnTo>
                  <a:lnTo>
                    <a:pt x="4285" y="35846"/>
                  </a:lnTo>
                  <a:lnTo>
                    <a:pt x="4450" y="36176"/>
                  </a:lnTo>
                  <a:lnTo>
                    <a:pt x="4615" y="36588"/>
                  </a:lnTo>
                  <a:lnTo>
                    <a:pt x="4945" y="36835"/>
                  </a:lnTo>
                  <a:lnTo>
                    <a:pt x="5357" y="37082"/>
                  </a:lnTo>
                  <a:lnTo>
                    <a:pt x="5769" y="37164"/>
                  </a:lnTo>
                  <a:lnTo>
                    <a:pt x="6181" y="37247"/>
                  </a:lnTo>
                  <a:lnTo>
                    <a:pt x="6593" y="37247"/>
                  </a:lnTo>
                  <a:lnTo>
                    <a:pt x="7005" y="37164"/>
                  </a:lnTo>
                  <a:lnTo>
                    <a:pt x="7746" y="36917"/>
                  </a:lnTo>
                  <a:lnTo>
                    <a:pt x="12196" y="34692"/>
                  </a:lnTo>
                  <a:lnTo>
                    <a:pt x="13432" y="35681"/>
                  </a:lnTo>
                  <a:lnTo>
                    <a:pt x="14751" y="36505"/>
                  </a:lnTo>
                  <a:lnTo>
                    <a:pt x="16151" y="37164"/>
                  </a:lnTo>
                  <a:lnTo>
                    <a:pt x="17552" y="37741"/>
                  </a:lnTo>
                  <a:lnTo>
                    <a:pt x="17882" y="42768"/>
                  </a:lnTo>
                  <a:lnTo>
                    <a:pt x="18047" y="43509"/>
                  </a:lnTo>
                  <a:lnTo>
                    <a:pt x="18211" y="43921"/>
                  </a:lnTo>
                  <a:lnTo>
                    <a:pt x="18459" y="44251"/>
                  </a:lnTo>
                  <a:lnTo>
                    <a:pt x="18706" y="44581"/>
                  </a:lnTo>
                  <a:lnTo>
                    <a:pt x="19036" y="44910"/>
                  </a:lnTo>
                  <a:lnTo>
                    <a:pt x="19365" y="45075"/>
                  </a:lnTo>
                  <a:lnTo>
                    <a:pt x="19777" y="45157"/>
                  </a:lnTo>
                  <a:lnTo>
                    <a:pt x="20272" y="45157"/>
                  </a:lnTo>
                  <a:lnTo>
                    <a:pt x="20684" y="45075"/>
                  </a:lnTo>
                  <a:lnTo>
                    <a:pt x="21013" y="44828"/>
                  </a:lnTo>
                  <a:lnTo>
                    <a:pt x="21343" y="44581"/>
                  </a:lnTo>
                  <a:lnTo>
                    <a:pt x="21672" y="44251"/>
                  </a:lnTo>
                  <a:lnTo>
                    <a:pt x="21920" y="43921"/>
                  </a:lnTo>
                  <a:lnTo>
                    <a:pt x="22249" y="43262"/>
                  </a:lnTo>
                  <a:lnTo>
                    <a:pt x="23815" y="38483"/>
                  </a:lnTo>
                  <a:lnTo>
                    <a:pt x="25298" y="38318"/>
                  </a:lnTo>
                  <a:lnTo>
                    <a:pt x="26781" y="37988"/>
                  </a:lnTo>
                  <a:lnTo>
                    <a:pt x="28265" y="37494"/>
                  </a:lnTo>
                  <a:lnTo>
                    <a:pt x="29748" y="36917"/>
                  </a:lnTo>
                  <a:lnTo>
                    <a:pt x="33538" y="40213"/>
                  </a:lnTo>
                  <a:lnTo>
                    <a:pt x="34198" y="40625"/>
                  </a:lnTo>
                  <a:lnTo>
                    <a:pt x="34610" y="40790"/>
                  </a:lnTo>
                  <a:lnTo>
                    <a:pt x="35022" y="40873"/>
                  </a:lnTo>
                  <a:lnTo>
                    <a:pt x="35434" y="40955"/>
                  </a:lnTo>
                  <a:lnTo>
                    <a:pt x="35846" y="40873"/>
                  </a:lnTo>
                  <a:lnTo>
                    <a:pt x="36258" y="40790"/>
                  </a:lnTo>
                  <a:lnTo>
                    <a:pt x="36587" y="40543"/>
                  </a:lnTo>
                  <a:lnTo>
                    <a:pt x="36917" y="40213"/>
                  </a:lnTo>
                  <a:lnTo>
                    <a:pt x="37082" y="39884"/>
                  </a:lnTo>
                  <a:lnTo>
                    <a:pt x="37246" y="39472"/>
                  </a:lnTo>
                  <a:lnTo>
                    <a:pt x="37246" y="39060"/>
                  </a:lnTo>
                  <a:lnTo>
                    <a:pt x="37246" y="38565"/>
                  </a:lnTo>
                  <a:lnTo>
                    <a:pt x="37246" y="38153"/>
                  </a:lnTo>
                  <a:lnTo>
                    <a:pt x="36999" y="37494"/>
                  </a:lnTo>
                  <a:lnTo>
                    <a:pt x="34692" y="32962"/>
                  </a:lnTo>
                  <a:lnTo>
                    <a:pt x="35681" y="31726"/>
                  </a:lnTo>
                  <a:lnTo>
                    <a:pt x="36505" y="30407"/>
                  </a:lnTo>
                  <a:lnTo>
                    <a:pt x="37164" y="29089"/>
                  </a:lnTo>
                  <a:lnTo>
                    <a:pt x="37741" y="27688"/>
                  </a:lnTo>
                  <a:lnTo>
                    <a:pt x="42767" y="27276"/>
                  </a:lnTo>
                  <a:lnTo>
                    <a:pt x="43591" y="27111"/>
                  </a:lnTo>
                  <a:lnTo>
                    <a:pt x="43921" y="26946"/>
                  </a:lnTo>
                  <a:lnTo>
                    <a:pt x="44333" y="26782"/>
                  </a:lnTo>
                  <a:lnTo>
                    <a:pt x="44663" y="26534"/>
                  </a:lnTo>
                  <a:lnTo>
                    <a:pt x="44910" y="26205"/>
                  </a:lnTo>
                  <a:lnTo>
                    <a:pt x="45075" y="25793"/>
                  </a:lnTo>
                  <a:lnTo>
                    <a:pt x="45240" y="25381"/>
                  </a:lnTo>
                  <a:lnTo>
                    <a:pt x="45240" y="24969"/>
                  </a:lnTo>
                  <a:lnTo>
                    <a:pt x="45075" y="24557"/>
                  </a:lnTo>
                  <a:lnTo>
                    <a:pt x="44910" y="24145"/>
                  </a:lnTo>
                  <a:lnTo>
                    <a:pt x="44580" y="23815"/>
                  </a:lnTo>
                  <a:lnTo>
                    <a:pt x="44333" y="23568"/>
                  </a:lnTo>
                  <a:lnTo>
                    <a:pt x="43921" y="23321"/>
                  </a:lnTo>
                  <a:lnTo>
                    <a:pt x="43344" y="22991"/>
                  </a:lnTo>
                  <a:lnTo>
                    <a:pt x="38483" y="21343"/>
                  </a:lnTo>
                  <a:lnTo>
                    <a:pt x="38318" y="19860"/>
                  </a:lnTo>
                  <a:lnTo>
                    <a:pt x="37988" y="18377"/>
                  </a:lnTo>
                  <a:lnTo>
                    <a:pt x="37494" y="16976"/>
                  </a:lnTo>
                  <a:lnTo>
                    <a:pt x="36834" y="15575"/>
                  </a:lnTo>
                  <a:lnTo>
                    <a:pt x="40213" y="11620"/>
                  </a:lnTo>
                  <a:lnTo>
                    <a:pt x="40625" y="10960"/>
                  </a:lnTo>
                  <a:lnTo>
                    <a:pt x="40790" y="10631"/>
                  </a:lnTo>
                  <a:lnTo>
                    <a:pt x="40872" y="10219"/>
                  </a:lnTo>
                  <a:lnTo>
                    <a:pt x="40955" y="9807"/>
                  </a:lnTo>
                  <a:lnTo>
                    <a:pt x="40955" y="9395"/>
                  </a:lnTo>
                  <a:lnTo>
                    <a:pt x="40790" y="8983"/>
                  </a:lnTo>
                  <a:lnTo>
                    <a:pt x="40543" y="8571"/>
                  </a:lnTo>
                  <a:lnTo>
                    <a:pt x="40295" y="8323"/>
                  </a:lnTo>
                  <a:lnTo>
                    <a:pt x="39883" y="8076"/>
                  </a:lnTo>
                  <a:lnTo>
                    <a:pt x="39471" y="7994"/>
                  </a:lnTo>
                  <a:lnTo>
                    <a:pt x="39059" y="7911"/>
                  </a:lnTo>
                  <a:lnTo>
                    <a:pt x="38647" y="7911"/>
                  </a:lnTo>
                  <a:lnTo>
                    <a:pt x="38235" y="7994"/>
                  </a:lnTo>
                  <a:lnTo>
                    <a:pt x="37494" y="8241"/>
                  </a:lnTo>
                  <a:lnTo>
                    <a:pt x="32962" y="10548"/>
                  </a:lnTo>
                  <a:lnTo>
                    <a:pt x="31726" y="9560"/>
                  </a:lnTo>
                  <a:lnTo>
                    <a:pt x="30407" y="8818"/>
                  </a:lnTo>
                  <a:lnTo>
                    <a:pt x="29089" y="8076"/>
                  </a:lnTo>
                  <a:lnTo>
                    <a:pt x="27688" y="7582"/>
                  </a:lnTo>
                  <a:lnTo>
                    <a:pt x="27358" y="2391"/>
                  </a:lnTo>
                  <a:lnTo>
                    <a:pt x="27193" y="1649"/>
                  </a:lnTo>
                  <a:lnTo>
                    <a:pt x="27029" y="1237"/>
                  </a:lnTo>
                  <a:lnTo>
                    <a:pt x="26781" y="907"/>
                  </a:lnTo>
                  <a:lnTo>
                    <a:pt x="26534" y="578"/>
                  </a:lnTo>
                  <a:lnTo>
                    <a:pt x="26205" y="330"/>
                  </a:lnTo>
                  <a:lnTo>
                    <a:pt x="25875" y="83"/>
                  </a:lnTo>
                  <a:lnTo>
                    <a:pt x="2546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3"/>
            <p:cNvSpPr/>
            <p:nvPr/>
          </p:nvSpPr>
          <p:spPr>
            <a:xfrm>
              <a:off x="4018050" y="1053900"/>
              <a:ext cx="267825" cy="210150"/>
            </a:xfrm>
            <a:custGeom>
              <a:rect b="b" l="l" r="r" t="t"/>
              <a:pathLst>
                <a:path extrusionOk="0" fill="none" h="8406" w="10713">
                  <a:moveTo>
                    <a:pt x="1" y="8406"/>
                  </a:moveTo>
                  <a:lnTo>
                    <a:pt x="10713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3"/>
            <p:cNvSpPr/>
            <p:nvPr/>
          </p:nvSpPr>
          <p:spPr>
            <a:xfrm>
              <a:off x="4009825" y="967375"/>
              <a:ext cx="181300" cy="290500"/>
            </a:xfrm>
            <a:custGeom>
              <a:rect b="b" l="l" r="r" t="t"/>
              <a:pathLst>
                <a:path extrusionOk="0" fill="none" h="11620" w="7252">
                  <a:moveTo>
                    <a:pt x="0" y="11619"/>
                  </a:moveTo>
                  <a:lnTo>
                    <a:pt x="7251" y="1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3"/>
            <p:cNvSpPr/>
            <p:nvPr/>
          </p:nvSpPr>
          <p:spPr>
            <a:xfrm>
              <a:off x="3999525" y="920000"/>
              <a:ext cx="72125" cy="333750"/>
            </a:xfrm>
            <a:custGeom>
              <a:rect b="b" l="l" r="r" t="t"/>
              <a:pathLst>
                <a:path extrusionOk="0" fill="none" h="13350" w="2885">
                  <a:moveTo>
                    <a:pt x="0" y="13350"/>
                  </a:moveTo>
                  <a:lnTo>
                    <a:pt x="2884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3"/>
            <p:cNvSpPr/>
            <p:nvPr/>
          </p:nvSpPr>
          <p:spPr>
            <a:xfrm>
              <a:off x="3943900" y="915875"/>
              <a:ext cx="47400" cy="337875"/>
            </a:xfrm>
            <a:custGeom>
              <a:rect b="b" l="l" r="r" t="t"/>
              <a:pathLst>
                <a:path extrusionOk="0" fill="none" h="13515" w="1896">
                  <a:moveTo>
                    <a:pt x="1895" y="13515"/>
                  </a:moveTo>
                  <a:lnTo>
                    <a:pt x="0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3"/>
            <p:cNvSpPr/>
            <p:nvPr/>
          </p:nvSpPr>
          <p:spPr>
            <a:xfrm>
              <a:off x="3820300" y="955025"/>
              <a:ext cx="160700" cy="302850"/>
            </a:xfrm>
            <a:custGeom>
              <a:rect b="b" l="l" r="r" t="t"/>
              <a:pathLst>
                <a:path extrusionOk="0" fill="none" h="12114" w="6428">
                  <a:moveTo>
                    <a:pt x="6427" y="12113"/>
                  </a:moveTo>
                  <a:lnTo>
                    <a:pt x="0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3"/>
            <p:cNvSpPr/>
            <p:nvPr/>
          </p:nvSpPr>
          <p:spPr>
            <a:xfrm>
              <a:off x="3719350" y="1035350"/>
              <a:ext cx="253400" cy="228700"/>
            </a:xfrm>
            <a:custGeom>
              <a:rect b="b" l="l" r="r" t="t"/>
              <a:pathLst>
                <a:path extrusionOk="0" fill="none" h="9148" w="10136">
                  <a:moveTo>
                    <a:pt x="10136" y="9148"/>
                  </a:moveTo>
                  <a:lnTo>
                    <a:pt x="0" y="1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3"/>
            <p:cNvSpPr/>
            <p:nvPr/>
          </p:nvSpPr>
          <p:spPr>
            <a:xfrm>
              <a:off x="3651375" y="1144550"/>
              <a:ext cx="315200" cy="127750"/>
            </a:xfrm>
            <a:custGeom>
              <a:rect b="b" l="l" r="r" t="t"/>
              <a:pathLst>
                <a:path extrusionOk="0" fill="none" h="5110" w="12608">
                  <a:moveTo>
                    <a:pt x="12608" y="5109"/>
                  </a:moveTo>
                  <a:lnTo>
                    <a:pt x="0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3"/>
            <p:cNvSpPr/>
            <p:nvPr/>
          </p:nvSpPr>
          <p:spPr>
            <a:xfrm>
              <a:off x="3624575" y="1270200"/>
              <a:ext cx="339950" cy="12400"/>
            </a:xfrm>
            <a:custGeom>
              <a:rect b="b" l="l" r="r" t="t"/>
              <a:pathLst>
                <a:path extrusionOk="0" fill="none" h="496" w="13598">
                  <a:moveTo>
                    <a:pt x="13597" y="495"/>
                  </a:moveTo>
                  <a:lnTo>
                    <a:pt x="1" y="1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3"/>
            <p:cNvSpPr/>
            <p:nvPr/>
          </p:nvSpPr>
          <p:spPr>
            <a:xfrm>
              <a:off x="3641050" y="1290800"/>
              <a:ext cx="325525" cy="107150"/>
            </a:xfrm>
            <a:custGeom>
              <a:rect b="b" l="l" r="r" t="t"/>
              <a:pathLst>
                <a:path extrusionOk="0" fill="none" h="4286" w="13021">
                  <a:moveTo>
                    <a:pt x="13021" y="1"/>
                  </a:moveTo>
                  <a:lnTo>
                    <a:pt x="1" y="4286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3"/>
            <p:cNvSpPr/>
            <p:nvPr/>
          </p:nvSpPr>
          <p:spPr>
            <a:xfrm>
              <a:off x="3702875" y="1301100"/>
              <a:ext cx="267825" cy="210150"/>
            </a:xfrm>
            <a:custGeom>
              <a:rect b="b" l="l" r="r" t="t"/>
              <a:pathLst>
                <a:path extrusionOk="0" fill="none" h="8406" w="10713">
                  <a:moveTo>
                    <a:pt x="10712" y="1"/>
                  </a:moveTo>
                  <a:lnTo>
                    <a:pt x="0" y="8406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3"/>
            <p:cNvSpPr/>
            <p:nvPr/>
          </p:nvSpPr>
          <p:spPr>
            <a:xfrm>
              <a:off x="3797625" y="1307275"/>
              <a:ext cx="181325" cy="290500"/>
            </a:xfrm>
            <a:custGeom>
              <a:rect b="b" l="l" r="r" t="t"/>
              <a:pathLst>
                <a:path extrusionOk="0" fill="none" h="11620" w="7253">
                  <a:moveTo>
                    <a:pt x="7252" y="1"/>
                  </a:moveTo>
                  <a:lnTo>
                    <a:pt x="1" y="1162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3917100" y="1311400"/>
              <a:ext cx="72150" cy="333775"/>
            </a:xfrm>
            <a:custGeom>
              <a:rect b="b" l="l" r="r" t="t"/>
              <a:pathLst>
                <a:path extrusionOk="0" fill="none" h="13351" w="2886">
                  <a:moveTo>
                    <a:pt x="2885" y="1"/>
                  </a:moveTo>
                  <a:lnTo>
                    <a:pt x="1" y="1335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3997450" y="1311400"/>
              <a:ext cx="47400" cy="337875"/>
            </a:xfrm>
            <a:custGeom>
              <a:rect b="b" l="l" r="r" t="t"/>
              <a:pathLst>
                <a:path extrusionOk="0" fill="none" h="13515" w="1896">
                  <a:moveTo>
                    <a:pt x="1" y="1"/>
                  </a:moveTo>
                  <a:lnTo>
                    <a:pt x="1896" y="13515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3"/>
            <p:cNvSpPr/>
            <p:nvPr/>
          </p:nvSpPr>
          <p:spPr>
            <a:xfrm>
              <a:off x="4007750" y="1309350"/>
              <a:ext cx="160725" cy="300800"/>
            </a:xfrm>
            <a:custGeom>
              <a:rect b="b" l="l" r="r" t="t"/>
              <a:pathLst>
                <a:path extrusionOk="0" fill="none" h="12032" w="6429">
                  <a:moveTo>
                    <a:pt x="1" y="0"/>
                  </a:moveTo>
                  <a:lnTo>
                    <a:pt x="6428" y="12031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4016000" y="1303175"/>
              <a:ext cx="253400" cy="228675"/>
            </a:xfrm>
            <a:custGeom>
              <a:rect b="b" l="l" r="r" t="t"/>
              <a:pathLst>
                <a:path extrusionOk="0" fill="none" h="9147" w="10136">
                  <a:moveTo>
                    <a:pt x="0" y="0"/>
                  </a:moveTo>
                  <a:lnTo>
                    <a:pt x="10136" y="9147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4022175" y="1292875"/>
              <a:ext cx="315225" cy="129800"/>
            </a:xfrm>
            <a:custGeom>
              <a:rect b="b" l="l" r="r" t="t"/>
              <a:pathLst>
                <a:path extrusionOk="0" fill="none" h="5192" w="12609">
                  <a:moveTo>
                    <a:pt x="0" y="0"/>
                  </a:moveTo>
                  <a:lnTo>
                    <a:pt x="12608" y="5192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3"/>
            <p:cNvSpPr/>
            <p:nvPr/>
          </p:nvSpPr>
          <p:spPr>
            <a:xfrm>
              <a:off x="4024225" y="1284625"/>
              <a:ext cx="339950" cy="10325"/>
            </a:xfrm>
            <a:custGeom>
              <a:rect b="b" l="l" r="r" t="t"/>
              <a:pathLst>
                <a:path extrusionOk="0" fill="none" h="413" w="13598">
                  <a:moveTo>
                    <a:pt x="1" y="1"/>
                  </a:moveTo>
                  <a:lnTo>
                    <a:pt x="13597" y="413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3"/>
            <p:cNvSpPr/>
            <p:nvPr/>
          </p:nvSpPr>
          <p:spPr>
            <a:xfrm>
              <a:off x="4022175" y="1169275"/>
              <a:ext cx="325525" cy="105075"/>
            </a:xfrm>
            <a:custGeom>
              <a:rect b="b" l="l" r="r" t="t"/>
              <a:pathLst>
                <a:path extrusionOk="0" fill="none" h="4203" w="13021">
                  <a:moveTo>
                    <a:pt x="0" y="4203"/>
                  </a:moveTo>
                  <a:lnTo>
                    <a:pt x="13020" y="0"/>
                  </a:lnTo>
                </a:path>
              </a:pathLst>
            </a:custGeom>
            <a:noFill/>
            <a:ln cap="rnd" cmpd="sng" w="1647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3"/>
            <p:cNvSpPr/>
            <p:nvPr/>
          </p:nvSpPr>
          <p:spPr>
            <a:xfrm>
              <a:off x="3948000" y="1237250"/>
              <a:ext cx="92750" cy="92725"/>
            </a:xfrm>
            <a:custGeom>
              <a:rect b="b" l="l" r="r" t="t"/>
              <a:pathLst>
                <a:path extrusionOk="0" fill="none" h="3709" w="3710">
                  <a:moveTo>
                    <a:pt x="2967" y="3296"/>
                  </a:moveTo>
                  <a:lnTo>
                    <a:pt x="2967" y="3296"/>
                  </a:lnTo>
                  <a:lnTo>
                    <a:pt x="3297" y="3049"/>
                  </a:lnTo>
                  <a:lnTo>
                    <a:pt x="3462" y="2720"/>
                  </a:lnTo>
                  <a:lnTo>
                    <a:pt x="3627" y="2390"/>
                  </a:lnTo>
                  <a:lnTo>
                    <a:pt x="3709" y="2060"/>
                  </a:lnTo>
                  <a:lnTo>
                    <a:pt x="3709" y="1731"/>
                  </a:lnTo>
                  <a:lnTo>
                    <a:pt x="3627" y="1319"/>
                  </a:lnTo>
                  <a:lnTo>
                    <a:pt x="3544" y="989"/>
                  </a:lnTo>
                  <a:lnTo>
                    <a:pt x="3297" y="660"/>
                  </a:lnTo>
                  <a:lnTo>
                    <a:pt x="3297" y="660"/>
                  </a:lnTo>
                  <a:lnTo>
                    <a:pt x="3050" y="412"/>
                  </a:lnTo>
                  <a:lnTo>
                    <a:pt x="2720" y="165"/>
                  </a:lnTo>
                  <a:lnTo>
                    <a:pt x="2391" y="83"/>
                  </a:lnTo>
                  <a:lnTo>
                    <a:pt x="2061" y="0"/>
                  </a:lnTo>
                  <a:lnTo>
                    <a:pt x="1731" y="0"/>
                  </a:lnTo>
                  <a:lnTo>
                    <a:pt x="1402" y="0"/>
                  </a:lnTo>
                  <a:lnTo>
                    <a:pt x="990" y="165"/>
                  </a:lnTo>
                  <a:lnTo>
                    <a:pt x="743" y="330"/>
                  </a:lnTo>
                  <a:lnTo>
                    <a:pt x="743" y="330"/>
                  </a:lnTo>
                  <a:lnTo>
                    <a:pt x="413" y="577"/>
                  </a:lnTo>
                  <a:lnTo>
                    <a:pt x="248" y="907"/>
                  </a:lnTo>
                  <a:lnTo>
                    <a:pt x="83" y="1236"/>
                  </a:lnTo>
                  <a:lnTo>
                    <a:pt x="1" y="1566"/>
                  </a:lnTo>
                  <a:lnTo>
                    <a:pt x="1" y="1978"/>
                  </a:lnTo>
                  <a:lnTo>
                    <a:pt x="83" y="2308"/>
                  </a:lnTo>
                  <a:lnTo>
                    <a:pt x="166" y="2637"/>
                  </a:lnTo>
                  <a:lnTo>
                    <a:pt x="413" y="2967"/>
                  </a:lnTo>
                  <a:lnTo>
                    <a:pt x="413" y="2967"/>
                  </a:lnTo>
                  <a:lnTo>
                    <a:pt x="660" y="3214"/>
                  </a:lnTo>
                  <a:lnTo>
                    <a:pt x="907" y="3461"/>
                  </a:lnTo>
                  <a:lnTo>
                    <a:pt x="1237" y="3626"/>
                  </a:lnTo>
                  <a:lnTo>
                    <a:pt x="1649" y="3708"/>
                  </a:lnTo>
                  <a:lnTo>
                    <a:pt x="1979" y="3708"/>
                  </a:lnTo>
                  <a:lnTo>
                    <a:pt x="2308" y="3626"/>
                  </a:lnTo>
                  <a:lnTo>
                    <a:pt x="2720" y="3461"/>
                  </a:lnTo>
                  <a:lnTo>
                    <a:pt x="2967" y="3296"/>
                  </a:lnTo>
                  <a:lnTo>
                    <a:pt x="2967" y="3296"/>
                  </a:lnTo>
                  <a:close/>
                </a:path>
              </a:pathLst>
            </a:custGeom>
            <a:noFill/>
            <a:ln cap="rnd" cmpd="sng" w="8250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4463025" y="4290275"/>
              <a:ext cx="1131000" cy="1133050"/>
            </a:xfrm>
            <a:custGeom>
              <a:rect b="b" l="l" r="r" t="t"/>
              <a:pathLst>
                <a:path extrusionOk="0" h="45322" w="45240">
                  <a:moveTo>
                    <a:pt x="22084" y="9641"/>
                  </a:moveTo>
                  <a:lnTo>
                    <a:pt x="22249" y="20601"/>
                  </a:lnTo>
                  <a:lnTo>
                    <a:pt x="18294" y="10383"/>
                  </a:lnTo>
                  <a:lnTo>
                    <a:pt x="19283" y="10136"/>
                  </a:lnTo>
                  <a:lnTo>
                    <a:pt x="20189" y="9888"/>
                  </a:lnTo>
                  <a:lnTo>
                    <a:pt x="21096" y="9724"/>
                  </a:lnTo>
                  <a:lnTo>
                    <a:pt x="22084" y="9641"/>
                  </a:lnTo>
                  <a:close/>
                  <a:moveTo>
                    <a:pt x="22744" y="9641"/>
                  </a:moveTo>
                  <a:lnTo>
                    <a:pt x="23733" y="9724"/>
                  </a:lnTo>
                  <a:lnTo>
                    <a:pt x="24639" y="9806"/>
                  </a:lnTo>
                  <a:lnTo>
                    <a:pt x="25628" y="10053"/>
                  </a:lnTo>
                  <a:lnTo>
                    <a:pt x="26534" y="10300"/>
                  </a:lnTo>
                  <a:lnTo>
                    <a:pt x="22991" y="20601"/>
                  </a:lnTo>
                  <a:lnTo>
                    <a:pt x="22909" y="20601"/>
                  </a:lnTo>
                  <a:lnTo>
                    <a:pt x="22744" y="9641"/>
                  </a:lnTo>
                  <a:close/>
                  <a:moveTo>
                    <a:pt x="27193" y="10465"/>
                  </a:moveTo>
                  <a:lnTo>
                    <a:pt x="28100" y="10877"/>
                  </a:lnTo>
                  <a:lnTo>
                    <a:pt x="28924" y="11289"/>
                  </a:lnTo>
                  <a:lnTo>
                    <a:pt x="29748" y="11784"/>
                  </a:lnTo>
                  <a:lnTo>
                    <a:pt x="30572" y="12360"/>
                  </a:lnTo>
                  <a:lnTo>
                    <a:pt x="23650" y="20848"/>
                  </a:lnTo>
                  <a:lnTo>
                    <a:pt x="23568" y="20848"/>
                  </a:lnTo>
                  <a:lnTo>
                    <a:pt x="27193" y="10465"/>
                  </a:lnTo>
                  <a:close/>
                  <a:moveTo>
                    <a:pt x="17717" y="10630"/>
                  </a:moveTo>
                  <a:lnTo>
                    <a:pt x="21590" y="20848"/>
                  </a:lnTo>
                  <a:lnTo>
                    <a:pt x="21590" y="20930"/>
                  </a:lnTo>
                  <a:lnTo>
                    <a:pt x="14421" y="12608"/>
                  </a:lnTo>
                  <a:lnTo>
                    <a:pt x="15163" y="12031"/>
                  </a:lnTo>
                  <a:lnTo>
                    <a:pt x="15987" y="11454"/>
                  </a:lnTo>
                  <a:lnTo>
                    <a:pt x="16811" y="11042"/>
                  </a:lnTo>
                  <a:lnTo>
                    <a:pt x="17717" y="10630"/>
                  </a:lnTo>
                  <a:close/>
                  <a:moveTo>
                    <a:pt x="13927" y="13020"/>
                  </a:moveTo>
                  <a:lnTo>
                    <a:pt x="21096" y="21342"/>
                  </a:lnTo>
                  <a:lnTo>
                    <a:pt x="21013" y="21342"/>
                  </a:lnTo>
                  <a:lnTo>
                    <a:pt x="11455" y="15986"/>
                  </a:lnTo>
                  <a:lnTo>
                    <a:pt x="11949" y="15245"/>
                  </a:lnTo>
                  <a:lnTo>
                    <a:pt x="12526" y="14421"/>
                  </a:lnTo>
                  <a:lnTo>
                    <a:pt x="13185" y="13679"/>
                  </a:lnTo>
                  <a:lnTo>
                    <a:pt x="13927" y="13020"/>
                  </a:lnTo>
                  <a:close/>
                  <a:moveTo>
                    <a:pt x="31066" y="12772"/>
                  </a:moveTo>
                  <a:lnTo>
                    <a:pt x="31808" y="13432"/>
                  </a:lnTo>
                  <a:lnTo>
                    <a:pt x="32467" y="14173"/>
                  </a:lnTo>
                  <a:lnTo>
                    <a:pt x="33044" y="14915"/>
                  </a:lnTo>
                  <a:lnTo>
                    <a:pt x="33538" y="15739"/>
                  </a:lnTo>
                  <a:lnTo>
                    <a:pt x="24145" y="21342"/>
                  </a:lnTo>
                  <a:lnTo>
                    <a:pt x="24145" y="21260"/>
                  </a:lnTo>
                  <a:lnTo>
                    <a:pt x="31066" y="12772"/>
                  </a:lnTo>
                  <a:close/>
                  <a:moveTo>
                    <a:pt x="33950" y="16316"/>
                  </a:moveTo>
                  <a:lnTo>
                    <a:pt x="34362" y="17140"/>
                  </a:lnTo>
                  <a:lnTo>
                    <a:pt x="34774" y="18046"/>
                  </a:lnTo>
                  <a:lnTo>
                    <a:pt x="35022" y="18953"/>
                  </a:lnTo>
                  <a:lnTo>
                    <a:pt x="35269" y="19859"/>
                  </a:lnTo>
                  <a:lnTo>
                    <a:pt x="24557" y="21919"/>
                  </a:lnTo>
                  <a:lnTo>
                    <a:pt x="24474" y="21919"/>
                  </a:lnTo>
                  <a:lnTo>
                    <a:pt x="33950" y="16316"/>
                  </a:lnTo>
                  <a:close/>
                  <a:moveTo>
                    <a:pt x="11125" y="16645"/>
                  </a:moveTo>
                  <a:lnTo>
                    <a:pt x="20684" y="21919"/>
                  </a:lnTo>
                  <a:lnTo>
                    <a:pt x="20684" y="22002"/>
                  </a:lnTo>
                  <a:lnTo>
                    <a:pt x="9889" y="20271"/>
                  </a:lnTo>
                  <a:lnTo>
                    <a:pt x="10054" y="19282"/>
                  </a:lnTo>
                  <a:lnTo>
                    <a:pt x="10383" y="18376"/>
                  </a:lnTo>
                  <a:lnTo>
                    <a:pt x="10713" y="17469"/>
                  </a:lnTo>
                  <a:lnTo>
                    <a:pt x="11125" y="16645"/>
                  </a:lnTo>
                  <a:close/>
                  <a:moveTo>
                    <a:pt x="22826" y="21425"/>
                  </a:moveTo>
                  <a:lnTo>
                    <a:pt x="23238" y="21590"/>
                  </a:lnTo>
                  <a:lnTo>
                    <a:pt x="23485" y="21837"/>
                  </a:lnTo>
                  <a:lnTo>
                    <a:pt x="23733" y="22166"/>
                  </a:lnTo>
                  <a:lnTo>
                    <a:pt x="23815" y="22578"/>
                  </a:lnTo>
                  <a:lnTo>
                    <a:pt x="23733" y="22990"/>
                  </a:lnTo>
                  <a:lnTo>
                    <a:pt x="23568" y="23402"/>
                  </a:lnTo>
                  <a:lnTo>
                    <a:pt x="23238" y="23650"/>
                  </a:lnTo>
                  <a:lnTo>
                    <a:pt x="22826" y="23814"/>
                  </a:lnTo>
                  <a:lnTo>
                    <a:pt x="22414" y="23814"/>
                  </a:lnTo>
                  <a:lnTo>
                    <a:pt x="22002" y="23650"/>
                  </a:lnTo>
                  <a:lnTo>
                    <a:pt x="21755" y="23402"/>
                  </a:lnTo>
                  <a:lnTo>
                    <a:pt x="21508" y="23073"/>
                  </a:lnTo>
                  <a:lnTo>
                    <a:pt x="21425" y="22661"/>
                  </a:lnTo>
                  <a:lnTo>
                    <a:pt x="21508" y="22249"/>
                  </a:lnTo>
                  <a:lnTo>
                    <a:pt x="21672" y="21919"/>
                  </a:lnTo>
                  <a:lnTo>
                    <a:pt x="22002" y="21590"/>
                  </a:lnTo>
                  <a:lnTo>
                    <a:pt x="22414" y="21425"/>
                  </a:lnTo>
                  <a:close/>
                  <a:moveTo>
                    <a:pt x="35434" y="20518"/>
                  </a:moveTo>
                  <a:lnTo>
                    <a:pt x="35516" y="21507"/>
                  </a:lnTo>
                  <a:lnTo>
                    <a:pt x="35599" y="22414"/>
                  </a:lnTo>
                  <a:lnTo>
                    <a:pt x="35599" y="23402"/>
                  </a:lnTo>
                  <a:lnTo>
                    <a:pt x="35434" y="24391"/>
                  </a:lnTo>
                  <a:lnTo>
                    <a:pt x="24639" y="22578"/>
                  </a:lnTo>
                  <a:lnTo>
                    <a:pt x="35434" y="20518"/>
                  </a:lnTo>
                  <a:close/>
                  <a:moveTo>
                    <a:pt x="9807" y="20930"/>
                  </a:moveTo>
                  <a:lnTo>
                    <a:pt x="20601" y="22661"/>
                  </a:lnTo>
                  <a:lnTo>
                    <a:pt x="9807" y="24721"/>
                  </a:lnTo>
                  <a:lnTo>
                    <a:pt x="9724" y="23814"/>
                  </a:lnTo>
                  <a:lnTo>
                    <a:pt x="9642" y="22826"/>
                  </a:lnTo>
                  <a:lnTo>
                    <a:pt x="9642" y="21837"/>
                  </a:lnTo>
                  <a:lnTo>
                    <a:pt x="9807" y="20930"/>
                  </a:lnTo>
                  <a:close/>
                  <a:moveTo>
                    <a:pt x="24557" y="23320"/>
                  </a:moveTo>
                  <a:lnTo>
                    <a:pt x="35351" y="25050"/>
                  </a:lnTo>
                  <a:lnTo>
                    <a:pt x="35187" y="25957"/>
                  </a:lnTo>
                  <a:lnTo>
                    <a:pt x="34857" y="26863"/>
                  </a:lnTo>
                  <a:lnTo>
                    <a:pt x="34527" y="27770"/>
                  </a:lnTo>
                  <a:lnTo>
                    <a:pt x="34115" y="28676"/>
                  </a:lnTo>
                  <a:lnTo>
                    <a:pt x="24557" y="23320"/>
                  </a:lnTo>
                  <a:close/>
                  <a:moveTo>
                    <a:pt x="20684" y="23320"/>
                  </a:moveTo>
                  <a:lnTo>
                    <a:pt x="20766" y="23402"/>
                  </a:lnTo>
                  <a:lnTo>
                    <a:pt x="11290" y="29006"/>
                  </a:lnTo>
                  <a:lnTo>
                    <a:pt x="10878" y="28099"/>
                  </a:lnTo>
                  <a:lnTo>
                    <a:pt x="10466" y="27193"/>
                  </a:lnTo>
                  <a:lnTo>
                    <a:pt x="10219" y="26287"/>
                  </a:lnTo>
                  <a:lnTo>
                    <a:pt x="9971" y="25380"/>
                  </a:lnTo>
                  <a:lnTo>
                    <a:pt x="20684" y="23320"/>
                  </a:lnTo>
                  <a:close/>
                  <a:moveTo>
                    <a:pt x="24227" y="23897"/>
                  </a:moveTo>
                  <a:lnTo>
                    <a:pt x="33786" y="29253"/>
                  </a:lnTo>
                  <a:lnTo>
                    <a:pt x="33291" y="30077"/>
                  </a:lnTo>
                  <a:lnTo>
                    <a:pt x="32632" y="30819"/>
                  </a:lnTo>
                  <a:lnTo>
                    <a:pt x="32055" y="31560"/>
                  </a:lnTo>
                  <a:lnTo>
                    <a:pt x="31314" y="32220"/>
                  </a:lnTo>
                  <a:lnTo>
                    <a:pt x="24145" y="23897"/>
                  </a:lnTo>
                  <a:close/>
                  <a:moveTo>
                    <a:pt x="21096" y="23979"/>
                  </a:moveTo>
                  <a:lnTo>
                    <a:pt x="14174" y="32467"/>
                  </a:lnTo>
                  <a:lnTo>
                    <a:pt x="13432" y="31807"/>
                  </a:lnTo>
                  <a:lnTo>
                    <a:pt x="12773" y="31066"/>
                  </a:lnTo>
                  <a:lnTo>
                    <a:pt x="12196" y="30324"/>
                  </a:lnTo>
                  <a:lnTo>
                    <a:pt x="11619" y="29583"/>
                  </a:lnTo>
                  <a:lnTo>
                    <a:pt x="21096" y="23979"/>
                  </a:lnTo>
                  <a:close/>
                  <a:moveTo>
                    <a:pt x="23650" y="24391"/>
                  </a:moveTo>
                  <a:lnTo>
                    <a:pt x="30819" y="32632"/>
                  </a:lnTo>
                  <a:lnTo>
                    <a:pt x="30078" y="33291"/>
                  </a:lnTo>
                  <a:lnTo>
                    <a:pt x="29254" y="33785"/>
                  </a:lnTo>
                  <a:lnTo>
                    <a:pt x="28429" y="34197"/>
                  </a:lnTo>
                  <a:lnTo>
                    <a:pt x="27523" y="34609"/>
                  </a:lnTo>
                  <a:lnTo>
                    <a:pt x="23650" y="24391"/>
                  </a:lnTo>
                  <a:close/>
                  <a:moveTo>
                    <a:pt x="21672" y="24391"/>
                  </a:moveTo>
                  <a:lnTo>
                    <a:pt x="18047" y="34774"/>
                  </a:lnTo>
                  <a:lnTo>
                    <a:pt x="17140" y="34362"/>
                  </a:lnTo>
                  <a:lnTo>
                    <a:pt x="16316" y="33950"/>
                  </a:lnTo>
                  <a:lnTo>
                    <a:pt x="15492" y="33456"/>
                  </a:lnTo>
                  <a:lnTo>
                    <a:pt x="14668" y="32879"/>
                  </a:lnTo>
                  <a:lnTo>
                    <a:pt x="21590" y="24391"/>
                  </a:lnTo>
                  <a:close/>
                  <a:moveTo>
                    <a:pt x="22332" y="24638"/>
                  </a:moveTo>
                  <a:lnTo>
                    <a:pt x="22497" y="35598"/>
                  </a:lnTo>
                  <a:lnTo>
                    <a:pt x="21508" y="35516"/>
                  </a:lnTo>
                  <a:lnTo>
                    <a:pt x="20519" y="35433"/>
                  </a:lnTo>
                  <a:lnTo>
                    <a:pt x="19612" y="35268"/>
                  </a:lnTo>
                  <a:lnTo>
                    <a:pt x="18706" y="35021"/>
                  </a:lnTo>
                  <a:lnTo>
                    <a:pt x="22249" y="24638"/>
                  </a:lnTo>
                  <a:close/>
                  <a:moveTo>
                    <a:pt x="22991" y="24638"/>
                  </a:moveTo>
                  <a:lnTo>
                    <a:pt x="26946" y="34856"/>
                  </a:lnTo>
                  <a:lnTo>
                    <a:pt x="25957" y="35186"/>
                  </a:lnTo>
                  <a:lnTo>
                    <a:pt x="25051" y="35351"/>
                  </a:lnTo>
                  <a:lnTo>
                    <a:pt x="24062" y="35516"/>
                  </a:lnTo>
                  <a:lnTo>
                    <a:pt x="23156" y="35598"/>
                  </a:lnTo>
                  <a:lnTo>
                    <a:pt x="22991" y="24638"/>
                  </a:lnTo>
                  <a:close/>
                  <a:moveTo>
                    <a:pt x="20354" y="0"/>
                  </a:moveTo>
                  <a:lnTo>
                    <a:pt x="19942" y="82"/>
                  </a:lnTo>
                  <a:lnTo>
                    <a:pt x="19530" y="330"/>
                  </a:lnTo>
                  <a:lnTo>
                    <a:pt x="19200" y="577"/>
                  </a:lnTo>
                  <a:lnTo>
                    <a:pt x="18953" y="906"/>
                  </a:lnTo>
                  <a:lnTo>
                    <a:pt x="18706" y="1319"/>
                  </a:lnTo>
                  <a:lnTo>
                    <a:pt x="18541" y="1648"/>
                  </a:lnTo>
                  <a:lnTo>
                    <a:pt x="18376" y="2390"/>
                  </a:lnTo>
                  <a:lnTo>
                    <a:pt x="17882" y="7499"/>
                  </a:lnTo>
                  <a:lnTo>
                    <a:pt x="16481" y="7993"/>
                  </a:lnTo>
                  <a:lnTo>
                    <a:pt x="15163" y="8652"/>
                  </a:lnTo>
                  <a:lnTo>
                    <a:pt x="13844" y="9394"/>
                  </a:lnTo>
                  <a:lnTo>
                    <a:pt x="12608" y="10300"/>
                  </a:lnTo>
                  <a:lnTo>
                    <a:pt x="8076" y="7911"/>
                  </a:lnTo>
                  <a:lnTo>
                    <a:pt x="7334" y="7664"/>
                  </a:lnTo>
                  <a:lnTo>
                    <a:pt x="6922" y="7581"/>
                  </a:lnTo>
                  <a:lnTo>
                    <a:pt x="6098" y="7581"/>
                  </a:lnTo>
                  <a:lnTo>
                    <a:pt x="5686" y="7746"/>
                  </a:lnTo>
                  <a:lnTo>
                    <a:pt x="5274" y="7911"/>
                  </a:lnTo>
                  <a:lnTo>
                    <a:pt x="5027" y="8240"/>
                  </a:lnTo>
                  <a:lnTo>
                    <a:pt x="4780" y="8570"/>
                  </a:lnTo>
                  <a:lnTo>
                    <a:pt x="4615" y="8982"/>
                  </a:lnTo>
                  <a:lnTo>
                    <a:pt x="4615" y="9476"/>
                  </a:lnTo>
                  <a:lnTo>
                    <a:pt x="4698" y="9888"/>
                  </a:lnTo>
                  <a:lnTo>
                    <a:pt x="4780" y="10300"/>
                  </a:lnTo>
                  <a:lnTo>
                    <a:pt x="4945" y="10712"/>
                  </a:lnTo>
                  <a:lnTo>
                    <a:pt x="5274" y="11289"/>
                  </a:lnTo>
                  <a:lnTo>
                    <a:pt x="8570" y="15245"/>
                  </a:lnTo>
                  <a:lnTo>
                    <a:pt x="7911" y="16645"/>
                  </a:lnTo>
                  <a:lnTo>
                    <a:pt x="7417" y="18046"/>
                  </a:lnTo>
                  <a:lnTo>
                    <a:pt x="7005" y="19530"/>
                  </a:lnTo>
                  <a:lnTo>
                    <a:pt x="6758" y="21013"/>
                  </a:lnTo>
                  <a:lnTo>
                    <a:pt x="1896" y="22496"/>
                  </a:lnTo>
                  <a:lnTo>
                    <a:pt x="1237" y="22908"/>
                  </a:lnTo>
                  <a:lnTo>
                    <a:pt x="825" y="23073"/>
                  </a:lnTo>
                  <a:lnTo>
                    <a:pt x="577" y="23402"/>
                  </a:lnTo>
                  <a:lnTo>
                    <a:pt x="248" y="23732"/>
                  </a:lnTo>
                  <a:lnTo>
                    <a:pt x="83" y="24062"/>
                  </a:lnTo>
                  <a:lnTo>
                    <a:pt x="1" y="24474"/>
                  </a:lnTo>
                  <a:lnTo>
                    <a:pt x="1" y="24886"/>
                  </a:lnTo>
                  <a:lnTo>
                    <a:pt x="83" y="25298"/>
                  </a:lnTo>
                  <a:lnTo>
                    <a:pt x="248" y="25710"/>
                  </a:lnTo>
                  <a:lnTo>
                    <a:pt x="577" y="26039"/>
                  </a:lnTo>
                  <a:lnTo>
                    <a:pt x="907" y="26287"/>
                  </a:lnTo>
                  <a:lnTo>
                    <a:pt x="1237" y="26534"/>
                  </a:lnTo>
                  <a:lnTo>
                    <a:pt x="1649" y="26699"/>
                  </a:lnTo>
                  <a:lnTo>
                    <a:pt x="2390" y="26863"/>
                  </a:lnTo>
                  <a:lnTo>
                    <a:pt x="7417" y="27358"/>
                  </a:lnTo>
                  <a:lnTo>
                    <a:pt x="7911" y="28759"/>
                  </a:lnTo>
                  <a:lnTo>
                    <a:pt x="8570" y="30159"/>
                  </a:lnTo>
                  <a:lnTo>
                    <a:pt x="9312" y="31478"/>
                  </a:lnTo>
                  <a:lnTo>
                    <a:pt x="10301" y="32714"/>
                  </a:lnTo>
                  <a:lnTo>
                    <a:pt x="7911" y="37164"/>
                  </a:lnTo>
                  <a:lnTo>
                    <a:pt x="7664" y="37905"/>
                  </a:lnTo>
                  <a:lnTo>
                    <a:pt x="7582" y="38317"/>
                  </a:lnTo>
                  <a:lnTo>
                    <a:pt x="7582" y="38812"/>
                  </a:lnTo>
                  <a:lnTo>
                    <a:pt x="7582" y="39224"/>
                  </a:lnTo>
                  <a:lnTo>
                    <a:pt x="7746" y="39553"/>
                  </a:lnTo>
                  <a:lnTo>
                    <a:pt x="7911" y="39965"/>
                  </a:lnTo>
                  <a:lnTo>
                    <a:pt x="8241" y="40295"/>
                  </a:lnTo>
                  <a:lnTo>
                    <a:pt x="8570" y="40460"/>
                  </a:lnTo>
                  <a:lnTo>
                    <a:pt x="8982" y="40625"/>
                  </a:lnTo>
                  <a:lnTo>
                    <a:pt x="9889" y="40625"/>
                  </a:lnTo>
                  <a:lnTo>
                    <a:pt x="10301" y="40460"/>
                  </a:lnTo>
                  <a:lnTo>
                    <a:pt x="10631" y="40295"/>
                  </a:lnTo>
                  <a:lnTo>
                    <a:pt x="11290" y="39965"/>
                  </a:lnTo>
                  <a:lnTo>
                    <a:pt x="15163" y="36752"/>
                  </a:lnTo>
                  <a:lnTo>
                    <a:pt x="16564" y="37411"/>
                  </a:lnTo>
                  <a:lnTo>
                    <a:pt x="18047" y="37905"/>
                  </a:lnTo>
                  <a:lnTo>
                    <a:pt x="19530" y="38317"/>
                  </a:lnTo>
                  <a:lnTo>
                    <a:pt x="21013" y="38482"/>
                  </a:lnTo>
                  <a:lnTo>
                    <a:pt x="22497" y="43344"/>
                  </a:lnTo>
                  <a:lnTo>
                    <a:pt x="22826" y="44085"/>
                  </a:lnTo>
                  <a:lnTo>
                    <a:pt x="23073" y="44415"/>
                  </a:lnTo>
                  <a:lnTo>
                    <a:pt x="23403" y="44662"/>
                  </a:lnTo>
                  <a:lnTo>
                    <a:pt x="23733" y="44992"/>
                  </a:lnTo>
                  <a:lnTo>
                    <a:pt x="24062" y="45157"/>
                  </a:lnTo>
                  <a:lnTo>
                    <a:pt x="24474" y="45239"/>
                  </a:lnTo>
                  <a:lnTo>
                    <a:pt x="24886" y="45322"/>
                  </a:lnTo>
                  <a:lnTo>
                    <a:pt x="25298" y="45157"/>
                  </a:lnTo>
                  <a:lnTo>
                    <a:pt x="25710" y="44992"/>
                  </a:lnTo>
                  <a:lnTo>
                    <a:pt x="26040" y="44662"/>
                  </a:lnTo>
                  <a:lnTo>
                    <a:pt x="26287" y="44333"/>
                  </a:lnTo>
                  <a:lnTo>
                    <a:pt x="26534" y="44003"/>
                  </a:lnTo>
                  <a:lnTo>
                    <a:pt x="26699" y="43591"/>
                  </a:lnTo>
                  <a:lnTo>
                    <a:pt x="26864" y="42932"/>
                  </a:lnTo>
                  <a:lnTo>
                    <a:pt x="27358" y="37905"/>
                  </a:lnTo>
                  <a:lnTo>
                    <a:pt x="28759" y="37328"/>
                  </a:lnTo>
                  <a:lnTo>
                    <a:pt x="30160" y="36669"/>
                  </a:lnTo>
                  <a:lnTo>
                    <a:pt x="31478" y="35928"/>
                  </a:lnTo>
                  <a:lnTo>
                    <a:pt x="32714" y="35021"/>
                  </a:lnTo>
                  <a:lnTo>
                    <a:pt x="37164" y="37328"/>
                  </a:lnTo>
                  <a:lnTo>
                    <a:pt x="37906" y="37576"/>
                  </a:lnTo>
                  <a:lnTo>
                    <a:pt x="38318" y="37658"/>
                  </a:lnTo>
                  <a:lnTo>
                    <a:pt x="39142" y="37658"/>
                  </a:lnTo>
                  <a:lnTo>
                    <a:pt x="39554" y="37493"/>
                  </a:lnTo>
                  <a:lnTo>
                    <a:pt x="39966" y="37328"/>
                  </a:lnTo>
                  <a:lnTo>
                    <a:pt x="40213" y="36999"/>
                  </a:lnTo>
                  <a:lnTo>
                    <a:pt x="40460" y="36669"/>
                  </a:lnTo>
                  <a:lnTo>
                    <a:pt x="40625" y="36257"/>
                  </a:lnTo>
                  <a:lnTo>
                    <a:pt x="40625" y="35845"/>
                  </a:lnTo>
                  <a:lnTo>
                    <a:pt x="40543" y="35351"/>
                  </a:lnTo>
                  <a:lnTo>
                    <a:pt x="40460" y="34939"/>
                  </a:lnTo>
                  <a:lnTo>
                    <a:pt x="40295" y="34609"/>
                  </a:lnTo>
                  <a:lnTo>
                    <a:pt x="39966" y="33950"/>
                  </a:lnTo>
                  <a:lnTo>
                    <a:pt x="36752" y="30077"/>
                  </a:lnTo>
                  <a:lnTo>
                    <a:pt x="37329" y="28676"/>
                  </a:lnTo>
                  <a:lnTo>
                    <a:pt x="37906" y="27193"/>
                  </a:lnTo>
                  <a:lnTo>
                    <a:pt x="38235" y="25710"/>
                  </a:lnTo>
                  <a:lnTo>
                    <a:pt x="38483" y="24226"/>
                  </a:lnTo>
                  <a:lnTo>
                    <a:pt x="43344" y="22743"/>
                  </a:lnTo>
                  <a:lnTo>
                    <a:pt x="44004" y="22414"/>
                  </a:lnTo>
                  <a:lnTo>
                    <a:pt x="44416" y="22166"/>
                  </a:lnTo>
                  <a:lnTo>
                    <a:pt x="44663" y="21837"/>
                  </a:lnTo>
                  <a:lnTo>
                    <a:pt x="44910" y="21507"/>
                  </a:lnTo>
                  <a:lnTo>
                    <a:pt x="45157" y="21178"/>
                  </a:lnTo>
                  <a:lnTo>
                    <a:pt x="45240" y="20766"/>
                  </a:lnTo>
                  <a:lnTo>
                    <a:pt x="45240" y="20354"/>
                  </a:lnTo>
                  <a:lnTo>
                    <a:pt x="45157" y="19942"/>
                  </a:lnTo>
                  <a:lnTo>
                    <a:pt x="44992" y="19530"/>
                  </a:lnTo>
                  <a:lnTo>
                    <a:pt x="44663" y="19200"/>
                  </a:lnTo>
                  <a:lnTo>
                    <a:pt x="44333" y="18953"/>
                  </a:lnTo>
                  <a:lnTo>
                    <a:pt x="44004" y="18705"/>
                  </a:lnTo>
                  <a:lnTo>
                    <a:pt x="43592" y="18541"/>
                  </a:lnTo>
                  <a:lnTo>
                    <a:pt x="42850" y="18376"/>
                  </a:lnTo>
                  <a:lnTo>
                    <a:pt x="37823" y="17881"/>
                  </a:lnTo>
                  <a:lnTo>
                    <a:pt x="37247" y="16481"/>
                  </a:lnTo>
                  <a:lnTo>
                    <a:pt x="36670" y="15162"/>
                  </a:lnTo>
                  <a:lnTo>
                    <a:pt x="35846" y="13844"/>
                  </a:lnTo>
                  <a:lnTo>
                    <a:pt x="34939" y="12608"/>
                  </a:lnTo>
                  <a:lnTo>
                    <a:pt x="37329" y="8076"/>
                  </a:lnTo>
                  <a:lnTo>
                    <a:pt x="37576" y="7334"/>
                  </a:lnTo>
                  <a:lnTo>
                    <a:pt x="37659" y="6922"/>
                  </a:lnTo>
                  <a:lnTo>
                    <a:pt x="37659" y="6510"/>
                  </a:lnTo>
                  <a:lnTo>
                    <a:pt x="37659" y="6098"/>
                  </a:lnTo>
                  <a:lnTo>
                    <a:pt x="37494" y="5686"/>
                  </a:lnTo>
                  <a:lnTo>
                    <a:pt x="37329" y="5274"/>
                  </a:lnTo>
                  <a:lnTo>
                    <a:pt x="36999" y="5027"/>
                  </a:lnTo>
                  <a:lnTo>
                    <a:pt x="36670" y="4779"/>
                  </a:lnTo>
                  <a:lnTo>
                    <a:pt x="36258" y="4697"/>
                  </a:lnTo>
                  <a:lnTo>
                    <a:pt x="35846" y="4615"/>
                  </a:lnTo>
                  <a:lnTo>
                    <a:pt x="35351" y="4697"/>
                  </a:lnTo>
                  <a:lnTo>
                    <a:pt x="34939" y="4779"/>
                  </a:lnTo>
                  <a:lnTo>
                    <a:pt x="34610" y="4944"/>
                  </a:lnTo>
                  <a:lnTo>
                    <a:pt x="33950" y="5274"/>
                  </a:lnTo>
                  <a:lnTo>
                    <a:pt x="29995" y="8570"/>
                  </a:lnTo>
                  <a:lnTo>
                    <a:pt x="28594" y="7911"/>
                  </a:lnTo>
                  <a:lnTo>
                    <a:pt x="27193" y="7416"/>
                  </a:lnTo>
                  <a:lnTo>
                    <a:pt x="25710" y="7087"/>
                  </a:lnTo>
                  <a:lnTo>
                    <a:pt x="24227" y="6839"/>
                  </a:lnTo>
                  <a:lnTo>
                    <a:pt x="22744" y="1895"/>
                  </a:lnTo>
                  <a:lnTo>
                    <a:pt x="22414" y="1236"/>
                  </a:lnTo>
                  <a:lnTo>
                    <a:pt x="22167" y="906"/>
                  </a:lnTo>
                  <a:lnTo>
                    <a:pt x="21837" y="577"/>
                  </a:lnTo>
                  <a:lnTo>
                    <a:pt x="21508" y="330"/>
                  </a:lnTo>
                  <a:lnTo>
                    <a:pt x="21178" y="82"/>
                  </a:lnTo>
                  <a:lnTo>
                    <a:pt x="20766" y="0"/>
                  </a:lnTo>
                  <a:close/>
                </a:path>
              </a:pathLst>
            </a:custGeom>
            <a:solidFill>
              <a:srgbClr val="FA8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3"/>
            <p:cNvSpPr/>
            <p:nvPr/>
          </p:nvSpPr>
          <p:spPr>
            <a:xfrm>
              <a:off x="3626650" y="3799975"/>
              <a:ext cx="193675" cy="193675"/>
            </a:xfrm>
            <a:custGeom>
              <a:rect b="b" l="l" r="r" t="t"/>
              <a:pathLst>
                <a:path extrusionOk="0" h="7747" w="7747">
                  <a:moveTo>
                    <a:pt x="3296" y="0"/>
                  </a:moveTo>
                  <a:lnTo>
                    <a:pt x="2637" y="165"/>
                  </a:lnTo>
                  <a:lnTo>
                    <a:pt x="1895" y="495"/>
                  </a:lnTo>
                  <a:lnTo>
                    <a:pt x="1319" y="907"/>
                  </a:lnTo>
                  <a:lnTo>
                    <a:pt x="824" y="1483"/>
                  </a:lnTo>
                  <a:lnTo>
                    <a:pt x="412" y="2143"/>
                  </a:lnTo>
                  <a:lnTo>
                    <a:pt x="83" y="2802"/>
                  </a:lnTo>
                  <a:lnTo>
                    <a:pt x="0" y="3626"/>
                  </a:lnTo>
                  <a:lnTo>
                    <a:pt x="0" y="4368"/>
                  </a:lnTo>
                  <a:lnTo>
                    <a:pt x="165" y="5109"/>
                  </a:lnTo>
                  <a:lnTo>
                    <a:pt x="495" y="5768"/>
                  </a:lnTo>
                  <a:lnTo>
                    <a:pt x="907" y="6428"/>
                  </a:lnTo>
                  <a:lnTo>
                    <a:pt x="1401" y="6922"/>
                  </a:lnTo>
                  <a:lnTo>
                    <a:pt x="2060" y="7334"/>
                  </a:lnTo>
                  <a:lnTo>
                    <a:pt x="2802" y="7581"/>
                  </a:lnTo>
                  <a:lnTo>
                    <a:pt x="3626" y="7746"/>
                  </a:lnTo>
                  <a:lnTo>
                    <a:pt x="4368" y="7746"/>
                  </a:lnTo>
                  <a:lnTo>
                    <a:pt x="5109" y="7499"/>
                  </a:lnTo>
                  <a:lnTo>
                    <a:pt x="5768" y="7252"/>
                  </a:lnTo>
                  <a:lnTo>
                    <a:pt x="6345" y="6840"/>
                  </a:lnTo>
                  <a:lnTo>
                    <a:pt x="6922" y="6263"/>
                  </a:lnTo>
                  <a:lnTo>
                    <a:pt x="7334" y="5604"/>
                  </a:lnTo>
                  <a:lnTo>
                    <a:pt x="7581" y="4862"/>
                  </a:lnTo>
                  <a:lnTo>
                    <a:pt x="7746" y="4120"/>
                  </a:lnTo>
                  <a:lnTo>
                    <a:pt x="7664" y="3379"/>
                  </a:lnTo>
                  <a:lnTo>
                    <a:pt x="7499" y="2637"/>
                  </a:lnTo>
                  <a:lnTo>
                    <a:pt x="7169" y="1978"/>
                  </a:lnTo>
                  <a:lnTo>
                    <a:pt x="6757" y="1319"/>
                  </a:lnTo>
                  <a:lnTo>
                    <a:pt x="6263" y="824"/>
                  </a:lnTo>
                  <a:lnTo>
                    <a:pt x="5604" y="412"/>
                  </a:lnTo>
                  <a:lnTo>
                    <a:pt x="4862" y="83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3742000" y="3122200"/>
              <a:ext cx="191625" cy="702525"/>
            </a:xfrm>
            <a:custGeom>
              <a:rect b="b" l="l" r="r" t="t"/>
              <a:pathLst>
                <a:path extrusionOk="0" fill="none" h="28101" w="7665">
                  <a:moveTo>
                    <a:pt x="1" y="28100"/>
                  </a:moveTo>
                  <a:lnTo>
                    <a:pt x="7664" y="1"/>
                  </a:lnTo>
                </a:path>
              </a:pathLst>
            </a:custGeom>
            <a:noFill/>
            <a:ln cap="rnd" cmpd="sng" w="494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3509225" y="3973025"/>
              <a:ext cx="191600" cy="702500"/>
            </a:xfrm>
            <a:custGeom>
              <a:rect b="b" l="l" r="r" t="t"/>
              <a:pathLst>
                <a:path extrusionOk="0" fill="none" h="28100" w="7664">
                  <a:moveTo>
                    <a:pt x="0" y="28099"/>
                  </a:moveTo>
                  <a:lnTo>
                    <a:pt x="7664" y="0"/>
                  </a:lnTo>
                </a:path>
              </a:pathLst>
            </a:custGeom>
            <a:noFill/>
            <a:ln cap="rnd" cmpd="sng" w="494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3"/>
            <p:cNvSpPr/>
            <p:nvPr/>
          </p:nvSpPr>
          <p:spPr>
            <a:xfrm>
              <a:off x="3795575" y="3919450"/>
              <a:ext cx="702500" cy="193675"/>
            </a:xfrm>
            <a:custGeom>
              <a:rect b="b" l="l" r="r" t="t"/>
              <a:pathLst>
                <a:path extrusionOk="0" fill="none" h="7747" w="28100">
                  <a:moveTo>
                    <a:pt x="0" y="1"/>
                  </a:moveTo>
                  <a:lnTo>
                    <a:pt x="28099" y="7746"/>
                  </a:lnTo>
                </a:path>
              </a:pathLst>
            </a:custGeom>
            <a:noFill/>
            <a:ln cap="rnd" cmpd="sng" w="494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3"/>
            <p:cNvSpPr/>
            <p:nvPr/>
          </p:nvSpPr>
          <p:spPr>
            <a:xfrm>
              <a:off x="2944750" y="3686675"/>
              <a:ext cx="702525" cy="191600"/>
            </a:xfrm>
            <a:custGeom>
              <a:rect b="b" l="l" r="r" t="t"/>
              <a:pathLst>
                <a:path extrusionOk="0" fill="none" h="7664" w="28101">
                  <a:moveTo>
                    <a:pt x="1" y="0"/>
                  </a:moveTo>
                  <a:lnTo>
                    <a:pt x="28100" y="7664"/>
                  </a:lnTo>
                </a:path>
              </a:pathLst>
            </a:custGeom>
            <a:noFill/>
            <a:ln cap="rnd" cmpd="sng" w="49450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3"/>
            <p:cNvSpPr/>
            <p:nvPr/>
          </p:nvSpPr>
          <p:spPr>
            <a:xfrm>
              <a:off x="2602800" y="2776125"/>
              <a:ext cx="2239300" cy="2241375"/>
            </a:xfrm>
            <a:custGeom>
              <a:rect b="b" l="l" r="r" t="t"/>
              <a:pathLst>
                <a:path extrusionOk="0" h="89655" w="89572">
                  <a:moveTo>
                    <a:pt x="45239" y="17222"/>
                  </a:moveTo>
                  <a:lnTo>
                    <a:pt x="46558" y="17305"/>
                  </a:lnTo>
                  <a:lnTo>
                    <a:pt x="47958" y="17469"/>
                  </a:lnTo>
                  <a:lnTo>
                    <a:pt x="49359" y="17634"/>
                  </a:lnTo>
                  <a:lnTo>
                    <a:pt x="50678" y="17881"/>
                  </a:lnTo>
                  <a:lnTo>
                    <a:pt x="52079" y="18211"/>
                  </a:lnTo>
                  <a:lnTo>
                    <a:pt x="53397" y="18623"/>
                  </a:lnTo>
                  <a:lnTo>
                    <a:pt x="54798" y="19118"/>
                  </a:lnTo>
                  <a:lnTo>
                    <a:pt x="56034" y="19694"/>
                  </a:lnTo>
                  <a:lnTo>
                    <a:pt x="57270" y="20271"/>
                  </a:lnTo>
                  <a:lnTo>
                    <a:pt x="58506" y="20930"/>
                  </a:lnTo>
                  <a:lnTo>
                    <a:pt x="59660" y="21590"/>
                  </a:lnTo>
                  <a:lnTo>
                    <a:pt x="60813" y="22331"/>
                  </a:lnTo>
                  <a:lnTo>
                    <a:pt x="61884" y="23155"/>
                  </a:lnTo>
                  <a:lnTo>
                    <a:pt x="62873" y="23979"/>
                  </a:lnTo>
                  <a:lnTo>
                    <a:pt x="63862" y="24886"/>
                  </a:lnTo>
                  <a:lnTo>
                    <a:pt x="64769" y="25875"/>
                  </a:lnTo>
                  <a:lnTo>
                    <a:pt x="65675" y="26863"/>
                  </a:lnTo>
                  <a:lnTo>
                    <a:pt x="66499" y="27852"/>
                  </a:lnTo>
                  <a:lnTo>
                    <a:pt x="67323" y="28923"/>
                  </a:lnTo>
                  <a:lnTo>
                    <a:pt x="68065" y="30077"/>
                  </a:lnTo>
                  <a:lnTo>
                    <a:pt x="68724" y="31148"/>
                  </a:lnTo>
                  <a:lnTo>
                    <a:pt x="69383" y="32302"/>
                  </a:lnTo>
                  <a:lnTo>
                    <a:pt x="69960" y="33538"/>
                  </a:lnTo>
                  <a:lnTo>
                    <a:pt x="70454" y="34774"/>
                  </a:lnTo>
                  <a:lnTo>
                    <a:pt x="70866" y="36010"/>
                  </a:lnTo>
                  <a:lnTo>
                    <a:pt x="71278" y="37246"/>
                  </a:lnTo>
                  <a:lnTo>
                    <a:pt x="71608" y="38565"/>
                  </a:lnTo>
                  <a:lnTo>
                    <a:pt x="71938" y="39883"/>
                  </a:lnTo>
                  <a:lnTo>
                    <a:pt x="72102" y="41201"/>
                  </a:lnTo>
                  <a:lnTo>
                    <a:pt x="72267" y="42520"/>
                  </a:lnTo>
                  <a:lnTo>
                    <a:pt x="72350" y="43838"/>
                  </a:lnTo>
                  <a:lnTo>
                    <a:pt x="72350" y="45239"/>
                  </a:lnTo>
                  <a:lnTo>
                    <a:pt x="72267" y="46558"/>
                  </a:lnTo>
                  <a:lnTo>
                    <a:pt x="72185" y="47958"/>
                  </a:lnTo>
                  <a:lnTo>
                    <a:pt x="71938" y="49359"/>
                  </a:lnTo>
                  <a:lnTo>
                    <a:pt x="71690" y="50760"/>
                  </a:lnTo>
                  <a:lnTo>
                    <a:pt x="71361" y="52079"/>
                  </a:lnTo>
                  <a:lnTo>
                    <a:pt x="70949" y="53479"/>
                  </a:lnTo>
                  <a:lnTo>
                    <a:pt x="70454" y="54798"/>
                  </a:lnTo>
                  <a:lnTo>
                    <a:pt x="69960" y="56034"/>
                  </a:lnTo>
                  <a:lnTo>
                    <a:pt x="69383" y="57270"/>
                  </a:lnTo>
                  <a:lnTo>
                    <a:pt x="68724" y="58506"/>
                  </a:lnTo>
                  <a:lnTo>
                    <a:pt x="67982" y="59660"/>
                  </a:lnTo>
                  <a:lnTo>
                    <a:pt x="67241" y="60813"/>
                  </a:lnTo>
                  <a:lnTo>
                    <a:pt x="66417" y="61885"/>
                  </a:lnTo>
                  <a:lnTo>
                    <a:pt x="65593" y="62873"/>
                  </a:lnTo>
                  <a:lnTo>
                    <a:pt x="64686" y="63862"/>
                  </a:lnTo>
                  <a:lnTo>
                    <a:pt x="63780" y="64851"/>
                  </a:lnTo>
                  <a:lnTo>
                    <a:pt x="62791" y="65675"/>
                  </a:lnTo>
                  <a:lnTo>
                    <a:pt x="61720" y="66581"/>
                  </a:lnTo>
                  <a:lnTo>
                    <a:pt x="60648" y="67323"/>
                  </a:lnTo>
                  <a:lnTo>
                    <a:pt x="59577" y="68065"/>
                  </a:lnTo>
                  <a:lnTo>
                    <a:pt x="58424" y="68724"/>
                  </a:lnTo>
                  <a:lnTo>
                    <a:pt x="57270" y="69383"/>
                  </a:lnTo>
                  <a:lnTo>
                    <a:pt x="56034" y="69960"/>
                  </a:lnTo>
                  <a:lnTo>
                    <a:pt x="54880" y="70454"/>
                  </a:lnTo>
                  <a:lnTo>
                    <a:pt x="53644" y="70949"/>
                  </a:lnTo>
                  <a:lnTo>
                    <a:pt x="52326" y="71361"/>
                  </a:lnTo>
                  <a:lnTo>
                    <a:pt x="51090" y="71690"/>
                  </a:lnTo>
                  <a:lnTo>
                    <a:pt x="49771" y="71938"/>
                  </a:lnTo>
                  <a:lnTo>
                    <a:pt x="48453" y="72102"/>
                  </a:lnTo>
                  <a:lnTo>
                    <a:pt x="47052" y="72267"/>
                  </a:lnTo>
                  <a:lnTo>
                    <a:pt x="45734" y="72350"/>
                  </a:lnTo>
                  <a:lnTo>
                    <a:pt x="43014" y="72350"/>
                  </a:lnTo>
                  <a:lnTo>
                    <a:pt x="41613" y="72185"/>
                  </a:lnTo>
                  <a:lnTo>
                    <a:pt x="40295" y="72020"/>
                  </a:lnTo>
                  <a:lnTo>
                    <a:pt x="38894" y="71690"/>
                  </a:lnTo>
                  <a:lnTo>
                    <a:pt x="37493" y="71361"/>
                  </a:lnTo>
                  <a:lnTo>
                    <a:pt x="36175" y="70949"/>
                  </a:lnTo>
                  <a:lnTo>
                    <a:pt x="34856" y="70537"/>
                  </a:lnTo>
                  <a:lnTo>
                    <a:pt x="33538" y="69960"/>
                  </a:lnTo>
                  <a:lnTo>
                    <a:pt x="32302" y="69383"/>
                  </a:lnTo>
                  <a:lnTo>
                    <a:pt x="31066" y="68724"/>
                  </a:lnTo>
                  <a:lnTo>
                    <a:pt x="29912" y="68065"/>
                  </a:lnTo>
                  <a:lnTo>
                    <a:pt x="28841" y="67241"/>
                  </a:lnTo>
                  <a:lnTo>
                    <a:pt x="27770" y="66499"/>
                  </a:lnTo>
                  <a:lnTo>
                    <a:pt x="26699" y="65593"/>
                  </a:lnTo>
                  <a:lnTo>
                    <a:pt x="25710" y="64686"/>
                  </a:lnTo>
                  <a:lnTo>
                    <a:pt x="24803" y="63780"/>
                  </a:lnTo>
                  <a:lnTo>
                    <a:pt x="23897" y="62791"/>
                  </a:lnTo>
                  <a:lnTo>
                    <a:pt x="23073" y="61720"/>
                  </a:lnTo>
                  <a:lnTo>
                    <a:pt x="22249" y="60648"/>
                  </a:lnTo>
                  <a:lnTo>
                    <a:pt x="21507" y="59577"/>
                  </a:lnTo>
                  <a:lnTo>
                    <a:pt x="20848" y="58424"/>
                  </a:lnTo>
                  <a:lnTo>
                    <a:pt x="20189" y="57270"/>
                  </a:lnTo>
                  <a:lnTo>
                    <a:pt x="19612" y="56116"/>
                  </a:lnTo>
                  <a:lnTo>
                    <a:pt x="19118" y="54880"/>
                  </a:lnTo>
                  <a:lnTo>
                    <a:pt x="18705" y="53644"/>
                  </a:lnTo>
                  <a:lnTo>
                    <a:pt x="18293" y="52326"/>
                  </a:lnTo>
                  <a:lnTo>
                    <a:pt x="17964" y="51090"/>
                  </a:lnTo>
                  <a:lnTo>
                    <a:pt x="17717" y="49771"/>
                  </a:lnTo>
                  <a:lnTo>
                    <a:pt x="17469" y="48453"/>
                  </a:lnTo>
                  <a:lnTo>
                    <a:pt x="17305" y="47134"/>
                  </a:lnTo>
                  <a:lnTo>
                    <a:pt x="17222" y="45734"/>
                  </a:lnTo>
                  <a:lnTo>
                    <a:pt x="17222" y="44415"/>
                  </a:lnTo>
                  <a:lnTo>
                    <a:pt x="17305" y="43014"/>
                  </a:lnTo>
                  <a:lnTo>
                    <a:pt x="17387" y="41696"/>
                  </a:lnTo>
                  <a:lnTo>
                    <a:pt x="17634" y="40295"/>
                  </a:lnTo>
                  <a:lnTo>
                    <a:pt x="17881" y="38894"/>
                  </a:lnTo>
                  <a:lnTo>
                    <a:pt x="18211" y="37493"/>
                  </a:lnTo>
                  <a:lnTo>
                    <a:pt x="18623" y="36175"/>
                  </a:lnTo>
                  <a:lnTo>
                    <a:pt x="19118" y="34856"/>
                  </a:lnTo>
                  <a:lnTo>
                    <a:pt x="19612" y="33538"/>
                  </a:lnTo>
                  <a:lnTo>
                    <a:pt x="20189" y="32302"/>
                  </a:lnTo>
                  <a:lnTo>
                    <a:pt x="20848" y="31148"/>
                  </a:lnTo>
                  <a:lnTo>
                    <a:pt x="21590" y="29912"/>
                  </a:lnTo>
                  <a:lnTo>
                    <a:pt x="22331" y="28841"/>
                  </a:lnTo>
                  <a:lnTo>
                    <a:pt x="23155" y="27770"/>
                  </a:lnTo>
                  <a:lnTo>
                    <a:pt x="23979" y="26699"/>
                  </a:lnTo>
                  <a:lnTo>
                    <a:pt x="24886" y="25710"/>
                  </a:lnTo>
                  <a:lnTo>
                    <a:pt x="25875" y="24803"/>
                  </a:lnTo>
                  <a:lnTo>
                    <a:pt x="26863" y="23897"/>
                  </a:lnTo>
                  <a:lnTo>
                    <a:pt x="27852" y="23073"/>
                  </a:lnTo>
                  <a:lnTo>
                    <a:pt x="28923" y="22249"/>
                  </a:lnTo>
                  <a:lnTo>
                    <a:pt x="29995" y="21590"/>
                  </a:lnTo>
                  <a:lnTo>
                    <a:pt x="31148" y="20848"/>
                  </a:lnTo>
                  <a:lnTo>
                    <a:pt x="32302" y="20271"/>
                  </a:lnTo>
                  <a:lnTo>
                    <a:pt x="33538" y="19694"/>
                  </a:lnTo>
                  <a:lnTo>
                    <a:pt x="34692" y="19200"/>
                  </a:lnTo>
                  <a:lnTo>
                    <a:pt x="36010" y="18706"/>
                  </a:lnTo>
                  <a:lnTo>
                    <a:pt x="37246" y="18293"/>
                  </a:lnTo>
                  <a:lnTo>
                    <a:pt x="38565" y="17964"/>
                  </a:lnTo>
                  <a:lnTo>
                    <a:pt x="39801" y="17717"/>
                  </a:lnTo>
                  <a:lnTo>
                    <a:pt x="41119" y="17469"/>
                  </a:lnTo>
                  <a:lnTo>
                    <a:pt x="42520" y="17305"/>
                  </a:lnTo>
                  <a:lnTo>
                    <a:pt x="43838" y="17305"/>
                  </a:lnTo>
                  <a:lnTo>
                    <a:pt x="45239" y="17222"/>
                  </a:lnTo>
                  <a:close/>
                  <a:moveTo>
                    <a:pt x="43838" y="0"/>
                  </a:moveTo>
                  <a:lnTo>
                    <a:pt x="38482" y="412"/>
                  </a:lnTo>
                  <a:lnTo>
                    <a:pt x="39141" y="8900"/>
                  </a:lnTo>
                  <a:lnTo>
                    <a:pt x="37328" y="9229"/>
                  </a:lnTo>
                  <a:lnTo>
                    <a:pt x="35598" y="9641"/>
                  </a:lnTo>
                  <a:lnTo>
                    <a:pt x="33868" y="10218"/>
                  </a:lnTo>
                  <a:lnTo>
                    <a:pt x="32137" y="10795"/>
                  </a:lnTo>
                  <a:lnTo>
                    <a:pt x="28594" y="3049"/>
                  </a:lnTo>
                  <a:lnTo>
                    <a:pt x="23650" y="5274"/>
                  </a:lnTo>
                  <a:lnTo>
                    <a:pt x="27193" y="13020"/>
                  </a:lnTo>
                  <a:lnTo>
                    <a:pt x="25627" y="13926"/>
                  </a:lnTo>
                  <a:lnTo>
                    <a:pt x="24144" y="14915"/>
                  </a:lnTo>
                  <a:lnTo>
                    <a:pt x="22661" y="15986"/>
                  </a:lnTo>
                  <a:lnTo>
                    <a:pt x="21260" y="17140"/>
                  </a:lnTo>
                  <a:lnTo>
                    <a:pt x="15245" y="11124"/>
                  </a:lnTo>
                  <a:lnTo>
                    <a:pt x="11454" y="14915"/>
                  </a:lnTo>
                  <a:lnTo>
                    <a:pt x="17387" y="20930"/>
                  </a:lnTo>
                  <a:lnTo>
                    <a:pt x="16233" y="22331"/>
                  </a:lnTo>
                  <a:lnTo>
                    <a:pt x="15162" y="23814"/>
                  </a:lnTo>
                  <a:lnTo>
                    <a:pt x="14173" y="25298"/>
                  </a:lnTo>
                  <a:lnTo>
                    <a:pt x="13185" y="26863"/>
                  </a:lnTo>
                  <a:lnTo>
                    <a:pt x="5521" y="23238"/>
                  </a:lnTo>
                  <a:lnTo>
                    <a:pt x="3214" y="28099"/>
                  </a:lnTo>
                  <a:lnTo>
                    <a:pt x="10877" y="31725"/>
                  </a:lnTo>
                  <a:lnTo>
                    <a:pt x="10300" y="33456"/>
                  </a:lnTo>
                  <a:lnTo>
                    <a:pt x="9724" y="35186"/>
                  </a:lnTo>
                  <a:lnTo>
                    <a:pt x="9312" y="36999"/>
                  </a:lnTo>
                  <a:lnTo>
                    <a:pt x="8982" y="38729"/>
                  </a:lnTo>
                  <a:lnTo>
                    <a:pt x="495" y="37988"/>
                  </a:lnTo>
                  <a:lnTo>
                    <a:pt x="0" y="43344"/>
                  </a:lnTo>
                  <a:lnTo>
                    <a:pt x="8488" y="44168"/>
                  </a:lnTo>
                  <a:lnTo>
                    <a:pt x="8488" y="45981"/>
                  </a:lnTo>
                  <a:lnTo>
                    <a:pt x="8570" y="47794"/>
                  </a:lnTo>
                  <a:lnTo>
                    <a:pt x="8735" y="49607"/>
                  </a:lnTo>
                  <a:lnTo>
                    <a:pt x="9064" y="51419"/>
                  </a:lnTo>
                  <a:lnTo>
                    <a:pt x="824" y="53562"/>
                  </a:lnTo>
                  <a:lnTo>
                    <a:pt x="2143" y="58753"/>
                  </a:lnTo>
                  <a:lnTo>
                    <a:pt x="10465" y="56611"/>
                  </a:lnTo>
                  <a:lnTo>
                    <a:pt x="11042" y="58341"/>
                  </a:lnTo>
                  <a:lnTo>
                    <a:pt x="11784" y="59989"/>
                  </a:lnTo>
                  <a:lnTo>
                    <a:pt x="12608" y="61637"/>
                  </a:lnTo>
                  <a:lnTo>
                    <a:pt x="13432" y="63203"/>
                  </a:lnTo>
                  <a:lnTo>
                    <a:pt x="6428" y="68065"/>
                  </a:lnTo>
                  <a:lnTo>
                    <a:pt x="9559" y="72514"/>
                  </a:lnTo>
                  <a:lnTo>
                    <a:pt x="16563" y="67653"/>
                  </a:lnTo>
                  <a:lnTo>
                    <a:pt x="17717" y="69054"/>
                  </a:lnTo>
                  <a:lnTo>
                    <a:pt x="18953" y="70372"/>
                  </a:lnTo>
                  <a:lnTo>
                    <a:pt x="20271" y="71608"/>
                  </a:lnTo>
                  <a:lnTo>
                    <a:pt x="21672" y="72844"/>
                  </a:lnTo>
                  <a:lnTo>
                    <a:pt x="16728" y="79766"/>
                  </a:lnTo>
                  <a:lnTo>
                    <a:pt x="21095" y="82897"/>
                  </a:lnTo>
                  <a:lnTo>
                    <a:pt x="26039" y="75893"/>
                  </a:lnTo>
                  <a:lnTo>
                    <a:pt x="27605" y="76799"/>
                  </a:lnTo>
                  <a:lnTo>
                    <a:pt x="29253" y="77623"/>
                  </a:lnTo>
                  <a:lnTo>
                    <a:pt x="30901" y="78365"/>
                  </a:lnTo>
                  <a:lnTo>
                    <a:pt x="32632" y="79024"/>
                  </a:lnTo>
                  <a:lnTo>
                    <a:pt x="30324" y="87265"/>
                  </a:lnTo>
                  <a:lnTo>
                    <a:pt x="35598" y="88665"/>
                  </a:lnTo>
                  <a:lnTo>
                    <a:pt x="37823" y="80425"/>
                  </a:lnTo>
                  <a:lnTo>
                    <a:pt x="39636" y="80755"/>
                  </a:lnTo>
                  <a:lnTo>
                    <a:pt x="41449" y="81002"/>
                  </a:lnTo>
                  <a:lnTo>
                    <a:pt x="43261" y="81084"/>
                  </a:lnTo>
                  <a:lnTo>
                    <a:pt x="45074" y="81167"/>
                  </a:lnTo>
                  <a:lnTo>
                    <a:pt x="45734" y="89654"/>
                  </a:lnTo>
                  <a:lnTo>
                    <a:pt x="51090" y="89160"/>
                  </a:lnTo>
                  <a:lnTo>
                    <a:pt x="50430" y="80672"/>
                  </a:lnTo>
                  <a:lnTo>
                    <a:pt x="52243" y="80343"/>
                  </a:lnTo>
                  <a:lnTo>
                    <a:pt x="53974" y="79931"/>
                  </a:lnTo>
                  <a:lnTo>
                    <a:pt x="55787" y="79436"/>
                  </a:lnTo>
                  <a:lnTo>
                    <a:pt x="57435" y="78859"/>
                  </a:lnTo>
                  <a:lnTo>
                    <a:pt x="61060" y="86605"/>
                  </a:lnTo>
                  <a:lnTo>
                    <a:pt x="65922" y="84380"/>
                  </a:lnTo>
                  <a:lnTo>
                    <a:pt x="62379" y="76635"/>
                  </a:lnTo>
                  <a:lnTo>
                    <a:pt x="63944" y="75646"/>
                  </a:lnTo>
                  <a:lnTo>
                    <a:pt x="65428" y="74657"/>
                  </a:lnTo>
                  <a:lnTo>
                    <a:pt x="66911" y="73586"/>
                  </a:lnTo>
                  <a:lnTo>
                    <a:pt x="68312" y="72432"/>
                  </a:lnTo>
                  <a:lnTo>
                    <a:pt x="74327" y="78530"/>
                  </a:lnTo>
                  <a:lnTo>
                    <a:pt x="78200" y="74739"/>
                  </a:lnTo>
                  <a:lnTo>
                    <a:pt x="72185" y="68724"/>
                  </a:lnTo>
                  <a:lnTo>
                    <a:pt x="73338" y="67323"/>
                  </a:lnTo>
                  <a:lnTo>
                    <a:pt x="74410" y="65840"/>
                  </a:lnTo>
                  <a:lnTo>
                    <a:pt x="75481" y="64357"/>
                  </a:lnTo>
                  <a:lnTo>
                    <a:pt x="76387" y="62791"/>
                  </a:lnTo>
                  <a:lnTo>
                    <a:pt x="84051" y="66417"/>
                  </a:lnTo>
                  <a:lnTo>
                    <a:pt x="86358" y="61555"/>
                  </a:lnTo>
                  <a:lnTo>
                    <a:pt x="78695" y="57847"/>
                  </a:lnTo>
                  <a:lnTo>
                    <a:pt x="79271" y="56199"/>
                  </a:lnTo>
                  <a:lnTo>
                    <a:pt x="79848" y="54386"/>
                  </a:lnTo>
                  <a:lnTo>
                    <a:pt x="80260" y="52655"/>
                  </a:lnTo>
                  <a:lnTo>
                    <a:pt x="80590" y="50843"/>
                  </a:lnTo>
                  <a:lnTo>
                    <a:pt x="89077" y="51667"/>
                  </a:lnTo>
                  <a:lnTo>
                    <a:pt x="89572" y="46310"/>
                  </a:lnTo>
                  <a:lnTo>
                    <a:pt x="81084" y="45486"/>
                  </a:lnTo>
                  <a:lnTo>
                    <a:pt x="81084" y="43674"/>
                  </a:lnTo>
                  <a:lnTo>
                    <a:pt x="81002" y="41861"/>
                  </a:lnTo>
                  <a:lnTo>
                    <a:pt x="80837" y="40048"/>
                  </a:lnTo>
                  <a:lnTo>
                    <a:pt x="80507" y="38235"/>
                  </a:lnTo>
                  <a:lnTo>
                    <a:pt x="88748" y="36092"/>
                  </a:lnTo>
                  <a:lnTo>
                    <a:pt x="87429" y="30901"/>
                  </a:lnTo>
                  <a:lnTo>
                    <a:pt x="79189" y="33044"/>
                  </a:lnTo>
                  <a:lnTo>
                    <a:pt x="78530" y="31313"/>
                  </a:lnTo>
                  <a:lnTo>
                    <a:pt x="77788" y="29665"/>
                  </a:lnTo>
                  <a:lnTo>
                    <a:pt x="76964" y="28017"/>
                  </a:lnTo>
                  <a:lnTo>
                    <a:pt x="76140" y="26451"/>
                  </a:lnTo>
                  <a:lnTo>
                    <a:pt x="83144" y="21590"/>
                  </a:lnTo>
                  <a:lnTo>
                    <a:pt x="80095" y="17140"/>
                  </a:lnTo>
                  <a:lnTo>
                    <a:pt x="73091" y="22002"/>
                  </a:lnTo>
                  <a:lnTo>
                    <a:pt x="71855" y="20601"/>
                  </a:lnTo>
                  <a:lnTo>
                    <a:pt x="70619" y="19282"/>
                  </a:lnTo>
                  <a:lnTo>
                    <a:pt x="69301" y="18046"/>
                  </a:lnTo>
                  <a:lnTo>
                    <a:pt x="67982" y="16810"/>
                  </a:lnTo>
                  <a:lnTo>
                    <a:pt x="72844" y="9888"/>
                  </a:lnTo>
                  <a:lnTo>
                    <a:pt x="68477" y="6757"/>
                  </a:lnTo>
                  <a:lnTo>
                    <a:pt x="63532" y="13679"/>
                  </a:lnTo>
                  <a:lnTo>
                    <a:pt x="61967" y="12773"/>
                  </a:lnTo>
                  <a:lnTo>
                    <a:pt x="60401" y="12031"/>
                  </a:lnTo>
                  <a:lnTo>
                    <a:pt x="58671" y="11289"/>
                  </a:lnTo>
                  <a:lnTo>
                    <a:pt x="56940" y="10630"/>
                  </a:lnTo>
                  <a:lnTo>
                    <a:pt x="59248" y="2390"/>
                  </a:lnTo>
                  <a:lnTo>
                    <a:pt x="54056" y="907"/>
                  </a:lnTo>
                  <a:lnTo>
                    <a:pt x="51749" y="9147"/>
                  </a:lnTo>
                  <a:lnTo>
                    <a:pt x="49936" y="8817"/>
                  </a:lnTo>
                  <a:lnTo>
                    <a:pt x="48123" y="8652"/>
                  </a:lnTo>
                  <a:lnTo>
                    <a:pt x="46310" y="8488"/>
                  </a:lnTo>
                  <a:lnTo>
                    <a:pt x="44497" y="8488"/>
                  </a:lnTo>
                  <a:lnTo>
                    <a:pt x="43838" y="0"/>
                  </a:lnTo>
                  <a:close/>
                </a:path>
              </a:pathLst>
            </a:custGeom>
            <a:solidFill>
              <a:srgbClr val="FDC4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3"/>
            <p:cNvSpPr/>
            <p:nvPr/>
          </p:nvSpPr>
          <p:spPr>
            <a:xfrm>
              <a:off x="4353850" y="423525"/>
              <a:ext cx="558300" cy="552125"/>
            </a:xfrm>
            <a:custGeom>
              <a:rect b="b" l="l" r="r" t="t"/>
              <a:pathLst>
                <a:path extrusionOk="0" h="22085" w="22332">
                  <a:moveTo>
                    <a:pt x="11701" y="5274"/>
                  </a:moveTo>
                  <a:lnTo>
                    <a:pt x="10877" y="10465"/>
                  </a:lnTo>
                  <a:lnTo>
                    <a:pt x="5521" y="9641"/>
                  </a:lnTo>
                  <a:lnTo>
                    <a:pt x="5933" y="8653"/>
                  </a:lnTo>
                  <a:lnTo>
                    <a:pt x="6428" y="7746"/>
                  </a:lnTo>
                  <a:lnTo>
                    <a:pt x="7087" y="7004"/>
                  </a:lnTo>
                  <a:lnTo>
                    <a:pt x="7829" y="6345"/>
                  </a:lnTo>
                  <a:lnTo>
                    <a:pt x="8653" y="5851"/>
                  </a:lnTo>
                  <a:lnTo>
                    <a:pt x="9641" y="5439"/>
                  </a:lnTo>
                  <a:lnTo>
                    <a:pt x="10630" y="5274"/>
                  </a:lnTo>
                  <a:close/>
                  <a:moveTo>
                    <a:pt x="12525" y="5356"/>
                  </a:moveTo>
                  <a:lnTo>
                    <a:pt x="13514" y="5686"/>
                  </a:lnTo>
                  <a:lnTo>
                    <a:pt x="14421" y="6180"/>
                  </a:lnTo>
                  <a:lnTo>
                    <a:pt x="15162" y="6840"/>
                  </a:lnTo>
                  <a:lnTo>
                    <a:pt x="15904" y="7581"/>
                  </a:lnTo>
                  <a:lnTo>
                    <a:pt x="16398" y="8405"/>
                  </a:lnTo>
                  <a:lnTo>
                    <a:pt x="16810" y="9312"/>
                  </a:lnTo>
                  <a:lnTo>
                    <a:pt x="16975" y="10383"/>
                  </a:lnTo>
                  <a:lnTo>
                    <a:pt x="17058" y="11372"/>
                  </a:lnTo>
                  <a:lnTo>
                    <a:pt x="11701" y="10548"/>
                  </a:lnTo>
                  <a:lnTo>
                    <a:pt x="12525" y="5356"/>
                  </a:lnTo>
                  <a:close/>
                  <a:moveTo>
                    <a:pt x="5439" y="10465"/>
                  </a:moveTo>
                  <a:lnTo>
                    <a:pt x="10795" y="11289"/>
                  </a:lnTo>
                  <a:lnTo>
                    <a:pt x="9889" y="16728"/>
                  </a:lnTo>
                  <a:lnTo>
                    <a:pt x="9394" y="16646"/>
                  </a:lnTo>
                  <a:lnTo>
                    <a:pt x="8900" y="16398"/>
                  </a:lnTo>
                  <a:lnTo>
                    <a:pt x="7911" y="15904"/>
                  </a:lnTo>
                  <a:lnTo>
                    <a:pt x="7087" y="15245"/>
                  </a:lnTo>
                  <a:lnTo>
                    <a:pt x="6428" y="14503"/>
                  </a:lnTo>
                  <a:lnTo>
                    <a:pt x="5933" y="13597"/>
                  </a:lnTo>
                  <a:lnTo>
                    <a:pt x="5604" y="12608"/>
                  </a:lnTo>
                  <a:lnTo>
                    <a:pt x="5439" y="12031"/>
                  </a:lnTo>
                  <a:lnTo>
                    <a:pt x="5356" y="11537"/>
                  </a:lnTo>
                  <a:lnTo>
                    <a:pt x="5356" y="10960"/>
                  </a:lnTo>
                  <a:lnTo>
                    <a:pt x="5439" y="10465"/>
                  </a:lnTo>
                  <a:close/>
                  <a:moveTo>
                    <a:pt x="11537" y="11372"/>
                  </a:moveTo>
                  <a:lnTo>
                    <a:pt x="16893" y="12196"/>
                  </a:lnTo>
                  <a:lnTo>
                    <a:pt x="16810" y="12773"/>
                  </a:lnTo>
                  <a:lnTo>
                    <a:pt x="16646" y="13267"/>
                  </a:lnTo>
                  <a:lnTo>
                    <a:pt x="16398" y="13761"/>
                  </a:lnTo>
                  <a:lnTo>
                    <a:pt x="16151" y="14174"/>
                  </a:lnTo>
                  <a:lnTo>
                    <a:pt x="15492" y="15080"/>
                  </a:lnTo>
                  <a:lnTo>
                    <a:pt x="14750" y="15739"/>
                  </a:lnTo>
                  <a:lnTo>
                    <a:pt x="13844" y="16316"/>
                  </a:lnTo>
                  <a:lnTo>
                    <a:pt x="12855" y="16646"/>
                  </a:lnTo>
                  <a:lnTo>
                    <a:pt x="11784" y="16893"/>
                  </a:lnTo>
                  <a:lnTo>
                    <a:pt x="10713" y="16893"/>
                  </a:lnTo>
                  <a:lnTo>
                    <a:pt x="11537" y="11372"/>
                  </a:lnTo>
                  <a:close/>
                  <a:moveTo>
                    <a:pt x="12937" y="0"/>
                  </a:moveTo>
                  <a:lnTo>
                    <a:pt x="12773" y="83"/>
                  </a:lnTo>
                  <a:lnTo>
                    <a:pt x="12690" y="165"/>
                  </a:lnTo>
                  <a:lnTo>
                    <a:pt x="11619" y="2472"/>
                  </a:lnTo>
                  <a:lnTo>
                    <a:pt x="10383" y="2472"/>
                  </a:lnTo>
                  <a:lnTo>
                    <a:pt x="9312" y="247"/>
                  </a:lnTo>
                  <a:lnTo>
                    <a:pt x="9147" y="165"/>
                  </a:lnTo>
                  <a:lnTo>
                    <a:pt x="9065" y="83"/>
                  </a:lnTo>
                  <a:lnTo>
                    <a:pt x="8900" y="165"/>
                  </a:lnTo>
                  <a:lnTo>
                    <a:pt x="8817" y="330"/>
                  </a:lnTo>
                  <a:lnTo>
                    <a:pt x="8653" y="2802"/>
                  </a:lnTo>
                  <a:lnTo>
                    <a:pt x="7499" y="3296"/>
                  </a:lnTo>
                  <a:lnTo>
                    <a:pt x="5686" y="1566"/>
                  </a:lnTo>
                  <a:lnTo>
                    <a:pt x="5521" y="1483"/>
                  </a:lnTo>
                  <a:lnTo>
                    <a:pt x="5439" y="1566"/>
                  </a:lnTo>
                  <a:lnTo>
                    <a:pt x="5356" y="1648"/>
                  </a:lnTo>
                  <a:lnTo>
                    <a:pt x="5356" y="1813"/>
                  </a:lnTo>
                  <a:lnTo>
                    <a:pt x="6016" y="4203"/>
                  </a:lnTo>
                  <a:lnTo>
                    <a:pt x="5027" y="5027"/>
                  </a:lnTo>
                  <a:lnTo>
                    <a:pt x="2720" y="4038"/>
                  </a:lnTo>
                  <a:lnTo>
                    <a:pt x="2637" y="4038"/>
                  </a:lnTo>
                  <a:lnTo>
                    <a:pt x="2472" y="4120"/>
                  </a:lnTo>
                  <a:lnTo>
                    <a:pt x="2472" y="4203"/>
                  </a:lnTo>
                  <a:lnTo>
                    <a:pt x="2472" y="4368"/>
                  </a:lnTo>
                  <a:lnTo>
                    <a:pt x="3956" y="6345"/>
                  </a:lnTo>
                  <a:lnTo>
                    <a:pt x="3379" y="7499"/>
                  </a:lnTo>
                  <a:lnTo>
                    <a:pt x="824" y="7334"/>
                  </a:lnTo>
                  <a:lnTo>
                    <a:pt x="742" y="7334"/>
                  </a:lnTo>
                  <a:lnTo>
                    <a:pt x="660" y="7499"/>
                  </a:lnTo>
                  <a:lnTo>
                    <a:pt x="660" y="7581"/>
                  </a:lnTo>
                  <a:lnTo>
                    <a:pt x="742" y="7746"/>
                  </a:lnTo>
                  <a:lnTo>
                    <a:pt x="2802" y="9147"/>
                  </a:lnTo>
                  <a:lnTo>
                    <a:pt x="2637" y="9724"/>
                  </a:lnTo>
                  <a:lnTo>
                    <a:pt x="2555" y="10383"/>
                  </a:lnTo>
                  <a:lnTo>
                    <a:pt x="165" y="11125"/>
                  </a:lnTo>
                  <a:lnTo>
                    <a:pt x="83" y="11207"/>
                  </a:lnTo>
                  <a:lnTo>
                    <a:pt x="0" y="11289"/>
                  </a:lnTo>
                  <a:lnTo>
                    <a:pt x="83" y="11454"/>
                  </a:lnTo>
                  <a:lnTo>
                    <a:pt x="165" y="11537"/>
                  </a:lnTo>
                  <a:lnTo>
                    <a:pt x="2637" y="12113"/>
                  </a:lnTo>
                  <a:lnTo>
                    <a:pt x="2884" y="13349"/>
                  </a:lnTo>
                  <a:lnTo>
                    <a:pt x="824" y="14833"/>
                  </a:lnTo>
                  <a:lnTo>
                    <a:pt x="742" y="14998"/>
                  </a:lnTo>
                  <a:lnTo>
                    <a:pt x="824" y="15080"/>
                  </a:lnTo>
                  <a:lnTo>
                    <a:pt x="907" y="15245"/>
                  </a:lnTo>
                  <a:lnTo>
                    <a:pt x="989" y="15245"/>
                  </a:lnTo>
                  <a:lnTo>
                    <a:pt x="3544" y="14998"/>
                  </a:lnTo>
                  <a:lnTo>
                    <a:pt x="4120" y="16069"/>
                  </a:lnTo>
                  <a:lnTo>
                    <a:pt x="2802" y="18129"/>
                  </a:lnTo>
                  <a:lnTo>
                    <a:pt x="2720" y="18294"/>
                  </a:lnTo>
                  <a:lnTo>
                    <a:pt x="2802" y="18458"/>
                  </a:lnTo>
                  <a:lnTo>
                    <a:pt x="2884" y="18541"/>
                  </a:lnTo>
                  <a:lnTo>
                    <a:pt x="3049" y="18458"/>
                  </a:lnTo>
                  <a:lnTo>
                    <a:pt x="5356" y="17387"/>
                  </a:lnTo>
                  <a:lnTo>
                    <a:pt x="6263" y="18211"/>
                  </a:lnTo>
                  <a:lnTo>
                    <a:pt x="5686" y="20601"/>
                  </a:lnTo>
                  <a:lnTo>
                    <a:pt x="5768" y="20766"/>
                  </a:lnTo>
                  <a:lnTo>
                    <a:pt x="5851" y="20848"/>
                  </a:lnTo>
                  <a:lnTo>
                    <a:pt x="5933" y="20931"/>
                  </a:lnTo>
                  <a:lnTo>
                    <a:pt x="6098" y="20848"/>
                  </a:lnTo>
                  <a:lnTo>
                    <a:pt x="7829" y="19035"/>
                  </a:lnTo>
                  <a:lnTo>
                    <a:pt x="8982" y="19447"/>
                  </a:lnTo>
                  <a:lnTo>
                    <a:pt x="9312" y="21919"/>
                  </a:lnTo>
                  <a:lnTo>
                    <a:pt x="9394" y="22084"/>
                  </a:lnTo>
                  <a:lnTo>
                    <a:pt x="9641" y="22084"/>
                  </a:lnTo>
                  <a:lnTo>
                    <a:pt x="9724" y="22002"/>
                  </a:lnTo>
                  <a:lnTo>
                    <a:pt x="10795" y="19694"/>
                  </a:lnTo>
                  <a:lnTo>
                    <a:pt x="12031" y="19694"/>
                  </a:lnTo>
                  <a:lnTo>
                    <a:pt x="13102" y="21919"/>
                  </a:lnTo>
                  <a:lnTo>
                    <a:pt x="13267" y="22002"/>
                  </a:lnTo>
                  <a:lnTo>
                    <a:pt x="13514" y="22002"/>
                  </a:lnTo>
                  <a:lnTo>
                    <a:pt x="13514" y="21837"/>
                  </a:lnTo>
                  <a:lnTo>
                    <a:pt x="13762" y="19365"/>
                  </a:lnTo>
                  <a:lnTo>
                    <a:pt x="14915" y="18870"/>
                  </a:lnTo>
                  <a:lnTo>
                    <a:pt x="16728" y="20601"/>
                  </a:lnTo>
                  <a:lnTo>
                    <a:pt x="16893" y="20683"/>
                  </a:lnTo>
                  <a:lnTo>
                    <a:pt x="16975" y="20601"/>
                  </a:lnTo>
                  <a:lnTo>
                    <a:pt x="17058" y="20519"/>
                  </a:lnTo>
                  <a:lnTo>
                    <a:pt x="17058" y="20354"/>
                  </a:lnTo>
                  <a:lnTo>
                    <a:pt x="16398" y="17964"/>
                  </a:lnTo>
                  <a:lnTo>
                    <a:pt x="17305" y="17140"/>
                  </a:lnTo>
                  <a:lnTo>
                    <a:pt x="19612" y="18129"/>
                  </a:lnTo>
                  <a:lnTo>
                    <a:pt x="19777" y="18129"/>
                  </a:lnTo>
                  <a:lnTo>
                    <a:pt x="19942" y="18046"/>
                  </a:lnTo>
                  <a:lnTo>
                    <a:pt x="19942" y="17964"/>
                  </a:lnTo>
                  <a:lnTo>
                    <a:pt x="19942" y="17799"/>
                  </a:lnTo>
                  <a:lnTo>
                    <a:pt x="18458" y="15739"/>
                  </a:lnTo>
                  <a:lnTo>
                    <a:pt x="19035" y="14668"/>
                  </a:lnTo>
                  <a:lnTo>
                    <a:pt x="21590" y="14833"/>
                  </a:lnTo>
                  <a:lnTo>
                    <a:pt x="21672" y="14750"/>
                  </a:lnTo>
                  <a:lnTo>
                    <a:pt x="21755" y="14668"/>
                  </a:lnTo>
                  <a:lnTo>
                    <a:pt x="21755" y="14503"/>
                  </a:lnTo>
                  <a:lnTo>
                    <a:pt x="21672" y="14421"/>
                  </a:lnTo>
                  <a:lnTo>
                    <a:pt x="19612" y="13020"/>
                  </a:lnTo>
                  <a:lnTo>
                    <a:pt x="19777" y="12443"/>
                  </a:lnTo>
                  <a:lnTo>
                    <a:pt x="19859" y="11784"/>
                  </a:lnTo>
                  <a:lnTo>
                    <a:pt x="22249" y="11042"/>
                  </a:lnTo>
                  <a:lnTo>
                    <a:pt x="22331" y="10960"/>
                  </a:lnTo>
                  <a:lnTo>
                    <a:pt x="22331" y="10877"/>
                  </a:lnTo>
                  <a:lnTo>
                    <a:pt x="22331" y="10713"/>
                  </a:lnTo>
                  <a:lnTo>
                    <a:pt x="22167" y="10630"/>
                  </a:lnTo>
                  <a:lnTo>
                    <a:pt x="19777" y="9971"/>
                  </a:lnTo>
                  <a:lnTo>
                    <a:pt x="19530" y="8817"/>
                  </a:lnTo>
                  <a:lnTo>
                    <a:pt x="21507" y="7334"/>
                  </a:lnTo>
                  <a:lnTo>
                    <a:pt x="21590" y="7169"/>
                  </a:lnTo>
                  <a:lnTo>
                    <a:pt x="21590" y="7004"/>
                  </a:lnTo>
                  <a:lnTo>
                    <a:pt x="21507" y="6922"/>
                  </a:lnTo>
                  <a:lnTo>
                    <a:pt x="21425" y="6922"/>
                  </a:lnTo>
                  <a:lnTo>
                    <a:pt x="18870" y="7169"/>
                  </a:lnTo>
                  <a:lnTo>
                    <a:pt x="18294" y="6098"/>
                  </a:lnTo>
                  <a:lnTo>
                    <a:pt x="19612" y="3956"/>
                  </a:lnTo>
                  <a:lnTo>
                    <a:pt x="19694" y="3873"/>
                  </a:lnTo>
                  <a:lnTo>
                    <a:pt x="19612" y="3708"/>
                  </a:lnTo>
                  <a:lnTo>
                    <a:pt x="19530" y="3626"/>
                  </a:lnTo>
                  <a:lnTo>
                    <a:pt x="19365" y="3708"/>
                  </a:lnTo>
                  <a:lnTo>
                    <a:pt x="17058" y="4780"/>
                  </a:lnTo>
                  <a:lnTo>
                    <a:pt x="16151" y="3956"/>
                  </a:lnTo>
                  <a:lnTo>
                    <a:pt x="16728" y="1566"/>
                  </a:lnTo>
                  <a:lnTo>
                    <a:pt x="16646" y="1401"/>
                  </a:lnTo>
                  <a:lnTo>
                    <a:pt x="16563" y="1319"/>
                  </a:lnTo>
                  <a:lnTo>
                    <a:pt x="16481" y="1236"/>
                  </a:lnTo>
                  <a:lnTo>
                    <a:pt x="16316" y="1319"/>
                  </a:lnTo>
                  <a:lnTo>
                    <a:pt x="14586" y="3132"/>
                  </a:lnTo>
                  <a:lnTo>
                    <a:pt x="13432" y="2720"/>
                  </a:lnTo>
                  <a:lnTo>
                    <a:pt x="13102" y="247"/>
                  </a:lnTo>
                  <a:lnTo>
                    <a:pt x="13020" y="83"/>
                  </a:lnTo>
                  <a:lnTo>
                    <a:pt x="12937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3"/>
            <p:cNvSpPr/>
            <p:nvPr/>
          </p:nvSpPr>
          <p:spPr>
            <a:xfrm>
              <a:off x="2341150" y="4545700"/>
              <a:ext cx="587150" cy="587150"/>
            </a:xfrm>
            <a:custGeom>
              <a:rect b="b" l="l" r="r" t="t"/>
              <a:pathLst>
                <a:path extrusionOk="0" h="23486" w="23486">
                  <a:moveTo>
                    <a:pt x="12197" y="7335"/>
                  </a:moveTo>
                  <a:lnTo>
                    <a:pt x="13021" y="7500"/>
                  </a:lnTo>
                  <a:lnTo>
                    <a:pt x="13762" y="7829"/>
                  </a:lnTo>
                  <a:lnTo>
                    <a:pt x="14504" y="8324"/>
                  </a:lnTo>
                  <a:lnTo>
                    <a:pt x="15163" y="8900"/>
                  </a:lnTo>
                  <a:lnTo>
                    <a:pt x="15657" y="9642"/>
                  </a:lnTo>
                  <a:lnTo>
                    <a:pt x="15987" y="10466"/>
                  </a:lnTo>
                  <a:lnTo>
                    <a:pt x="16152" y="11373"/>
                  </a:lnTo>
                  <a:lnTo>
                    <a:pt x="16152" y="12197"/>
                  </a:lnTo>
                  <a:lnTo>
                    <a:pt x="15987" y="13021"/>
                  </a:lnTo>
                  <a:lnTo>
                    <a:pt x="15657" y="13762"/>
                  </a:lnTo>
                  <a:lnTo>
                    <a:pt x="15163" y="14504"/>
                  </a:lnTo>
                  <a:lnTo>
                    <a:pt x="14586" y="15163"/>
                  </a:lnTo>
                  <a:lnTo>
                    <a:pt x="13845" y="15658"/>
                  </a:lnTo>
                  <a:lnTo>
                    <a:pt x="13021" y="15987"/>
                  </a:lnTo>
                  <a:lnTo>
                    <a:pt x="12114" y="16152"/>
                  </a:lnTo>
                  <a:lnTo>
                    <a:pt x="11290" y="16152"/>
                  </a:lnTo>
                  <a:lnTo>
                    <a:pt x="10466" y="15987"/>
                  </a:lnTo>
                  <a:lnTo>
                    <a:pt x="9642" y="15658"/>
                  </a:lnTo>
                  <a:lnTo>
                    <a:pt x="8983" y="15163"/>
                  </a:lnTo>
                  <a:lnTo>
                    <a:pt x="8324" y="14586"/>
                  </a:lnTo>
                  <a:lnTo>
                    <a:pt x="7829" y="13845"/>
                  </a:lnTo>
                  <a:lnTo>
                    <a:pt x="7500" y="13021"/>
                  </a:lnTo>
                  <a:lnTo>
                    <a:pt x="7335" y="12114"/>
                  </a:lnTo>
                  <a:lnTo>
                    <a:pt x="7335" y="11290"/>
                  </a:lnTo>
                  <a:lnTo>
                    <a:pt x="7500" y="10466"/>
                  </a:lnTo>
                  <a:lnTo>
                    <a:pt x="7829" y="9642"/>
                  </a:lnTo>
                  <a:lnTo>
                    <a:pt x="8324" y="8983"/>
                  </a:lnTo>
                  <a:lnTo>
                    <a:pt x="8900" y="8324"/>
                  </a:lnTo>
                  <a:lnTo>
                    <a:pt x="9642" y="7829"/>
                  </a:lnTo>
                  <a:lnTo>
                    <a:pt x="10466" y="7500"/>
                  </a:lnTo>
                  <a:lnTo>
                    <a:pt x="11373" y="7335"/>
                  </a:lnTo>
                  <a:close/>
                  <a:moveTo>
                    <a:pt x="15081" y="1"/>
                  </a:moveTo>
                  <a:lnTo>
                    <a:pt x="14833" y="83"/>
                  </a:lnTo>
                  <a:lnTo>
                    <a:pt x="14421" y="248"/>
                  </a:lnTo>
                  <a:lnTo>
                    <a:pt x="14092" y="495"/>
                  </a:lnTo>
                  <a:lnTo>
                    <a:pt x="13845" y="825"/>
                  </a:lnTo>
                  <a:lnTo>
                    <a:pt x="12526" y="3215"/>
                  </a:lnTo>
                  <a:lnTo>
                    <a:pt x="11785" y="3215"/>
                  </a:lnTo>
                  <a:lnTo>
                    <a:pt x="10961" y="3297"/>
                  </a:lnTo>
                  <a:lnTo>
                    <a:pt x="10137" y="3380"/>
                  </a:lnTo>
                  <a:lnTo>
                    <a:pt x="9312" y="3544"/>
                  </a:lnTo>
                  <a:lnTo>
                    <a:pt x="7582" y="1484"/>
                  </a:lnTo>
                  <a:lnTo>
                    <a:pt x="7252" y="1155"/>
                  </a:lnTo>
                  <a:lnTo>
                    <a:pt x="6840" y="907"/>
                  </a:lnTo>
                  <a:lnTo>
                    <a:pt x="6428" y="825"/>
                  </a:lnTo>
                  <a:lnTo>
                    <a:pt x="6181" y="907"/>
                  </a:lnTo>
                  <a:lnTo>
                    <a:pt x="6016" y="990"/>
                  </a:lnTo>
                  <a:lnTo>
                    <a:pt x="5852" y="1072"/>
                  </a:lnTo>
                  <a:lnTo>
                    <a:pt x="5687" y="1319"/>
                  </a:lnTo>
                  <a:lnTo>
                    <a:pt x="5522" y="1731"/>
                  </a:lnTo>
                  <a:lnTo>
                    <a:pt x="5440" y="2143"/>
                  </a:lnTo>
                  <a:lnTo>
                    <a:pt x="5522" y="2555"/>
                  </a:lnTo>
                  <a:lnTo>
                    <a:pt x="6346" y="5192"/>
                  </a:lnTo>
                  <a:lnTo>
                    <a:pt x="5687" y="5769"/>
                  </a:lnTo>
                  <a:lnTo>
                    <a:pt x="5192" y="6346"/>
                  </a:lnTo>
                  <a:lnTo>
                    <a:pt x="4698" y="7005"/>
                  </a:lnTo>
                  <a:lnTo>
                    <a:pt x="4286" y="7664"/>
                  </a:lnTo>
                  <a:lnTo>
                    <a:pt x="1484" y="7417"/>
                  </a:lnTo>
                  <a:lnTo>
                    <a:pt x="1072" y="7417"/>
                  </a:lnTo>
                  <a:lnTo>
                    <a:pt x="660" y="7582"/>
                  </a:lnTo>
                  <a:lnTo>
                    <a:pt x="331" y="7829"/>
                  </a:lnTo>
                  <a:lnTo>
                    <a:pt x="166" y="7994"/>
                  </a:lnTo>
                  <a:lnTo>
                    <a:pt x="83" y="8159"/>
                  </a:lnTo>
                  <a:lnTo>
                    <a:pt x="1" y="8406"/>
                  </a:lnTo>
                  <a:lnTo>
                    <a:pt x="83" y="8653"/>
                  </a:lnTo>
                  <a:lnTo>
                    <a:pt x="248" y="9065"/>
                  </a:lnTo>
                  <a:lnTo>
                    <a:pt x="495" y="9395"/>
                  </a:lnTo>
                  <a:lnTo>
                    <a:pt x="825" y="9642"/>
                  </a:lnTo>
                  <a:lnTo>
                    <a:pt x="3297" y="10961"/>
                  </a:lnTo>
                  <a:lnTo>
                    <a:pt x="3215" y="11702"/>
                  </a:lnTo>
                  <a:lnTo>
                    <a:pt x="3297" y="12526"/>
                  </a:lnTo>
                  <a:lnTo>
                    <a:pt x="3379" y="13350"/>
                  </a:lnTo>
                  <a:lnTo>
                    <a:pt x="3544" y="14174"/>
                  </a:lnTo>
                  <a:lnTo>
                    <a:pt x="1484" y="15905"/>
                  </a:lnTo>
                  <a:lnTo>
                    <a:pt x="1155" y="16234"/>
                  </a:lnTo>
                  <a:lnTo>
                    <a:pt x="907" y="16564"/>
                  </a:lnTo>
                  <a:lnTo>
                    <a:pt x="825" y="17058"/>
                  </a:lnTo>
                  <a:lnTo>
                    <a:pt x="907" y="17223"/>
                  </a:lnTo>
                  <a:lnTo>
                    <a:pt x="990" y="17470"/>
                  </a:lnTo>
                  <a:lnTo>
                    <a:pt x="1072" y="17635"/>
                  </a:lnTo>
                  <a:lnTo>
                    <a:pt x="1319" y="17800"/>
                  </a:lnTo>
                  <a:lnTo>
                    <a:pt x="1731" y="17965"/>
                  </a:lnTo>
                  <a:lnTo>
                    <a:pt x="2143" y="18047"/>
                  </a:lnTo>
                  <a:lnTo>
                    <a:pt x="2555" y="17965"/>
                  </a:lnTo>
                  <a:lnTo>
                    <a:pt x="5192" y="17141"/>
                  </a:lnTo>
                  <a:lnTo>
                    <a:pt x="5687" y="17800"/>
                  </a:lnTo>
                  <a:lnTo>
                    <a:pt x="6346" y="18294"/>
                  </a:lnTo>
                  <a:lnTo>
                    <a:pt x="7005" y="18789"/>
                  </a:lnTo>
                  <a:lnTo>
                    <a:pt x="7664" y="19201"/>
                  </a:lnTo>
                  <a:lnTo>
                    <a:pt x="7417" y="21920"/>
                  </a:lnTo>
                  <a:lnTo>
                    <a:pt x="7417" y="22415"/>
                  </a:lnTo>
                  <a:lnTo>
                    <a:pt x="7582" y="22827"/>
                  </a:lnTo>
                  <a:lnTo>
                    <a:pt x="7829" y="23156"/>
                  </a:lnTo>
                  <a:lnTo>
                    <a:pt x="7994" y="23321"/>
                  </a:lnTo>
                  <a:lnTo>
                    <a:pt x="8159" y="23403"/>
                  </a:lnTo>
                  <a:lnTo>
                    <a:pt x="8406" y="23486"/>
                  </a:lnTo>
                  <a:lnTo>
                    <a:pt x="8653" y="23403"/>
                  </a:lnTo>
                  <a:lnTo>
                    <a:pt x="9065" y="23239"/>
                  </a:lnTo>
                  <a:lnTo>
                    <a:pt x="9395" y="22909"/>
                  </a:lnTo>
                  <a:lnTo>
                    <a:pt x="9642" y="22662"/>
                  </a:lnTo>
                  <a:lnTo>
                    <a:pt x="10878" y="20272"/>
                  </a:lnTo>
                  <a:lnTo>
                    <a:pt x="12526" y="20272"/>
                  </a:lnTo>
                  <a:lnTo>
                    <a:pt x="13350" y="20107"/>
                  </a:lnTo>
                  <a:lnTo>
                    <a:pt x="14174" y="19942"/>
                  </a:lnTo>
                  <a:lnTo>
                    <a:pt x="15905" y="22003"/>
                  </a:lnTo>
                  <a:lnTo>
                    <a:pt x="16234" y="22332"/>
                  </a:lnTo>
                  <a:lnTo>
                    <a:pt x="16564" y="22497"/>
                  </a:lnTo>
                  <a:lnTo>
                    <a:pt x="17058" y="22662"/>
                  </a:lnTo>
                  <a:lnTo>
                    <a:pt x="17223" y="22579"/>
                  </a:lnTo>
                  <a:lnTo>
                    <a:pt x="17470" y="22497"/>
                  </a:lnTo>
                  <a:lnTo>
                    <a:pt x="17635" y="22415"/>
                  </a:lnTo>
                  <a:lnTo>
                    <a:pt x="17800" y="22167"/>
                  </a:lnTo>
                  <a:lnTo>
                    <a:pt x="17965" y="21755"/>
                  </a:lnTo>
                  <a:lnTo>
                    <a:pt x="18047" y="21343"/>
                  </a:lnTo>
                  <a:lnTo>
                    <a:pt x="17965" y="20931"/>
                  </a:lnTo>
                  <a:lnTo>
                    <a:pt x="17141" y="18377"/>
                  </a:lnTo>
                  <a:lnTo>
                    <a:pt x="17800" y="17800"/>
                  </a:lnTo>
                  <a:lnTo>
                    <a:pt x="18377" y="17141"/>
                  </a:lnTo>
                  <a:lnTo>
                    <a:pt x="18871" y="16482"/>
                  </a:lnTo>
                  <a:lnTo>
                    <a:pt x="19283" y="15822"/>
                  </a:lnTo>
                  <a:lnTo>
                    <a:pt x="21920" y="16070"/>
                  </a:lnTo>
                  <a:lnTo>
                    <a:pt x="22414" y="16070"/>
                  </a:lnTo>
                  <a:lnTo>
                    <a:pt x="22826" y="15905"/>
                  </a:lnTo>
                  <a:lnTo>
                    <a:pt x="23156" y="15658"/>
                  </a:lnTo>
                  <a:lnTo>
                    <a:pt x="23321" y="15493"/>
                  </a:lnTo>
                  <a:lnTo>
                    <a:pt x="23403" y="15328"/>
                  </a:lnTo>
                  <a:lnTo>
                    <a:pt x="23486" y="15081"/>
                  </a:lnTo>
                  <a:lnTo>
                    <a:pt x="23403" y="14833"/>
                  </a:lnTo>
                  <a:lnTo>
                    <a:pt x="23239" y="14421"/>
                  </a:lnTo>
                  <a:lnTo>
                    <a:pt x="22909" y="14092"/>
                  </a:lnTo>
                  <a:lnTo>
                    <a:pt x="22662" y="13845"/>
                  </a:lnTo>
                  <a:lnTo>
                    <a:pt x="20272" y="12609"/>
                  </a:lnTo>
                  <a:lnTo>
                    <a:pt x="20272" y="11785"/>
                  </a:lnTo>
                  <a:lnTo>
                    <a:pt x="20272" y="10961"/>
                  </a:lnTo>
                  <a:lnTo>
                    <a:pt x="20107" y="10137"/>
                  </a:lnTo>
                  <a:lnTo>
                    <a:pt x="19942" y="9313"/>
                  </a:lnTo>
                  <a:lnTo>
                    <a:pt x="22002" y="7582"/>
                  </a:lnTo>
                  <a:lnTo>
                    <a:pt x="22332" y="7252"/>
                  </a:lnTo>
                  <a:lnTo>
                    <a:pt x="22497" y="6840"/>
                  </a:lnTo>
                  <a:lnTo>
                    <a:pt x="22662" y="6428"/>
                  </a:lnTo>
                  <a:lnTo>
                    <a:pt x="22579" y="6181"/>
                  </a:lnTo>
                  <a:lnTo>
                    <a:pt x="22497" y="6016"/>
                  </a:lnTo>
                  <a:lnTo>
                    <a:pt x="22414" y="5852"/>
                  </a:lnTo>
                  <a:lnTo>
                    <a:pt x="22167" y="5687"/>
                  </a:lnTo>
                  <a:lnTo>
                    <a:pt x="21755" y="5522"/>
                  </a:lnTo>
                  <a:lnTo>
                    <a:pt x="21343" y="5440"/>
                  </a:lnTo>
                  <a:lnTo>
                    <a:pt x="20931" y="5522"/>
                  </a:lnTo>
                  <a:lnTo>
                    <a:pt x="18377" y="6346"/>
                  </a:lnTo>
                  <a:lnTo>
                    <a:pt x="17800" y="5687"/>
                  </a:lnTo>
                  <a:lnTo>
                    <a:pt x="17141" y="5110"/>
                  </a:lnTo>
                  <a:lnTo>
                    <a:pt x="16481" y="4698"/>
                  </a:lnTo>
                  <a:lnTo>
                    <a:pt x="15822" y="4204"/>
                  </a:lnTo>
                  <a:lnTo>
                    <a:pt x="16069" y="1484"/>
                  </a:lnTo>
                  <a:lnTo>
                    <a:pt x="16069" y="1072"/>
                  </a:lnTo>
                  <a:lnTo>
                    <a:pt x="15905" y="660"/>
                  </a:lnTo>
                  <a:lnTo>
                    <a:pt x="15657" y="331"/>
                  </a:lnTo>
                  <a:lnTo>
                    <a:pt x="15493" y="166"/>
                  </a:lnTo>
                  <a:lnTo>
                    <a:pt x="15328" y="83"/>
                  </a:lnTo>
                  <a:lnTo>
                    <a:pt x="150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4061325" y="2545375"/>
              <a:ext cx="4125" cy="6225"/>
            </a:xfrm>
            <a:custGeom>
              <a:rect b="b" l="l" r="r" t="t"/>
              <a:pathLst>
                <a:path extrusionOk="0" fill="none" h="249" w="165">
                  <a:moveTo>
                    <a:pt x="0" y="1"/>
                  </a:moveTo>
                  <a:lnTo>
                    <a:pt x="165" y="248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4110750" y="2588650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1" y="0"/>
                  </a:moveTo>
                  <a:lnTo>
                    <a:pt x="248" y="165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3"/>
            <p:cNvSpPr/>
            <p:nvPr/>
          </p:nvSpPr>
          <p:spPr>
            <a:xfrm>
              <a:off x="4164325" y="2623675"/>
              <a:ext cx="8250" cy="6200"/>
            </a:xfrm>
            <a:custGeom>
              <a:rect b="b" l="l" r="r" t="t"/>
              <a:pathLst>
                <a:path extrusionOk="0" fill="none" h="248" w="330">
                  <a:moveTo>
                    <a:pt x="0" y="0"/>
                  </a:moveTo>
                  <a:lnTo>
                    <a:pt x="330" y="248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3"/>
            <p:cNvSpPr/>
            <p:nvPr/>
          </p:nvSpPr>
          <p:spPr>
            <a:xfrm>
              <a:off x="4224050" y="2652500"/>
              <a:ext cx="8275" cy="4150"/>
            </a:xfrm>
            <a:custGeom>
              <a:rect b="b" l="l" r="r" t="t"/>
              <a:pathLst>
                <a:path extrusionOk="0" fill="none" h="166" w="331">
                  <a:moveTo>
                    <a:pt x="1" y="1"/>
                  </a:moveTo>
                  <a:lnTo>
                    <a:pt x="331" y="166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3"/>
            <p:cNvSpPr/>
            <p:nvPr/>
          </p:nvSpPr>
          <p:spPr>
            <a:xfrm>
              <a:off x="4287925" y="2673100"/>
              <a:ext cx="6200" cy="2100"/>
            </a:xfrm>
            <a:custGeom>
              <a:rect b="b" l="l" r="r" t="t"/>
              <a:pathLst>
                <a:path extrusionOk="0" fill="none" h="84" w="248">
                  <a:moveTo>
                    <a:pt x="0" y="1"/>
                  </a:moveTo>
                  <a:lnTo>
                    <a:pt x="248" y="83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3"/>
            <p:cNvSpPr/>
            <p:nvPr/>
          </p:nvSpPr>
          <p:spPr>
            <a:xfrm>
              <a:off x="4351775" y="268547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1" y="0"/>
                  </a:moveTo>
                  <a:lnTo>
                    <a:pt x="248" y="0"/>
                  </a:lnTo>
                  <a:lnTo>
                    <a:pt x="330" y="83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3"/>
            <p:cNvSpPr/>
            <p:nvPr/>
          </p:nvSpPr>
          <p:spPr>
            <a:xfrm>
              <a:off x="5933925" y="3105725"/>
              <a:ext cx="4125" cy="25"/>
            </a:xfrm>
            <a:custGeom>
              <a:rect b="b" l="l" r="r" t="t"/>
              <a:pathLst>
                <a:path extrusionOk="0" fill="none" h="1" w="165">
                  <a:moveTo>
                    <a:pt x="0" y="1"/>
                  </a:moveTo>
                  <a:lnTo>
                    <a:pt x="0" y="1"/>
                  </a:lnTo>
                  <a:lnTo>
                    <a:pt x="165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5995725" y="3101600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0" y="1"/>
                  </a:moveTo>
                  <a:lnTo>
                    <a:pt x="33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6061625" y="3089250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1" y="83"/>
                  </a:moveTo>
                  <a:lnTo>
                    <a:pt x="33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6125500" y="3070700"/>
              <a:ext cx="8275" cy="4150"/>
            </a:xfrm>
            <a:custGeom>
              <a:rect b="b" l="l" r="r" t="t"/>
              <a:pathLst>
                <a:path extrusionOk="0" fill="none" h="166" w="331">
                  <a:moveTo>
                    <a:pt x="0" y="165"/>
                  </a:moveTo>
                  <a:lnTo>
                    <a:pt x="33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3"/>
            <p:cNvSpPr/>
            <p:nvPr/>
          </p:nvSpPr>
          <p:spPr>
            <a:xfrm>
              <a:off x="6187300" y="304597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1" y="166"/>
                  </a:moveTo>
                  <a:lnTo>
                    <a:pt x="1" y="166"/>
                  </a:lnTo>
                  <a:lnTo>
                    <a:pt x="248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6244975" y="3015075"/>
              <a:ext cx="6225" cy="4150"/>
            </a:xfrm>
            <a:custGeom>
              <a:rect b="b" l="l" r="r" t="t"/>
              <a:pathLst>
                <a:path extrusionOk="0" fill="none" h="166" w="249">
                  <a:moveTo>
                    <a:pt x="1" y="166"/>
                  </a:moveTo>
                  <a:lnTo>
                    <a:pt x="248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6300600" y="297800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1" y="248"/>
                  </a:moveTo>
                  <a:lnTo>
                    <a:pt x="248" y="1"/>
                  </a:lnTo>
                  <a:lnTo>
                    <a:pt x="248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6350050" y="293475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0" y="247"/>
                  </a:moveTo>
                  <a:lnTo>
                    <a:pt x="248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6395375" y="2887350"/>
              <a:ext cx="6200" cy="6225"/>
            </a:xfrm>
            <a:custGeom>
              <a:rect b="b" l="l" r="r" t="t"/>
              <a:pathLst>
                <a:path extrusionOk="0" fill="none" h="249" w="248">
                  <a:moveTo>
                    <a:pt x="0" y="248"/>
                  </a:moveTo>
                  <a:lnTo>
                    <a:pt x="247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6436575" y="2835850"/>
              <a:ext cx="4150" cy="6200"/>
            </a:xfrm>
            <a:custGeom>
              <a:rect b="b" l="l" r="r" t="t"/>
              <a:pathLst>
                <a:path extrusionOk="0" fill="none" h="248" w="166">
                  <a:moveTo>
                    <a:pt x="0" y="248"/>
                  </a:moveTo>
                  <a:lnTo>
                    <a:pt x="83" y="166"/>
                  </a:lnTo>
                  <a:lnTo>
                    <a:pt x="165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6471600" y="2778175"/>
              <a:ext cx="4125" cy="8275"/>
            </a:xfrm>
            <a:custGeom>
              <a:rect b="b" l="l" r="r" t="t"/>
              <a:pathLst>
                <a:path extrusionOk="0" fill="none" h="331" w="165">
                  <a:moveTo>
                    <a:pt x="0" y="330"/>
                  </a:moveTo>
                  <a:lnTo>
                    <a:pt x="165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6500425" y="2718425"/>
              <a:ext cx="2100" cy="8275"/>
            </a:xfrm>
            <a:custGeom>
              <a:rect b="b" l="l" r="r" t="t"/>
              <a:pathLst>
                <a:path extrusionOk="0" fill="none" h="331" w="84">
                  <a:moveTo>
                    <a:pt x="1" y="330"/>
                  </a:moveTo>
                  <a:lnTo>
                    <a:pt x="83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6521025" y="2656625"/>
              <a:ext cx="2100" cy="8275"/>
            </a:xfrm>
            <a:custGeom>
              <a:rect b="b" l="l" r="r" t="t"/>
              <a:pathLst>
                <a:path extrusionOk="0" fill="none" h="331" w="84">
                  <a:moveTo>
                    <a:pt x="1" y="330"/>
                  </a:moveTo>
                  <a:lnTo>
                    <a:pt x="1" y="330"/>
                  </a:lnTo>
                  <a:lnTo>
                    <a:pt x="83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6535450" y="2592775"/>
              <a:ext cx="2075" cy="8250"/>
            </a:xfrm>
            <a:custGeom>
              <a:rect b="b" l="l" r="r" t="t"/>
              <a:pathLst>
                <a:path extrusionOk="0" fill="none" h="330" w="83">
                  <a:moveTo>
                    <a:pt x="1" y="330"/>
                  </a:moveTo>
                  <a:lnTo>
                    <a:pt x="83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6543700" y="2526850"/>
              <a:ext cx="2075" cy="8250"/>
            </a:xfrm>
            <a:custGeom>
              <a:rect b="b" l="l" r="r" t="t"/>
              <a:pathLst>
                <a:path extrusionOk="0" fill="none" h="330" w="83">
                  <a:moveTo>
                    <a:pt x="0" y="330"/>
                  </a:moveTo>
                  <a:lnTo>
                    <a:pt x="83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6545750" y="2460925"/>
              <a:ext cx="25" cy="8275"/>
            </a:xfrm>
            <a:custGeom>
              <a:rect b="b" l="l" r="r" t="t"/>
              <a:pathLst>
                <a:path extrusionOk="0" fill="none" h="331" w="1">
                  <a:moveTo>
                    <a:pt x="1" y="330"/>
                  </a:moveTo>
                  <a:lnTo>
                    <a:pt x="1" y="83"/>
                  </a:ln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6537500" y="2395000"/>
              <a:ext cx="2100" cy="8275"/>
            </a:xfrm>
            <a:custGeom>
              <a:rect b="b" l="l" r="r" t="t"/>
              <a:pathLst>
                <a:path extrusionOk="0" fill="none" h="331" w="84">
                  <a:moveTo>
                    <a:pt x="83" y="330"/>
                  </a:moveTo>
                  <a:lnTo>
                    <a:pt x="83" y="330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6523100" y="2331150"/>
              <a:ext cx="2075" cy="8250"/>
            </a:xfrm>
            <a:custGeom>
              <a:rect b="b" l="l" r="r" t="t"/>
              <a:pathLst>
                <a:path extrusionOk="0" fill="none" h="330" w="83">
                  <a:moveTo>
                    <a:pt x="83" y="330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6502500" y="2267275"/>
              <a:ext cx="4125" cy="8275"/>
            </a:xfrm>
            <a:custGeom>
              <a:rect b="b" l="l" r="r" t="t"/>
              <a:pathLst>
                <a:path extrusionOk="0" fill="none" h="331" w="165">
                  <a:moveTo>
                    <a:pt x="165" y="330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6475700" y="2207525"/>
              <a:ext cx="4150" cy="8275"/>
            </a:xfrm>
            <a:custGeom>
              <a:rect b="b" l="l" r="r" t="t"/>
              <a:pathLst>
                <a:path extrusionOk="0" fill="none" h="331" w="166">
                  <a:moveTo>
                    <a:pt x="166" y="331"/>
                  </a:moveTo>
                  <a:lnTo>
                    <a:pt x="1" y="83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6442750" y="2151925"/>
              <a:ext cx="4150" cy="6200"/>
            </a:xfrm>
            <a:custGeom>
              <a:rect b="b" l="l" r="r" t="t"/>
              <a:pathLst>
                <a:path extrusionOk="0" fill="none" h="248" w="166">
                  <a:moveTo>
                    <a:pt x="165" y="247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6401550" y="2098350"/>
              <a:ext cx="6200" cy="8275"/>
            </a:xfrm>
            <a:custGeom>
              <a:rect b="b" l="l" r="r" t="t"/>
              <a:pathLst>
                <a:path extrusionOk="0" fill="none" h="331" w="248">
                  <a:moveTo>
                    <a:pt x="248" y="330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6356225" y="2050975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248"/>
                  </a:moveTo>
                  <a:lnTo>
                    <a:pt x="83" y="0"/>
                  </a:ln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6306775" y="2007700"/>
              <a:ext cx="6225" cy="6225"/>
            </a:xfrm>
            <a:custGeom>
              <a:rect b="b" l="l" r="r" t="t"/>
              <a:pathLst>
                <a:path extrusionOk="0" fill="none" h="249" w="249">
                  <a:moveTo>
                    <a:pt x="248" y="248"/>
                  </a:move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6253225" y="19706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8" y="165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6195550" y="19397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165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6133750" y="1915000"/>
              <a:ext cx="8250" cy="2100"/>
            </a:xfrm>
            <a:custGeom>
              <a:rect b="b" l="l" r="r" t="t"/>
              <a:pathLst>
                <a:path extrusionOk="0" fill="none" h="84" w="330">
                  <a:moveTo>
                    <a:pt x="330" y="83"/>
                  </a:moveTo>
                  <a:lnTo>
                    <a:pt x="247" y="83"/>
                  </a:ln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6069875" y="189647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83"/>
                  </a:move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6006025" y="1886175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33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5933925" y="1882050"/>
              <a:ext cx="4125" cy="25"/>
            </a:xfrm>
            <a:custGeom>
              <a:rect b="b" l="l" r="r" t="t"/>
              <a:pathLst>
                <a:path extrusionOk="0" fill="none" h="1" w="165">
                  <a:moveTo>
                    <a:pt x="165" y="0"/>
                  </a:moveTo>
                  <a:lnTo>
                    <a:pt x="165" y="0"/>
                  </a:ln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5886525" y="3056275"/>
              <a:ext cx="96850" cy="96850"/>
            </a:xfrm>
            <a:custGeom>
              <a:rect b="b" l="l" r="r" t="t"/>
              <a:pathLst>
                <a:path extrusionOk="0" h="3874" w="3874">
                  <a:moveTo>
                    <a:pt x="1896" y="1"/>
                  </a:moveTo>
                  <a:lnTo>
                    <a:pt x="1484" y="83"/>
                  </a:lnTo>
                  <a:lnTo>
                    <a:pt x="1154" y="166"/>
                  </a:lnTo>
                  <a:lnTo>
                    <a:pt x="825" y="330"/>
                  </a:lnTo>
                  <a:lnTo>
                    <a:pt x="578" y="578"/>
                  </a:lnTo>
                  <a:lnTo>
                    <a:pt x="330" y="825"/>
                  </a:lnTo>
                  <a:lnTo>
                    <a:pt x="166" y="1154"/>
                  </a:lnTo>
                  <a:lnTo>
                    <a:pt x="1" y="1567"/>
                  </a:lnTo>
                  <a:lnTo>
                    <a:pt x="1" y="1979"/>
                  </a:lnTo>
                  <a:lnTo>
                    <a:pt x="1" y="2308"/>
                  </a:lnTo>
                  <a:lnTo>
                    <a:pt x="166" y="2720"/>
                  </a:lnTo>
                  <a:lnTo>
                    <a:pt x="330" y="3050"/>
                  </a:lnTo>
                  <a:lnTo>
                    <a:pt x="578" y="3297"/>
                  </a:lnTo>
                  <a:lnTo>
                    <a:pt x="825" y="3544"/>
                  </a:lnTo>
                  <a:lnTo>
                    <a:pt x="1154" y="3709"/>
                  </a:lnTo>
                  <a:lnTo>
                    <a:pt x="1484" y="3791"/>
                  </a:lnTo>
                  <a:lnTo>
                    <a:pt x="1896" y="3874"/>
                  </a:lnTo>
                  <a:lnTo>
                    <a:pt x="2308" y="3791"/>
                  </a:lnTo>
                  <a:lnTo>
                    <a:pt x="2638" y="3709"/>
                  </a:lnTo>
                  <a:lnTo>
                    <a:pt x="2967" y="3544"/>
                  </a:lnTo>
                  <a:lnTo>
                    <a:pt x="3297" y="3297"/>
                  </a:lnTo>
                  <a:lnTo>
                    <a:pt x="3544" y="3050"/>
                  </a:lnTo>
                  <a:lnTo>
                    <a:pt x="3709" y="2720"/>
                  </a:lnTo>
                  <a:lnTo>
                    <a:pt x="3791" y="2308"/>
                  </a:lnTo>
                  <a:lnTo>
                    <a:pt x="3874" y="1979"/>
                  </a:lnTo>
                  <a:lnTo>
                    <a:pt x="3791" y="1567"/>
                  </a:lnTo>
                  <a:lnTo>
                    <a:pt x="3709" y="1154"/>
                  </a:lnTo>
                  <a:lnTo>
                    <a:pt x="3544" y="825"/>
                  </a:lnTo>
                  <a:lnTo>
                    <a:pt x="3297" y="578"/>
                  </a:lnTo>
                  <a:lnTo>
                    <a:pt x="2967" y="330"/>
                  </a:lnTo>
                  <a:lnTo>
                    <a:pt x="2638" y="166"/>
                  </a:lnTo>
                  <a:lnTo>
                    <a:pt x="2308" y="83"/>
                  </a:lnTo>
                  <a:lnTo>
                    <a:pt x="1896" y="1"/>
                  </a:lnTo>
                  <a:close/>
                </a:path>
              </a:pathLst>
            </a:custGeom>
            <a:solidFill>
              <a:srgbClr val="F5F5F3"/>
            </a:solidFill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5913325" y="1834675"/>
              <a:ext cx="72125" cy="103025"/>
            </a:xfrm>
            <a:custGeom>
              <a:rect b="b" l="l" r="r" t="t"/>
              <a:pathLst>
                <a:path extrusionOk="0" h="4121" w="2885">
                  <a:moveTo>
                    <a:pt x="2884" y="0"/>
                  </a:moveTo>
                  <a:lnTo>
                    <a:pt x="0" y="1978"/>
                  </a:lnTo>
                  <a:lnTo>
                    <a:pt x="2719" y="4120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rgbClr val="F5F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5913325" y="1834675"/>
              <a:ext cx="72125" cy="103025"/>
            </a:xfrm>
            <a:custGeom>
              <a:rect b="b" l="l" r="r" t="t"/>
              <a:pathLst>
                <a:path extrusionOk="0" fill="none" h="4121" w="2885">
                  <a:moveTo>
                    <a:pt x="2884" y="0"/>
                  </a:moveTo>
                  <a:lnTo>
                    <a:pt x="0" y="1978"/>
                  </a:lnTo>
                  <a:lnTo>
                    <a:pt x="2719" y="412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5999825" y="1385575"/>
              <a:ext cx="100975" cy="72125"/>
            </a:xfrm>
            <a:custGeom>
              <a:rect b="b" l="l" r="r" t="t"/>
              <a:pathLst>
                <a:path extrusionOk="0" h="2885" w="4039">
                  <a:moveTo>
                    <a:pt x="1" y="0"/>
                  </a:moveTo>
                  <a:lnTo>
                    <a:pt x="1896" y="2884"/>
                  </a:lnTo>
                  <a:lnTo>
                    <a:pt x="4039" y="24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5999825" y="1385575"/>
              <a:ext cx="100975" cy="72125"/>
            </a:xfrm>
            <a:custGeom>
              <a:rect b="b" l="l" r="r" t="t"/>
              <a:pathLst>
                <a:path extrusionOk="0" fill="none" h="2885" w="4039">
                  <a:moveTo>
                    <a:pt x="1" y="0"/>
                  </a:moveTo>
                  <a:lnTo>
                    <a:pt x="1896" y="2884"/>
                  </a:lnTo>
                  <a:lnTo>
                    <a:pt x="4039" y="247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5233500" y="619225"/>
              <a:ext cx="249275" cy="39175"/>
            </a:xfrm>
            <a:custGeom>
              <a:rect b="b" l="l" r="r" t="t"/>
              <a:pathLst>
                <a:path extrusionOk="0" fill="none" h="1567" w="9971">
                  <a:moveTo>
                    <a:pt x="9971" y="1566"/>
                  </a:moveTo>
                  <a:lnTo>
                    <a:pt x="9971" y="1566"/>
                  </a:lnTo>
                  <a:lnTo>
                    <a:pt x="7581" y="907"/>
                  </a:lnTo>
                  <a:lnTo>
                    <a:pt x="5109" y="413"/>
                  </a:lnTo>
                  <a:lnTo>
                    <a:pt x="3873" y="248"/>
                  </a:lnTo>
                  <a:lnTo>
                    <a:pt x="2555" y="83"/>
                  </a:lnTo>
                  <a:lnTo>
                    <a:pt x="1319" y="0"/>
                  </a:ln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5536325" y="676900"/>
              <a:ext cx="24750" cy="10325"/>
            </a:xfrm>
            <a:custGeom>
              <a:rect b="b" l="l" r="r" t="t"/>
              <a:pathLst>
                <a:path extrusionOk="0" fill="none" h="413" w="990">
                  <a:moveTo>
                    <a:pt x="989" y="413"/>
                  </a:moveTo>
                  <a:lnTo>
                    <a:pt x="989" y="413"/>
                  </a:ln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5614600" y="711925"/>
              <a:ext cx="436750" cy="723100"/>
            </a:xfrm>
            <a:custGeom>
              <a:rect b="b" l="l" r="r" t="t"/>
              <a:pathLst>
                <a:path extrusionOk="0" fill="none" h="28924" w="17470">
                  <a:moveTo>
                    <a:pt x="17470" y="28924"/>
                  </a:moveTo>
                  <a:lnTo>
                    <a:pt x="17470" y="28924"/>
                  </a:lnTo>
                  <a:lnTo>
                    <a:pt x="17388" y="26617"/>
                  </a:lnTo>
                  <a:lnTo>
                    <a:pt x="17140" y="24309"/>
                  </a:lnTo>
                  <a:lnTo>
                    <a:pt x="16728" y="22085"/>
                  </a:lnTo>
                  <a:lnTo>
                    <a:pt x="16152" y="19942"/>
                  </a:lnTo>
                  <a:lnTo>
                    <a:pt x="15492" y="17800"/>
                  </a:lnTo>
                  <a:lnTo>
                    <a:pt x="14668" y="15740"/>
                  </a:lnTo>
                  <a:lnTo>
                    <a:pt x="13679" y="13762"/>
                  </a:lnTo>
                  <a:lnTo>
                    <a:pt x="12608" y="11867"/>
                  </a:lnTo>
                  <a:lnTo>
                    <a:pt x="11372" y="9971"/>
                  </a:lnTo>
                  <a:lnTo>
                    <a:pt x="10054" y="8241"/>
                  </a:lnTo>
                  <a:lnTo>
                    <a:pt x="8653" y="6675"/>
                  </a:lnTo>
                  <a:lnTo>
                    <a:pt x="7087" y="5110"/>
                  </a:lnTo>
                  <a:lnTo>
                    <a:pt x="5439" y="3626"/>
                  </a:lnTo>
                  <a:lnTo>
                    <a:pt x="3709" y="2308"/>
                  </a:lnTo>
                  <a:lnTo>
                    <a:pt x="1896" y="1154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3704925" y="5143125"/>
              <a:ext cx="18575" cy="25"/>
            </a:xfrm>
            <a:custGeom>
              <a:rect b="b" l="l" r="r" t="t"/>
              <a:pathLst>
                <a:path extrusionOk="0" fill="none" h="1" w="743">
                  <a:moveTo>
                    <a:pt x="0" y="1"/>
                  </a:moveTo>
                  <a:lnTo>
                    <a:pt x="0" y="1"/>
                  </a:lnTo>
                  <a:lnTo>
                    <a:pt x="742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3146650" y="5005100"/>
              <a:ext cx="506800" cy="136000"/>
            </a:xfrm>
            <a:custGeom>
              <a:rect b="b" l="l" r="r" t="t"/>
              <a:pathLst>
                <a:path extrusionOk="0" fill="none" h="5440" w="20272">
                  <a:moveTo>
                    <a:pt x="0" y="1"/>
                  </a:moveTo>
                  <a:lnTo>
                    <a:pt x="0" y="1"/>
                  </a:lnTo>
                  <a:lnTo>
                    <a:pt x="2308" y="1072"/>
                  </a:lnTo>
                  <a:lnTo>
                    <a:pt x="4697" y="2143"/>
                  </a:lnTo>
                  <a:lnTo>
                    <a:pt x="7169" y="2967"/>
                  </a:lnTo>
                  <a:lnTo>
                    <a:pt x="9724" y="3791"/>
                  </a:lnTo>
                  <a:lnTo>
                    <a:pt x="12278" y="4368"/>
                  </a:lnTo>
                  <a:lnTo>
                    <a:pt x="14915" y="4863"/>
                  </a:lnTo>
                  <a:lnTo>
                    <a:pt x="17552" y="5275"/>
                  </a:lnTo>
                  <a:lnTo>
                    <a:pt x="20271" y="5439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3128100" y="4980375"/>
              <a:ext cx="84500" cy="92750"/>
            </a:xfrm>
            <a:custGeom>
              <a:rect b="b" l="l" r="r" t="t"/>
              <a:pathLst>
                <a:path extrusionOk="0" fill="none" h="3710" w="3380">
                  <a:moveTo>
                    <a:pt x="3379" y="1"/>
                  </a:moveTo>
                  <a:lnTo>
                    <a:pt x="1" y="660"/>
                  </a:lnTo>
                  <a:lnTo>
                    <a:pt x="1649" y="3709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3360900" y="664550"/>
              <a:ext cx="4150" cy="6200"/>
            </a:xfrm>
            <a:custGeom>
              <a:rect b="b" l="l" r="r" t="t"/>
              <a:pathLst>
                <a:path extrusionOk="0" fill="none" h="248" w="166">
                  <a:moveTo>
                    <a:pt x="165" y="248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3315575" y="61510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248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3270250" y="567725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248"/>
                  </a:move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3218750" y="5265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8" y="165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3165200" y="487375"/>
              <a:ext cx="8250" cy="4150"/>
            </a:xfrm>
            <a:custGeom>
              <a:rect b="b" l="l" r="r" t="t"/>
              <a:pathLst>
                <a:path extrusionOk="0" fill="none" h="166" w="330">
                  <a:moveTo>
                    <a:pt x="330" y="166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3109575" y="452350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166"/>
                  </a:moveTo>
                  <a:lnTo>
                    <a:pt x="83" y="83"/>
                  </a:ln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3"/>
            <p:cNvSpPr/>
            <p:nvPr/>
          </p:nvSpPr>
          <p:spPr>
            <a:xfrm>
              <a:off x="3049825" y="423525"/>
              <a:ext cx="8275" cy="4150"/>
            </a:xfrm>
            <a:custGeom>
              <a:rect b="b" l="l" r="r" t="t"/>
              <a:pathLst>
                <a:path extrusionOk="0" fill="none" h="166" w="331">
                  <a:moveTo>
                    <a:pt x="330" y="165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2990075" y="396750"/>
              <a:ext cx="8275" cy="4125"/>
            </a:xfrm>
            <a:custGeom>
              <a:rect b="b" l="l" r="r" t="t"/>
              <a:pathLst>
                <a:path extrusionOk="0" fill="none" h="165" w="331">
                  <a:moveTo>
                    <a:pt x="330" y="165"/>
                  </a:move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3"/>
            <p:cNvSpPr/>
            <p:nvPr/>
          </p:nvSpPr>
          <p:spPr>
            <a:xfrm>
              <a:off x="2928275" y="376125"/>
              <a:ext cx="6200" cy="2100"/>
            </a:xfrm>
            <a:custGeom>
              <a:rect b="b" l="l" r="r" t="t"/>
              <a:pathLst>
                <a:path extrusionOk="0" fill="none" h="84" w="248">
                  <a:moveTo>
                    <a:pt x="248" y="83"/>
                  </a:moveTo>
                  <a:lnTo>
                    <a:pt x="166" y="83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3"/>
            <p:cNvSpPr/>
            <p:nvPr/>
          </p:nvSpPr>
          <p:spPr>
            <a:xfrm>
              <a:off x="2864425" y="361725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33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2798500" y="349350"/>
              <a:ext cx="8250" cy="2100"/>
            </a:xfrm>
            <a:custGeom>
              <a:rect b="b" l="l" r="r" t="t"/>
              <a:pathLst>
                <a:path extrusionOk="0" fill="none" h="84" w="330">
                  <a:moveTo>
                    <a:pt x="330" y="83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2732575" y="343175"/>
              <a:ext cx="8275" cy="25"/>
            </a:xfrm>
            <a:custGeom>
              <a:rect b="b" l="l" r="r" t="t"/>
              <a:pathLst>
                <a:path extrusionOk="0" fill="none" h="1" w="331">
                  <a:moveTo>
                    <a:pt x="330" y="1"/>
                  </a:moveTo>
                  <a:lnTo>
                    <a:pt x="83" y="1"/>
                  </a:ln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3"/>
            <p:cNvSpPr/>
            <p:nvPr/>
          </p:nvSpPr>
          <p:spPr>
            <a:xfrm>
              <a:off x="2666650" y="34112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0"/>
                  </a:moveTo>
                  <a:lnTo>
                    <a:pt x="1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2600725" y="345225"/>
              <a:ext cx="8275" cy="25"/>
            </a:xfrm>
            <a:custGeom>
              <a:rect b="b" l="l" r="r" t="t"/>
              <a:pathLst>
                <a:path extrusionOk="0" fill="none" h="1" w="331">
                  <a:moveTo>
                    <a:pt x="33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2536875" y="353475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33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2470950" y="365825"/>
              <a:ext cx="8250" cy="2100"/>
            </a:xfrm>
            <a:custGeom>
              <a:rect b="b" l="l" r="r" t="t"/>
              <a:pathLst>
                <a:path extrusionOk="0" fill="none" h="84" w="330">
                  <a:moveTo>
                    <a:pt x="330" y="1"/>
                  </a:moveTo>
                  <a:lnTo>
                    <a:pt x="248" y="1"/>
                  </a:lnTo>
                  <a:lnTo>
                    <a:pt x="0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2409150" y="384375"/>
              <a:ext cx="6200" cy="2075"/>
            </a:xfrm>
            <a:custGeom>
              <a:rect b="b" l="l" r="r" t="t"/>
              <a:pathLst>
                <a:path extrusionOk="0" fill="none" h="83" w="248">
                  <a:moveTo>
                    <a:pt x="247" y="1"/>
                  </a:moveTo>
                  <a:lnTo>
                    <a:pt x="165" y="1"/>
                  </a:lnTo>
                  <a:lnTo>
                    <a:pt x="0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2347350" y="407050"/>
              <a:ext cx="6200" cy="2075"/>
            </a:xfrm>
            <a:custGeom>
              <a:rect b="b" l="l" r="r" t="t"/>
              <a:pathLst>
                <a:path extrusionOk="0" fill="none" h="83" w="248">
                  <a:moveTo>
                    <a:pt x="247" y="0"/>
                  </a:moveTo>
                  <a:lnTo>
                    <a:pt x="83" y="0"/>
                  </a:lnTo>
                  <a:lnTo>
                    <a:pt x="0" y="82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2287600" y="4338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8" y="0"/>
                  </a:moveTo>
                  <a:lnTo>
                    <a:pt x="83" y="83"/>
                  </a:lnTo>
                  <a:lnTo>
                    <a:pt x="1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2229925" y="46472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0"/>
                  </a:moveTo>
                  <a:lnTo>
                    <a:pt x="83" y="83"/>
                  </a:lnTo>
                  <a:lnTo>
                    <a:pt x="0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2174300" y="49975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0"/>
                  </a:moveTo>
                  <a:lnTo>
                    <a:pt x="83" y="165"/>
                  </a:lnTo>
                  <a:lnTo>
                    <a:pt x="0" y="247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2122800" y="540950"/>
              <a:ext cx="6200" cy="4125"/>
            </a:xfrm>
            <a:custGeom>
              <a:rect b="b" l="l" r="r" t="t"/>
              <a:pathLst>
                <a:path extrusionOk="0" fill="none" h="165" w="248">
                  <a:moveTo>
                    <a:pt x="248" y="0"/>
                  </a:moveTo>
                  <a:lnTo>
                    <a:pt x="83" y="165"/>
                  </a:lnTo>
                  <a:lnTo>
                    <a:pt x="0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3"/>
            <p:cNvSpPr/>
            <p:nvPr/>
          </p:nvSpPr>
          <p:spPr>
            <a:xfrm>
              <a:off x="2073350" y="58420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1"/>
                  </a:moveTo>
                  <a:lnTo>
                    <a:pt x="83" y="165"/>
                  </a:lnTo>
                  <a:lnTo>
                    <a:pt x="1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2028025" y="631575"/>
              <a:ext cx="6200" cy="6225"/>
            </a:xfrm>
            <a:custGeom>
              <a:rect b="b" l="l" r="r" t="t"/>
              <a:pathLst>
                <a:path extrusionOk="0" fill="none" h="249" w="248">
                  <a:moveTo>
                    <a:pt x="248" y="1"/>
                  </a:moveTo>
                  <a:lnTo>
                    <a:pt x="83" y="166"/>
                  </a:lnTo>
                  <a:lnTo>
                    <a:pt x="1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1986825" y="683075"/>
              <a:ext cx="4150" cy="6225"/>
            </a:xfrm>
            <a:custGeom>
              <a:rect b="b" l="l" r="r" t="t"/>
              <a:pathLst>
                <a:path extrusionOk="0" fill="none" h="249" w="166">
                  <a:moveTo>
                    <a:pt x="166" y="1"/>
                  </a:moveTo>
                  <a:lnTo>
                    <a:pt x="83" y="166"/>
                  </a:lnTo>
                  <a:lnTo>
                    <a:pt x="1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1947700" y="73665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7" y="0"/>
                  </a:moveTo>
                  <a:lnTo>
                    <a:pt x="83" y="165"/>
                  </a:ln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1914725" y="792275"/>
              <a:ext cx="4150" cy="8250"/>
            </a:xfrm>
            <a:custGeom>
              <a:rect b="b" l="l" r="r" t="t"/>
              <a:pathLst>
                <a:path extrusionOk="0" fill="none" h="330" w="166">
                  <a:moveTo>
                    <a:pt x="165" y="0"/>
                  </a:moveTo>
                  <a:lnTo>
                    <a:pt x="83" y="165"/>
                  </a:lnTo>
                  <a:lnTo>
                    <a:pt x="1" y="33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1885900" y="852000"/>
              <a:ext cx="4125" cy="6225"/>
            </a:xfrm>
            <a:custGeom>
              <a:rect b="b" l="l" r="r" t="t"/>
              <a:pathLst>
                <a:path extrusionOk="0" fill="none" h="249" w="165">
                  <a:moveTo>
                    <a:pt x="165" y="1"/>
                  </a:moveTo>
                  <a:lnTo>
                    <a:pt x="0" y="166"/>
                  </a:ln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1861175" y="911750"/>
              <a:ext cx="2075" cy="6200"/>
            </a:xfrm>
            <a:custGeom>
              <a:rect b="b" l="l" r="r" t="t"/>
              <a:pathLst>
                <a:path extrusionOk="0" fill="none" h="248" w="83">
                  <a:moveTo>
                    <a:pt x="83" y="1"/>
                  </a:move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3338225" y="643950"/>
              <a:ext cx="84500" cy="86550"/>
            </a:xfrm>
            <a:custGeom>
              <a:rect b="b" l="l" r="r" t="t"/>
              <a:pathLst>
                <a:path extrusionOk="0" h="3462" w="3380">
                  <a:moveTo>
                    <a:pt x="3050" y="0"/>
                  </a:moveTo>
                  <a:lnTo>
                    <a:pt x="1" y="2802"/>
                  </a:lnTo>
                  <a:lnTo>
                    <a:pt x="3379" y="3461"/>
                  </a:lnTo>
                  <a:lnTo>
                    <a:pt x="3050" y="0"/>
                  </a:lnTo>
                  <a:close/>
                </a:path>
              </a:pathLst>
            </a:custGeom>
            <a:solidFill>
              <a:srgbClr val="F5F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3338225" y="643950"/>
              <a:ext cx="84500" cy="86550"/>
            </a:xfrm>
            <a:custGeom>
              <a:rect b="b" l="l" r="r" t="t"/>
              <a:pathLst>
                <a:path extrusionOk="0" fill="none" h="3462" w="3380">
                  <a:moveTo>
                    <a:pt x="1" y="2802"/>
                  </a:moveTo>
                  <a:lnTo>
                    <a:pt x="3379" y="3461"/>
                  </a:lnTo>
                  <a:lnTo>
                    <a:pt x="305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2674900" y="250475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33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2608975" y="252525"/>
              <a:ext cx="8250" cy="25"/>
            </a:xfrm>
            <a:custGeom>
              <a:rect b="b" l="l" r="r" t="t"/>
              <a:pathLst>
                <a:path extrusionOk="0" fill="none" h="1" w="330">
                  <a:moveTo>
                    <a:pt x="33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2543050" y="25872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0"/>
                  </a:moveTo>
                  <a:lnTo>
                    <a:pt x="0" y="82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2479175" y="27107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1" y="0"/>
                  </a:moveTo>
                  <a:lnTo>
                    <a:pt x="1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2415325" y="285500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0"/>
                  </a:moveTo>
                  <a:lnTo>
                    <a:pt x="0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2351450" y="306100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1" y="0"/>
                  </a:moveTo>
                  <a:lnTo>
                    <a:pt x="1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2291725" y="330825"/>
              <a:ext cx="6200" cy="2075"/>
            </a:xfrm>
            <a:custGeom>
              <a:rect b="b" l="l" r="r" t="t"/>
              <a:pathLst>
                <a:path extrusionOk="0" fill="none" h="83" w="248">
                  <a:moveTo>
                    <a:pt x="248" y="0"/>
                  </a:moveTo>
                  <a:lnTo>
                    <a:pt x="0" y="83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2231975" y="357600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8" y="0"/>
                  </a:moveTo>
                  <a:lnTo>
                    <a:pt x="1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2174300" y="390550"/>
              <a:ext cx="8250" cy="4150"/>
            </a:xfrm>
            <a:custGeom>
              <a:rect b="b" l="l" r="r" t="t"/>
              <a:pathLst>
                <a:path extrusionOk="0" fill="none" h="166" w="330">
                  <a:moveTo>
                    <a:pt x="330" y="1"/>
                  </a:moveTo>
                  <a:lnTo>
                    <a:pt x="0" y="166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2120725" y="427650"/>
              <a:ext cx="6225" cy="4125"/>
            </a:xfrm>
            <a:custGeom>
              <a:rect b="b" l="l" r="r" t="t"/>
              <a:pathLst>
                <a:path extrusionOk="0" fill="none" h="165" w="249">
                  <a:moveTo>
                    <a:pt x="248" y="0"/>
                  </a:moveTo>
                  <a:lnTo>
                    <a:pt x="166" y="0"/>
                  </a:lnTo>
                  <a:lnTo>
                    <a:pt x="1" y="165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2067175" y="466775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1"/>
                  </a:move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2017725" y="51005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0"/>
                  </a:moveTo>
                  <a:lnTo>
                    <a:pt x="1" y="247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1972400" y="557425"/>
              <a:ext cx="6225" cy="6200"/>
            </a:xfrm>
            <a:custGeom>
              <a:rect b="b" l="l" r="r" t="t"/>
              <a:pathLst>
                <a:path extrusionOk="0" fill="none" h="248" w="249">
                  <a:moveTo>
                    <a:pt x="248" y="0"/>
                  </a:moveTo>
                  <a:lnTo>
                    <a:pt x="1" y="248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1929150" y="606875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0"/>
                  </a:moveTo>
                  <a:lnTo>
                    <a:pt x="0" y="247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1890000" y="658375"/>
              <a:ext cx="4150" cy="8250"/>
            </a:xfrm>
            <a:custGeom>
              <a:rect b="b" l="l" r="r" t="t"/>
              <a:pathLst>
                <a:path extrusionOk="0" fill="none" h="330" w="166">
                  <a:moveTo>
                    <a:pt x="166" y="0"/>
                  </a:moveTo>
                  <a:lnTo>
                    <a:pt x="1" y="33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3715225" y="3305550"/>
              <a:ext cx="8275" cy="25"/>
            </a:xfrm>
            <a:custGeom>
              <a:rect b="b" l="l" r="r" t="t"/>
              <a:pathLst>
                <a:path extrusionOk="0" fill="none" h="1" w="331">
                  <a:moveTo>
                    <a:pt x="33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3649300" y="3309675"/>
              <a:ext cx="8275" cy="25"/>
            </a:xfrm>
            <a:custGeom>
              <a:rect b="b" l="l" r="r" t="t"/>
              <a:pathLst>
                <a:path extrusionOk="0" fill="none" h="1" w="331">
                  <a:moveTo>
                    <a:pt x="330" y="0"/>
                  </a:moveTo>
                  <a:lnTo>
                    <a:pt x="83" y="0"/>
                  </a:lnTo>
                  <a:lnTo>
                    <a:pt x="1" y="0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3583375" y="3319975"/>
              <a:ext cx="8275" cy="2075"/>
            </a:xfrm>
            <a:custGeom>
              <a:rect b="b" l="l" r="r" t="t"/>
              <a:pathLst>
                <a:path extrusionOk="0" fill="none" h="83" w="331">
                  <a:moveTo>
                    <a:pt x="330" y="0"/>
                  </a:moveTo>
                  <a:lnTo>
                    <a:pt x="1" y="83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3521575" y="3338525"/>
              <a:ext cx="6200" cy="2075"/>
            </a:xfrm>
            <a:custGeom>
              <a:rect b="b" l="l" r="r" t="t"/>
              <a:pathLst>
                <a:path extrusionOk="0" fill="none" h="83" w="248">
                  <a:moveTo>
                    <a:pt x="248" y="0"/>
                  </a:moveTo>
                  <a:lnTo>
                    <a:pt x="1" y="82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3459775" y="3363225"/>
              <a:ext cx="8275" cy="4150"/>
            </a:xfrm>
            <a:custGeom>
              <a:rect b="b" l="l" r="r" t="t"/>
              <a:pathLst>
                <a:path extrusionOk="0" fill="none" h="166" w="331">
                  <a:moveTo>
                    <a:pt x="330" y="1"/>
                  </a:moveTo>
                  <a:lnTo>
                    <a:pt x="1" y="166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3402100" y="3394125"/>
              <a:ext cx="8250" cy="4150"/>
            </a:xfrm>
            <a:custGeom>
              <a:rect b="b" l="l" r="r" t="t"/>
              <a:pathLst>
                <a:path extrusionOk="0" fill="none" h="166" w="330">
                  <a:moveTo>
                    <a:pt x="330" y="1"/>
                  </a:moveTo>
                  <a:lnTo>
                    <a:pt x="0" y="166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3350600" y="3433275"/>
              <a:ext cx="6200" cy="4150"/>
            </a:xfrm>
            <a:custGeom>
              <a:rect b="b" l="l" r="r" t="t"/>
              <a:pathLst>
                <a:path extrusionOk="0" fill="none" h="166" w="248">
                  <a:moveTo>
                    <a:pt x="247" y="1"/>
                  </a:moveTo>
                  <a:lnTo>
                    <a:pt x="0" y="165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3301150" y="3476550"/>
              <a:ext cx="6200" cy="6200"/>
            </a:xfrm>
            <a:custGeom>
              <a:rect b="b" l="l" r="r" t="t"/>
              <a:pathLst>
                <a:path extrusionOk="0" fill="none" h="248" w="248">
                  <a:moveTo>
                    <a:pt x="248" y="0"/>
                  </a:moveTo>
                  <a:lnTo>
                    <a:pt x="1" y="247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3257900" y="3525975"/>
              <a:ext cx="4125" cy="6200"/>
            </a:xfrm>
            <a:custGeom>
              <a:rect b="b" l="l" r="r" t="t"/>
              <a:pathLst>
                <a:path extrusionOk="0" fill="none" h="248" w="165">
                  <a:moveTo>
                    <a:pt x="165" y="1"/>
                  </a:moveTo>
                  <a:lnTo>
                    <a:pt x="0" y="248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3711100" y="3254050"/>
              <a:ext cx="74200" cy="103025"/>
            </a:xfrm>
            <a:custGeom>
              <a:rect b="b" l="l" r="r" t="t"/>
              <a:pathLst>
                <a:path extrusionOk="0" fill="none" h="4121" w="2968">
                  <a:moveTo>
                    <a:pt x="495" y="4121"/>
                  </a:moveTo>
                  <a:lnTo>
                    <a:pt x="2967" y="1731"/>
                  </a:lnTo>
                  <a:lnTo>
                    <a:pt x="1" y="1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4209650" y="5149300"/>
              <a:ext cx="82425" cy="84500"/>
            </a:xfrm>
            <a:custGeom>
              <a:rect b="b" l="l" r="r" t="t"/>
              <a:pathLst>
                <a:path extrusionOk="0" fill="none" h="3380" w="3297">
                  <a:moveTo>
                    <a:pt x="3296" y="1649"/>
                  </a:moveTo>
                  <a:lnTo>
                    <a:pt x="3296" y="1649"/>
                  </a:lnTo>
                  <a:lnTo>
                    <a:pt x="3296" y="1319"/>
                  </a:lnTo>
                  <a:lnTo>
                    <a:pt x="3214" y="990"/>
                  </a:lnTo>
                  <a:lnTo>
                    <a:pt x="3049" y="743"/>
                  </a:lnTo>
                  <a:lnTo>
                    <a:pt x="2802" y="495"/>
                  </a:lnTo>
                  <a:lnTo>
                    <a:pt x="2555" y="248"/>
                  </a:lnTo>
                  <a:lnTo>
                    <a:pt x="2307" y="166"/>
                  </a:lnTo>
                  <a:lnTo>
                    <a:pt x="1978" y="1"/>
                  </a:lnTo>
                  <a:lnTo>
                    <a:pt x="1648" y="1"/>
                  </a:lnTo>
                  <a:lnTo>
                    <a:pt x="1648" y="1"/>
                  </a:lnTo>
                  <a:lnTo>
                    <a:pt x="1319" y="1"/>
                  </a:lnTo>
                  <a:lnTo>
                    <a:pt x="989" y="166"/>
                  </a:lnTo>
                  <a:lnTo>
                    <a:pt x="742" y="248"/>
                  </a:lnTo>
                  <a:lnTo>
                    <a:pt x="495" y="495"/>
                  </a:lnTo>
                  <a:lnTo>
                    <a:pt x="247" y="743"/>
                  </a:lnTo>
                  <a:lnTo>
                    <a:pt x="83" y="990"/>
                  </a:lnTo>
                  <a:lnTo>
                    <a:pt x="0" y="1319"/>
                  </a:lnTo>
                  <a:lnTo>
                    <a:pt x="0" y="1649"/>
                  </a:lnTo>
                  <a:lnTo>
                    <a:pt x="0" y="1649"/>
                  </a:lnTo>
                  <a:lnTo>
                    <a:pt x="0" y="1979"/>
                  </a:lnTo>
                  <a:lnTo>
                    <a:pt x="83" y="2308"/>
                  </a:lnTo>
                  <a:lnTo>
                    <a:pt x="247" y="2638"/>
                  </a:lnTo>
                  <a:lnTo>
                    <a:pt x="495" y="2885"/>
                  </a:lnTo>
                  <a:lnTo>
                    <a:pt x="742" y="3050"/>
                  </a:lnTo>
                  <a:lnTo>
                    <a:pt x="989" y="3215"/>
                  </a:lnTo>
                  <a:lnTo>
                    <a:pt x="1319" y="3297"/>
                  </a:lnTo>
                  <a:lnTo>
                    <a:pt x="1648" y="3379"/>
                  </a:lnTo>
                  <a:lnTo>
                    <a:pt x="1648" y="3379"/>
                  </a:lnTo>
                  <a:lnTo>
                    <a:pt x="1978" y="3297"/>
                  </a:lnTo>
                  <a:lnTo>
                    <a:pt x="2307" y="3215"/>
                  </a:lnTo>
                  <a:lnTo>
                    <a:pt x="2555" y="3050"/>
                  </a:lnTo>
                  <a:lnTo>
                    <a:pt x="2802" y="2885"/>
                  </a:lnTo>
                  <a:lnTo>
                    <a:pt x="3049" y="2638"/>
                  </a:lnTo>
                  <a:lnTo>
                    <a:pt x="3214" y="2308"/>
                  </a:lnTo>
                  <a:lnTo>
                    <a:pt x="3296" y="1979"/>
                  </a:lnTo>
                  <a:lnTo>
                    <a:pt x="3296" y="1649"/>
                  </a:lnTo>
                  <a:lnTo>
                    <a:pt x="3296" y="1649"/>
                  </a:lnTo>
                  <a:close/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1074225" y="2382650"/>
              <a:ext cx="84475" cy="84475"/>
            </a:xfrm>
            <a:custGeom>
              <a:rect b="b" l="l" r="r" t="t"/>
              <a:pathLst>
                <a:path extrusionOk="0" fill="none" h="3379" w="3379">
                  <a:moveTo>
                    <a:pt x="3379" y="1731"/>
                  </a:moveTo>
                  <a:lnTo>
                    <a:pt x="3379" y="1731"/>
                  </a:lnTo>
                  <a:lnTo>
                    <a:pt x="3379" y="1319"/>
                  </a:lnTo>
                  <a:lnTo>
                    <a:pt x="3214" y="1071"/>
                  </a:lnTo>
                  <a:lnTo>
                    <a:pt x="3049" y="742"/>
                  </a:lnTo>
                  <a:lnTo>
                    <a:pt x="2885" y="495"/>
                  </a:lnTo>
                  <a:lnTo>
                    <a:pt x="2637" y="330"/>
                  </a:lnTo>
                  <a:lnTo>
                    <a:pt x="2308" y="165"/>
                  </a:lnTo>
                  <a:lnTo>
                    <a:pt x="2060" y="83"/>
                  </a:lnTo>
                  <a:lnTo>
                    <a:pt x="1731" y="0"/>
                  </a:lnTo>
                  <a:lnTo>
                    <a:pt x="1731" y="0"/>
                  </a:lnTo>
                  <a:lnTo>
                    <a:pt x="1319" y="83"/>
                  </a:lnTo>
                  <a:lnTo>
                    <a:pt x="1072" y="165"/>
                  </a:lnTo>
                  <a:lnTo>
                    <a:pt x="742" y="330"/>
                  </a:lnTo>
                  <a:lnTo>
                    <a:pt x="495" y="495"/>
                  </a:lnTo>
                  <a:lnTo>
                    <a:pt x="330" y="742"/>
                  </a:lnTo>
                  <a:lnTo>
                    <a:pt x="165" y="1071"/>
                  </a:lnTo>
                  <a:lnTo>
                    <a:pt x="83" y="1319"/>
                  </a:lnTo>
                  <a:lnTo>
                    <a:pt x="0" y="1731"/>
                  </a:lnTo>
                  <a:lnTo>
                    <a:pt x="0" y="1731"/>
                  </a:lnTo>
                  <a:lnTo>
                    <a:pt x="83" y="2060"/>
                  </a:lnTo>
                  <a:lnTo>
                    <a:pt x="165" y="2390"/>
                  </a:lnTo>
                  <a:lnTo>
                    <a:pt x="330" y="2637"/>
                  </a:lnTo>
                  <a:lnTo>
                    <a:pt x="495" y="2884"/>
                  </a:lnTo>
                  <a:lnTo>
                    <a:pt x="742" y="3131"/>
                  </a:lnTo>
                  <a:lnTo>
                    <a:pt x="1072" y="3214"/>
                  </a:lnTo>
                  <a:lnTo>
                    <a:pt x="1319" y="3379"/>
                  </a:lnTo>
                  <a:lnTo>
                    <a:pt x="1731" y="3379"/>
                  </a:lnTo>
                  <a:lnTo>
                    <a:pt x="1731" y="3379"/>
                  </a:lnTo>
                  <a:lnTo>
                    <a:pt x="2060" y="3379"/>
                  </a:lnTo>
                  <a:lnTo>
                    <a:pt x="2308" y="3214"/>
                  </a:lnTo>
                  <a:lnTo>
                    <a:pt x="2637" y="3131"/>
                  </a:lnTo>
                  <a:lnTo>
                    <a:pt x="2885" y="2884"/>
                  </a:lnTo>
                  <a:lnTo>
                    <a:pt x="3049" y="2637"/>
                  </a:lnTo>
                  <a:lnTo>
                    <a:pt x="3214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731"/>
                  </a:lnTo>
                  <a:close/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3103375" y="3155175"/>
              <a:ext cx="84500" cy="84475"/>
            </a:xfrm>
            <a:custGeom>
              <a:rect b="b" l="l" r="r" t="t"/>
              <a:pathLst>
                <a:path extrusionOk="0" fill="none" h="3379" w="3380">
                  <a:moveTo>
                    <a:pt x="3379" y="1648"/>
                  </a:moveTo>
                  <a:lnTo>
                    <a:pt x="3379" y="1648"/>
                  </a:lnTo>
                  <a:lnTo>
                    <a:pt x="3379" y="1319"/>
                  </a:lnTo>
                  <a:lnTo>
                    <a:pt x="3215" y="1071"/>
                  </a:lnTo>
                  <a:lnTo>
                    <a:pt x="3132" y="742"/>
                  </a:lnTo>
                  <a:lnTo>
                    <a:pt x="2885" y="495"/>
                  </a:lnTo>
                  <a:lnTo>
                    <a:pt x="2638" y="330"/>
                  </a:lnTo>
                  <a:lnTo>
                    <a:pt x="2391" y="165"/>
                  </a:lnTo>
                  <a:lnTo>
                    <a:pt x="2061" y="0"/>
                  </a:lnTo>
                  <a:lnTo>
                    <a:pt x="1731" y="0"/>
                  </a:lnTo>
                  <a:lnTo>
                    <a:pt x="1731" y="0"/>
                  </a:lnTo>
                  <a:lnTo>
                    <a:pt x="1319" y="0"/>
                  </a:lnTo>
                  <a:lnTo>
                    <a:pt x="1072" y="165"/>
                  </a:lnTo>
                  <a:lnTo>
                    <a:pt x="743" y="330"/>
                  </a:lnTo>
                  <a:lnTo>
                    <a:pt x="495" y="495"/>
                  </a:lnTo>
                  <a:lnTo>
                    <a:pt x="331" y="742"/>
                  </a:lnTo>
                  <a:lnTo>
                    <a:pt x="166" y="1071"/>
                  </a:lnTo>
                  <a:lnTo>
                    <a:pt x="83" y="1319"/>
                  </a:lnTo>
                  <a:lnTo>
                    <a:pt x="1" y="1648"/>
                  </a:lnTo>
                  <a:lnTo>
                    <a:pt x="1" y="1648"/>
                  </a:lnTo>
                  <a:lnTo>
                    <a:pt x="83" y="2060"/>
                  </a:lnTo>
                  <a:lnTo>
                    <a:pt x="166" y="2307"/>
                  </a:lnTo>
                  <a:lnTo>
                    <a:pt x="331" y="2637"/>
                  </a:lnTo>
                  <a:lnTo>
                    <a:pt x="495" y="2884"/>
                  </a:lnTo>
                  <a:lnTo>
                    <a:pt x="743" y="3049"/>
                  </a:lnTo>
                  <a:lnTo>
                    <a:pt x="1072" y="3214"/>
                  </a:lnTo>
                  <a:lnTo>
                    <a:pt x="1319" y="3296"/>
                  </a:lnTo>
                  <a:lnTo>
                    <a:pt x="1731" y="3379"/>
                  </a:lnTo>
                  <a:lnTo>
                    <a:pt x="1731" y="3379"/>
                  </a:lnTo>
                  <a:lnTo>
                    <a:pt x="2061" y="3296"/>
                  </a:lnTo>
                  <a:lnTo>
                    <a:pt x="2391" y="3214"/>
                  </a:lnTo>
                  <a:lnTo>
                    <a:pt x="2638" y="3049"/>
                  </a:lnTo>
                  <a:lnTo>
                    <a:pt x="2885" y="2884"/>
                  </a:lnTo>
                  <a:lnTo>
                    <a:pt x="3132" y="2637"/>
                  </a:lnTo>
                  <a:lnTo>
                    <a:pt x="3215" y="2307"/>
                  </a:lnTo>
                  <a:lnTo>
                    <a:pt x="3379" y="2060"/>
                  </a:lnTo>
                  <a:lnTo>
                    <a:pt x="3379" y="1648"/>
                  </a:lnTo>
                  <a:lnTo>
                    <a:pt x="3379" y="1648"/>
                  </a:lnTo>
                  <a:close/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2040400" y="5380050"/>
              <a:ext cx="84475" cy="84475"/>
            </a:xfrm>
            <a:custGeom>
              <a:rect b="b" l="l" r="r" t="t"/>
              <a:pathLst>
                <a:path extrusionOk="0" fill="none" h="3379" w="3379">
                  <a:moveTo>
                    <a:pt x="3379" y="1731"/>
                  </a:moveTo>
                  <a:lnTo>
                    <a:pt x="3379" y="1731"/>
                  </a:lnTo>
                  <a:lnTo>
                    <a:pt x="3379" y="1401"/>
                  </a:lnTo>
                  <a:lnTo>
                    <a:pt x="3296" y="1071"/>
                  </a:lnTo>
                  <a:lnTo>
                    <a:pt x="3132" y="742"/>
                  </a:lnTo>
                  <a:lnTo>
                    <a:pt x="2884" y="494"/>
                  </a:lnTo>
                  <a:lnTo>
                    <a:pt x="2637" y="330"/>
                  </a:lnTo>
                  <a:lnTo>
                    <a:pt x="2390" y="165"/>
                  </a:lnTo>
                  <a:lnTo>
                    <a:pt x="2060" y="82"/>
                  </a:lnTo>
                  <a:lnTo>
                    <a:pt x="1731" y="0"/>
                  </a:lnTo>
                  <a:lnTo>
                    <a:pt x="1731" y="0"/>
                  </a:lnTo>
                  <a:lnTo>
                    <a:pt x="1401" y="82"/>
                  </a:lnTo>
                  <a:lnTo>
                    <a:pt x="1071" y="165"/>
                  </a:lnTo>
                  <a:lnTo>
                    <a:pt x="742" y="330"/>
                  </a:lnTo>
                  <a:lnTo>
                    <a:pt x="495" y="494"/>
                  </a:lnTo>
                  <a:lnTo>
                    <a:pt x="330" y="742"/>
                  </a:lnTo>
                  <a:lnTo>
                    <a:pt x="165" y="1071"/>
                  </a:lnTo>
                  <a:lnTo>
                    <a:pt x="83" y="1401"/>
                  </a:lnTo>
                  <a:lnTo>
                    <a:pt x="0" y="1731"/>
                  </a:lnTo>
                  <a:lnTo>
                    <a:pt x="0" y="1731"/>
                  </a:lnTo>
                  <a:lnTo>
                    <a:pt x="83" y="2060"/>
                  </a:lnTo>
                  <a:lnTo>
                    <a:pt x="165" y="2390"/>
                  </a:lnTo>
                  <a:lnTo>
                    <a:pt x="330" y="2637"/>
                  </a:lnTo>
                  <a:lnTo>
                    <a:pt x="495" y="2884"/>
                  </a:lnTo>
                  <a:lnTo>
                    <a:pt x="742" y="3131"/>
                  </a:lnTo>
                  <a:lnTo>
                    <a:pt x="1071" y="3214"/>
                  </a:lnTo>
                  <a:lnTo>
                    <a:pt x="1401" y="3379"/>
                  </a:lnTo>
                  <a:lnTo>
                    <a:pt x="1731" y="3379"/>
                  </a:lnTo>
                  <a:lnTo>
                    <a:pt x="1731" y="3379"/>
                  </a:lnTo>
                  <a:lnTo>
                    <a:pt x="2060" y="3379"/>
                  </a:lnTo>
                  <a:lnTo>
                    <a:pt x="2390" y="3214"/>
                  </a:lnTo>
                  <a:lnTo>
                    <a:pt x="2637" y="3131"/>
                  </a:lnTo>
                  <a:lnTo>
                    <a:pt x="2884" y="2884"/>
                  </a:lnTo>
                  <a:lnTo>
                    <a:pt x="3132" y="2637"/>
                  </a:lnTo>
                  <a:lnTo>
                    <a:pt x="3296" y="2390"/>
                  </a:lnTo>
                  <a:lnTo>
                    <a:pt x="3379" y="2060"/>
                  </a:lnTo>
                  <a:lnTo>
                    <a:pt x="3379" y="1731"/>
                  </a:lnTo>
                  <a:lnTo>
                    <a:pt x="3379" y="1731"/>
                  </a:lnTo>
                  <a:close/>
                </a:path>
              </a:pathLst>
            </a:custGeom>
            <a:noFill/>
            <a:ln cap="rnd" cmpd="sng" w="247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5892700" y="4504500"/>
              <a:ext cx="84500" cy="84500"/>
            </a:xfrm>
            <a:custGeom>
              <a:rect b="b" l="l" r="r" t="t"/>
              <a:pathLst>
                <a:path extrusionOk="0" fill="none" h="3380" w="3380">
                  <a:moveTo>
                    <a:pt x="3379" y="1649"/>
                  </a:moveTo>
                  <a:lnTo>
                    <a:pt x="3379" y="1649"/>
                  </a:lnTo>
                  <a:lnTo>
                    <a:pt x="3297" y="1319"/>
                  </a:lnTo>
                  <a:lnTo>
                    <a:pt x="3215" y="990"/>
                  </a:lnTo>
                  <a:lnTo>
                    <a:pt x="3050" y="743"/>
                  </a:lnTo>
                  <a:lnTo>
                    <a:pt x="2885" y="495"/>
                  </a:lnTo>
                  <a:lnTo>
                    <a:pt x="2638" y="248"/>
                  </a:lnTo>
                  <a:lnTo>
                    <a:pt x="2308" y="166"/>
                  </a:lnTo>
                  <a:lnTo>
                    <a:pt x="1979" y="1"/>
                  </a:lnTo>
                  <a:lnTo>
                    <a:pt x="1649" y="1"/>
                  </a:lnTo>
                  <a:lnTo>
                    <a:pt x="1649" y="1"/>
                  </a:lnTo>
                  <a:lnTo>
                    <a:pt x="1319" y="1"/>
                  </a:lnTo>
                  <a:lnTo>
                    <a:pt x="990" y="166"/>
                  </a:lnTo>
                  <a:lnTo>
                    <a:pt x="743" y="248"/>
                  </a:lnTo>
                  <a:lnTo>
                    <a:pt x="495" y="495"/>
                  </a:lnTo>
                  <a:lnTo>
                    <a:pt x="248" y="743"/>
                  </a:lnTo>
                  <a:lnTo>
                    <a:pt x="83" y="990"/>
                  </a:lnTo>
                  <a:lnTo>
                    <a:pt x="1" y="1319"/>
                  </a:lnTo>
                  <a:lnTo>
                    <a:pt x="1" y="1649"/>
                  </a:lnTo>
                  <a:lnTo>
                    <a:pt x="1" y="1649"/>
                  </a:lnTo>
                  <a:lnTo>
                    <a:pt x="1" y="1979"/>
                  </a:lnTo>
                  <a:lnTo>
                    <a:pt x="83" y="2308"/>
                  </a:lnTo>
                  <a:lnTo>
                    <a:pt x="248" y="2638"/>
                  </a:lnTo>
                  <a:lnTo>
                    <a:pt x="495" y="2885"/>
                  </a:lnTo>
                  <a:lnTo>
                    <a:pt x="743" y="3050"/>
                  </a:lnTo>
                  <a:lnTo>
                    <a:pt x="990" y="3215"/>
                  </a:lnTo>
                  <a:lnTo>
                    <a:pt x="1319" y="3297"/>
                  </a:lnTo>
                  <a:lnTo>
                    <a:pt x="1649" y="3379"/>
                  </a:lnTo>
                  <a:lnTo>
                    <a:pt x="1649" y="3379"/>
                  </a:lnTo>
                  <a:lnTo>
                    <a:pt x="1979" y="3297"/>
                  </a:lnTo>
                  <a:lnTo>
                    <a:pt x="2308" y="3215"/>
                  </a:lnTo>
                  <a:lnTo>
                    <a:pt x="2638" y="3050"/>
                  </a:lnTo>
                  <a:lnTo>
                    <a:pt x="2885" y="2885"/>
                  </a:lnTo>
                  <a:lnTo>
                    <a:pt x="3050" y="2638"/>
                  </a:lnTo>
                  <a:lnTo>
                    <a:pt x="3215" y="2308"/>
                  </a:lnTo>
                  <a:lnTo>
                    <a:pt x="3297" y="1979"/>
                  </a:lnTo>
                  <a:lnTo>
                    <a:pt x="3379" y="1649"/>
                  </a:lnTo>
                  <a:lnTo>
                    <a:pt x="3379" y="1649"/>
                  </a:lnTo>
                  <a:close/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4133425" y="5270850"/>
              <a:ext cx="25" cy="92725"/>
            </a:xfrm>
            <a:custGeom>
              <a:rect b="b" l="l" r="r" t="t"/>
              <a:pathLst>
                <a:path extrusionOk="0" fill="none" h="3709" w="1">
                  <a:moveTo>
                    <a:pt x="0" y="1"/>
                  </a:moveTo>
                  <a:lnTo>
                    <a:pt x="0" y="3709"/>
                  </a:lnTo>
                </a:path>
              </a:pathLst>
            </a:custGeom>
            <a:noFill/>
            <a:ln cap="rnd" cmpd="sng" w="247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4086025" y="5316175"/>
              <a:ext cx="92750" cy="25"/>
            </a:xfrm>
            <a:custGeom>
              <a:rect b="b" l="l" r="r" t="t"/>
              <a:pathLst>
                <a:path extrusionOk="0" fill="none" h="1" w="3710">
                  <a:moveTo>
                    <a:pt x="1" y="1"/>
                  </a:moveTo>
                  <a:lnTo>
                    <a:pt x="3709" y="1"/>
                  </a:lnTo>
                </a:path>
              </a:pathLst>
            </a:custGeom>
            <a:noFill/>
            <a:ln cap="rnd" cmpd="sng" w="247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5818550" y="462650"/>
              <a:ext cx="25" cy="94800"/>
            </a:xfrm>
            <a:custGeom>
              <a:rect b="b" l="l" r="r" t="t"/>
              <a:pathLst>
                <a:path extrusionOk="0" fill="none" h="3792" w="1">
                  <a:moveTo>
                    <a:pt x="0" y="1"/>
                  </a:moveTo>
                  <a:lnTo>
                    <a:pt x="0" y="3791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5771175" y="510050"/>
              <a:ext cx="92725" cy="25"/>
            </a:xfrm>
            <a:custGeom>
              <a:rect b="b" l="l" r="r" t="t"/>
              <a:pathLst>
                <a:path extrusionOk="0" fill="none" h="1" w="3709">
                  <a:moveTo>
                    <a:pt x="0" y="0"/>
                  </a:moveTo>
                  <a:lnTo>
                    <a:pt x="3708" y="0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1249325" y="2094225"/>
              <a:ext cx="25" cy="94800"/>
            </a:xfrm>
            <a:custGeom>
              <a:rect b="b" l="l" r="r" t="t"/>
              <a:pathLst>
                <a:path extrusionOk="0" fill="none" h="3792" w="1">
                  <a:moveTo>
                    <a:pt x="1" y="1"/>
                  </a:moveTo>
                  <a:lnTo>
                    <a:pt x="1" y="379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1201950" y="2141625"/>
              <a:ext cx="92725" cy="25"/>
            </a:xfrm>
            <a:custGeom>
              <a:rect b="b" l="l" r="r" t="t"/>
              <a:pathLst>
                <a:path extrusionOk="0" fill="none" h="1" w="3709">
                  <a:moveTo>
                    <a:pt x="0" y="0"/>
                  </a:moveTo>
                  <a:lnTo>
                    <a:pt x="3708" y="0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2205200" y="5223475"/>
              <a:ext cx="25" cy="92725"/>
            </a:xfrm>
            <a:custGeom>
              <a:rect b="b" l="l" r="r" t="t"/>
              <a:pathLst>
                <a:path extrusionOk="0" fill="none" h="3709" w="1">
                  <a:moveTo>
                    <a:pt x="0" y="0"/>
                  </a:moveTo>
                  <a:lnTo>
                    <a:pt x="0" y="3709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2159875" y="5270850"/>
              <a:ext cx="92725" cy="25"/>
            </a:xfrm>
            <a:custGeom>
              <a:rect b="b" l="l" r="r" t="t"/>
              <a:pathLst>
                <a:path extrusionOk="0" fill="none" h="1" w="3709">
                  <a:moveTo>
                    <a:pt x="1" y="1"/>
                  </a:moveTo>
                  <a:lnTo>
                    <a:pt x="3709" y="1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1375000" y="4710525"/>
              <a:ext cx="25" cy="92725"/>
            </a:xfrm>
            <a:custGeom>
              <a:rect b="b" l="l" r="r" t="t"/>
              <a:pathLst>
                <a:path extrusionOk="0" fill="none" h="3709" w="1">
                  <a:moveTo>
                    <a:pt x="0" y="0"/>
                  </a:moveTo>
                  <a:lnTo>
                    <a:pt x="0" y="3708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1327600" y="4755850"/>
              <a:ext cx="94800" cy="25"/>
            </a:xfrm>
            <a:custGeom>
              <a:rect b="b" l="l" r="r" t="t"/>
              <a:pathLst>
                <a:path extrusionOk="0" fill="none" h="1" w="3792">
                  <a:moveTo>
                    <a:pt x="1" y="0"/>
                  </a:moveTo>
                  <a:lnTo>
                    <a:pt x="3791" y="0"/>
                  </a:lnTo>
                </a:path>
              </a:pathLst>
            </a:custGeom>
            <a:noFill/>
            <a:ln cap="rnd" cmpd="sng" w="24725">
              <a:solidFill>
                <a:srgbClr val="F25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5027475" y="2048900"/>
              <a:ext cx="25" cy="92750"/>
            </a:xfrm>
            <a:custGeom>
              <a:rect b="b" l="l" r="r" t="t"/>
              <a:pathLst>
                <a:path extrusionOk="0" fill="none" h="3710" w="1">
                  <a:moveTo>
                    <a:pt x="1" y="1"/>
                  </a:moveTo>
                  <a:lnTo>
                    <a:pt x="1" y="3709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4982175" y="2094225"/>
              <a:ext cx="92725" cy="25"/>
            </a:xfrm>
            <a:custGeom>
              <a:rect b="b" l="l" r="r" t="t"/>
              <a:pathLst>
                <a:path extrusionOk="0" fill="none" h="1" w="3709">
                  <a:moveTo>
                    <a:pt x="0" y="1"/>
                  </a:moveTo>
                  <a:lnTo>
                    <a:pt x="3708" y="1"/>
                  </a:lnTo>
                </a:path>
              </a:pathLst>
            </a:custGeom>
            <a:noFill/>
            <a:ln cap="rnd" cmpd="sng" w="247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6321200" y="3165475"/>
              <a:ext cx="25" cy="92725"/>
            </a:xfrm>
            <a:custGeom>
              <a:rect b="b" l="l" r="r" t="t"/>
              <a:pathLst>
                <a:path extrusionOk="0" fill="none" h="3709" w="1">
                  <a:moveTo>
                    <a:pt x="1" y="0"/>
                  </a:moveTo>
                  <a:lnTo>
                    <a:pt x="1" y="3708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6273825" y="3210800"/>
              <a:ext cx="94775" cy="25"/>
            </a:xfrm>
            <a:custGeom>
              <a:rect b="b" l="l" r="r" t="t"/>
              <a:pathLst>
                <a:path extrusionOk="0" fill="none" h="1" w="3791">
                  <a:moveTo>
                    <a:pt x="0" y="0"/>
                  </a:moveTo>
                  <a:lnTo>
                    <a:pt x="3791" y="0"/>
                  </a:lnTo>
                </a:path>
              </a:pathLst>
            </a:custGeom>
            <a:noFill/>
            <a:ln cap="rnd" cmpd="sng" w="24725">
              <a:solidFill>
                <a:srgbClr val="FDC4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33"/>
          <p:cNvSpPr txBox="1"/>
          <p:nvPr/>
        </p:nvSpPr>
        <p:spPr>
          <a:xfrm>
            <a:off x="6416275" y="1272350"/>
            <a:ext cx="22707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Problema de negocio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0" name="Google Shape;930;p33"/>
          <p:cNvSpPr txBox="1"/>
          <p:nvPr/>
        </p:nvSpPr>
        <p:spPr>
          <a:xfrm>
            <a:off x="4806600" y="1523650"/>
            <a:ext cx="388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La idea de detectar aquellos tubos que se encuentran fuera de norma, permite descartarlos de antemano.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33"/>
          <p:cNvSpPr txBox="1"/>
          <p:nvPr/>
        </p:nvSpPr>
        <p:spPr>
          <a:xfrm>
            <a:off x="6951950" y="2114973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Objetivo global</a:t>
            </a:r>
            <a:endParaRPr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2" name="Google Shape;932;p33"/>
          <p:cNvSpPr txBox="1"/>
          <p:nvPr/>
        </p:nvSpPr>
        <p:spPr>
          <a:xfrm>
            <a:off x="4806600" y="2366267"/>
            <a:ext cx="388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 este modo, el problema se reduce a la clasificación del estado de calidad de los tubos.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33"/>
          <p:cNvSpPr txBox="1"/>
          <p:nvPr/>
        </p:nvSpPr>
        <p:spPr>
          <a:xfrm>
            <a:off x="6951950" y="2957602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Precisión</a:t>
            </a:r>
            <a:endParaRPr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4" name="Google Shape;934;p33"/>
          <p:cNvSpPr txBox="1"/>
          <p:nvPr/>
        </p:nvSpPr>
        <p:spPr>
          <a:xfrm>
            <a:off x="4806600" y="3206695"/>
            <a:ext cx="3880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El modelo debe tener un resultado positivo, sino se volvería una herramienta contraproducente.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33"/>
          <p:cNvSpPr txBox="1"/>
          <p:nvPr/>
        </p:nvSpPr>
        <p:spPr>
          <a:xfrm>
            <a:off x="7042487" y="3814074"/>
            <a:ext cx="1644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Pesos</a:t>
            </a:r>
            <a:endParaRPr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6" name="Google Shape;936;p33"/>
          <p:cNvSpPr txBox="1"/>
          <p:nvPr/>
        </p:nvSpPr>
        <p:spPr>
          <a:xfrm>
            <a:off x="4806600" y="4066675"/>
            <a:ext cx="3880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Se decide que de las predicciones falsas haya más falsos positivos, para no descartar tubos buenos.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Variables</a:t>
            </a:r>
            <a:endParaRPr/>
          </a:p>
        </p:txBody>
      </p:sp>
      <p:sp>
        <p:nvSpPr>
          <p:cNvPr id="942" name="Google Shape;942;p34"/>
          <p:cNvSpPr/>
          <p:nvPr/>
        </p:nvSpPr>
        <p:spPr>
          <a:xfrm>
            <a:off x="464003" y="976450"/>
            <a:ext cx="1789200" cy="27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Id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3" name="Google Shape;943;p34"/>
          <p:cNvSpPr/>
          <p:nvPr/>
        </p:nvSpPr>
        <p:spPr>
          <a:xfrm>
            <a:off x="464003" y="2005039"/>
            <a:ext cx="1789200" cy="27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Colada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4" name="Google Shape;944;p34"/>
          <p:cNvSpPr/>
          <p:nvPr/>
        </p:nvSpPr>
        <p:spPr>
          <a:xfrm>
            <a:off x="464003" y="3031373"/>
            <a:ext cx="1789200" cy="27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Lote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2577656" y="2006490"/>
            <a:ext cx="1789200" cy="27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Ceq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6" name="Google Shape;946;p34"/>
          <p:cNvSpPr/>
          <p:nvPr/>
        </p:nvSpPr>
        <p:spPr>
          <a:xfrm>
            <a:off x="2577656" y="976450"/>
            <a:ext cx="1789200" cy="27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Fecha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7" name="Google Shape;947;p34"/>
          <p:cNvSpPr/>
          <p:nvPr/>
        </p:nvSpPr>
        <p:spPr>
          <a:xfrm>
            <a:off x="2577656" y="3032301"/>
            <a:ext cx="1789200" cy="271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Caudal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8" name="Google Shape;948;p34"/>
          <p:cNvSpPr txBox="1"/>
          <p:nvPr/>
        </p:nvSpPr>
        <p:spPr>
          <a:xfrm>
            <a:off x="459275" y="124915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Identificación única de cada observación.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4"/>
          <p:cNvSpPr txBox="1"/>
          <p:nvPr/>
        </p:nvSpPr>
        <p:spPr>
          <a:xfrm>
            <a:off x="457200" y="329913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lote de cada tubo.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34"/>
          <p:cNvSpPr txBox="1"/>
          <p:nvPr/>
        </p:nvSpPr>
        <p:spPr>
          <a:xfrm>
            <a:off x="457200" y="227623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Proceso anterior al tratamiento térmico.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34"/>
          <p:cNvSpPr txBox="1"/>
          <p:nvPr/>
        </p:nvSpPr>
        <p:spPr>
          <a:xfrm>
            <a:off x="2572025" y="124876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Fecha de tratamiento térmico.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34"/>
          <p:cNvSpPr txBox="1"/>
          <p:nvPr/>
        </p:nvSpPr>
        <p:spPr>
          <a:xfrm>
            <a:off x="2569950" y="227639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Carbono equivalente del tubo (material).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4"/>
          <p:cNvSpPr txBox="1"/>
          <p:nvPr/>
        </p:nvSpPr>
        <p:spPr>
          <a:xfrm>
            <a:off x="2572025" y="329982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Caudal de temple (en m3/h).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34"/>
          <p:cNvSpPr/>
          <p:nvPr/>
        </p:nvSpPr>
        <p:spPr>
          <a:xfrm>
            <a:off x="464003" y="4058098"/>
            <a:ext cx="1789200" cy="2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Nro_tubo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2577656" y="4059026"/>
            <a:ext cx="1789200" cy="2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VelVia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6" name="Google Shape;956;p34"/>
          <p:cNvSpPr txBox="1"/>
          <p:nvPr/>
        </p:nvSpPr>
        <p:spPr>
          <a:xfrm>
            <a:off x="457200" y="432586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Identificación única de cada tubo.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34"/>
          <p:cNvSpPr txBox="1"/>
          <p:nvPr/>
        </p:nvSpPr>
        <p:spPr>
          <a:xfrm>
            <a:off x="2572025" y="432654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Velocidad de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vía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del tubo (mm/min).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4698103" y="976450"/>
            <a:ext cx="1789200" cy="27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Ttemple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4698103" y="2005039"/>
            <a:ext cx="1789200" cy="27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TZ1, TZ2, TZ3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4698103" y="3031373"/>
            <a:ext cx="1789200" cy="27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PermRev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6811756" y="2006490"/>
            <a:ext cx="1789200" cy="27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Rotura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6811756" y="976450"/>
            <a:ext cx="1789200" cy="27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Fluencia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3" name="Google Shape;963;p34"/>
          <p:cNvSpPr/>
          <p:nvPr/>
        </p:nvSpPr>
        <p:spPr>
          <a:xfrm>
            <a:off x="6811756" y="3032301"/>
            <a:ext cx="1789200" cy="271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Dureza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4" name="Google Shape;964;p34"/>
          <p:cNvSpPr txBox="1"/>
          <p:nvPr/>
        </p:nvSpPr>
        <p:spPr>
          <a:xfrm>
            <a:off x="4693375" y="124915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Temperatura de temple (en °C)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34"/>
          <p:cNvSpPr txBox="1"/>
          <p:nvPr/>
        </p:nvSpPr>
        <p:spPr>
          <a:xfrm>
            <a:off x="4691300" y="329913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Permanencia de revenido (min).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34"/>
          <p:cNvSpPr txBox="1"/>
          <p:nvPr/>
        </p:nvSpPr>
        <p:spPr>
          <a:xfrm>
            <a:off x="4691300" y="227623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Temperaturas de zona 1, 2 y 3 (°C).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34"/>
          <p:cNvSpPr txBox="1"/>
          <p:nvPr/>
        </p:nvSpPr>
        <p:spPr>
          <a:xfrm>
            <a:off x="6736250" y="2276400"/>
            <a:ext cx="1857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Propiedad mecánica (en norma menor a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724)</a:t>
            </a:r>
            <a:endParaRPr/>
          </a:p>
        </p:txBody>
      </p:sp>
      <p:sp>
        <p:nvSpPr>
          <p:cNvPr id="968" name="Google Shape;968;p34"/>
          <p:cNvSpPr txBox="1"/>
          <p:nvPr/>
        </p:nvSpPr>
        <p:spPr>
          <a:xfrm>
            <a:off x="6806125" y="329982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Propiedad mecánica (en norma mayor a 27)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4698103" y="4058098"/>
            <a:ext cx="1789200" cy="2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TRev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6811756" y="4059026"/>
            <a:ext cx="1789200" cy="2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1" name="Google Shape;971;p34"/>
          <p:cNvSpPr txBox="1"/>
          <p:nvPr/>
        </p:nvSpPr>
        <p:spPr>
          <a:xfrm>
            <a:off x="4691300" y="432586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Temperatura de revenido (°C).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34"/>
          <p:cNvSpPr txBox="1"/>
          <p:nvPr/>
        </p:nvSpPr>
        <p:spPr>
          <a:xfrm>
            <a:off x="6806125" y="432654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Fuera de norma (variable dicotómica).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34"/>
          <p:cNvSpPr txBox="1"/>
          <p:nvPr/>
        </p:nvSpPr>
        <p:spPr>
          <a:xfrm>
            <a:off x="6738200" y="1248750"/>
            <a:ext cx="1857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Propiedad mecánica (en norma entre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655 y 758)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5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</a:rPr>
              <a:t>Hallazgos del EDA</a:t>
            </a:r>
            <a:endParaRPr sz="5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Univariado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Temperatura de temple</a:t>
            </a:r>
            <a:endParaRPr/>
          </a:p>
        </p:txBody>
      </p:sp>
      <p:pic>
        <p:nvPicPr>
          <p:cNvPr id="984" name="Google Shape;984;p36"/>
          <p:cNvPicPr preferRelativeResize="0"/>
          <p:nvPr/>
        </p:nvPicPr>
        <p:blipFill rotWithShape="1">
          <a:blip r:embed="rId3">
            <a:alphaModFix/>
          </a:blip>
          <a:srcRect b="0" l="1235" r="0" t="1672"/>
          <a:stretch/>
        </p:blipFill>
        <p:spPr>
          <a:xfrm>
            <a:off x="864988" y="1467437"/>
            <a:ext cx="2983399" cy="220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993" y="1467438"/>
            <a:ext cx="3303020" cy="22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36"/>
          <p:cNvSpPr txBox="1"/>
          <p:nvPr/>
        </p:nvSpPr>
        <p:spPr>
          <a:xfrm>
            <a:off x="865000" y="4036700"/>
            <a:ext cx="298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un boxplot notamos un desbalance importante en la distribución de la temperatura de temple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36"/>
          <p:cNvSpPr txBox="1"/>
          <p:nvPr/>
        </p:nvSpPr>
        <p:spPr>
          <a:xfrm>
            <a:off x="5135750" y="4036700"/>
            <a:ext cx="298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Comprobamos esto mismo con un histograma. Lo que no se ve es por qué se genera este desbalance.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7"/>
          <p:cNvSpPr txBox="1"/>
          <p:nvPr>
            <p:ph type="title"/>
          </p:nvPr>
        </p:nvSpPr>
        <p:spPr>
          <a:xfrm>
            <a:off x="457200" y="0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Bivariado</a:t>
            </a:r>
            <a:endParaRPr/>
          </a:p>
        </p:txBody>
      </p:sp>
      <p:pic>
        <p:nvPicPr>
          <p:cNvPr id="993" name="Google Shape;9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63" y="411475"/>
            <a:ext cx="4802524" cy="469279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37"/>
          <p:cNvSpPr/>
          <p:nvPr/>
        </p:nvSpPr>
        <p:spPr>
          <a:xfrm>
            <a:off x="4013000" y="2702775"/>
            <a:ext cx="599100" cy="115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7"/>
          <p:cNvSpPr/>
          <p:nvPr/>
        </p:nvSpPr>
        <p:spPr>
          <a:xfrm>
            <a:off x="4012900" y="411475"/>
            <a:ext cx="599100" cy="172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7"/>
          <p:cNvSpPr txBox="1"/>
          <p:nvPr/>
        </p:nvSpPr>
        <p:spPr>
          <a:xfrm>
            <a:off x="5902200" y="1214387"/>
            <a:ext cx="2784600" cy="30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Graficando todas las variables numéricas de mayor relevancia, notamos ciertas nubes de puntos en varios gráficos. Era algo a tener en cuenta para el análisis.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Bivariado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Temperatura de temple vs. Colada</a:t>
            </a:r>
            <a:endParaRPr/>
          </a:p>
        </p:txBody>
      </p:sp>
      <p:pic>
        <p:nvPicPr>
          <p:cNvPr id="1002" name="Google Shape;10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048" y="1286650"/>
            <a:ext cx="4029901" cy="2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38"/>
          <p:cNvSpPr txBox="1"/>
          <p:nvPr/>
        </p:nvSpPr>
        <p:spPr>
          <a:xfrm>
            <a:off x="1640850" y="4261300"/>
            <a:ext cx="5862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Regresando al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la temperatura de temple, encontramos que a los tubos de la colada 3200 se los templó con una temperatura mayor, y que los de la colada 4200 se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encontraban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dispersos.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Bivariado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Temperatura de temple</a:t>
            </a:r>
            <a:endParaRPr/>
          </a:p>
        </p:txBody>
      </p:sp>
      <p:sp>
        <p:nvSpPr>
          <p:cNvPr id="1009" name="Google Shape;1009;p39"/>
          <p:cNvSpPr txBox="1"/>
          <p:nvPr/>
        </p:nvSpPr>
        <p:spPr>
          <a:xfrm>
            <a:off x="457200" y="4036700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Comparamos las coladas con la temperatura de revenido. El comportamiento de la 3200 no era atípico, pero la 4200 seguía con cierta dispersión notable.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0" name="Google Shape;10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21868"/>
            <a:ext cx="3734501" cy="25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39"/>
          <p:cNvSpPr txBox="1"/>
          <p:nvPr/>
        </p:nvSpPr>
        <p:spPr>
          <a:xfrm>
            <a:off x="4743225" y="4036700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carbono equivalente debería tener una dispersión relativamente baja en cada colada. Esto no ocurre en la 4200, por lo que se decidió no contar con ella.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2" name="Google Shape;101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925" y="1328199"/>
            <a:ext cx="3734500" cy="258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0"/>
          <p:cNvSpPr txBox="1"/>
          <p:nvPr>
            <p:ph type="title"/>
          </p:nvPr>
        </p:nvSpPr>
        <p:spPr>
          <a:xfrm>
            <a:off x="457200" y="0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Multivariado</a:t>
            </a:r>
            <a:endParaRPr/>
          </a:p>
        </p:txBody>
      </p:sp>
      <p:sp>
        <p:nvSpPr>
          <p:cNvPr id="1018" name="Google Shape;1018;p40"/>
          <p:cNvSpPr txBox="1"/>
          <p:nvPr/>
        </p:nvSpPr>
        <p:spPr>
          <a:xfrm>
            <a:off x="5902200" y="1214387"/>
            <a:ext cx="2784600" cy="30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el análisis multivariado, volvimos a observar todas las variables y sus comportamientos en conjunto. Añadimos una distinción de colores según si el tubo estaba fuera de norma o no. La conclusión más relevante resultó en un límite en la </a:t>
            </a:r>
            <a:r>
              <a:rPr b="1" lang="en" sz="1200">
                <a:solidFill>
                  <a:srgbClr val="E31B25"/>
                </a:solidFill>
                <a:latin typeface="Roboto"/>
                <a:ea typeface="Roboto"/>
                <a:cs typeface="Roboto"/>
                <a:sym typeface="Roboto"/>
              </a:rPr>
              <a:t>permanencia de revenido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aquellos tubos que permanecieron en el horno más de 75 minutos resultaron estar </a:t>
            </a:r>
            <a:r>
              <a:rPr b="1" lang="en" sz="1200">
                <a:solidFill>
                  <a:srgbClr val="FF8400"/>
                </a:solidFill>
                <a:latin typeface="Roboto"/>
                <a:ea typeface="Roboto"/>
                <a:cs typeface="Roboto"/>
                <a:sym typeface="Roboto"/>
              </a:rPr>
              <a:t>fuera de norma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9" name="Google Shape;10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30800"/>
            <a:ext cx="4832699" cy="465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40"/>
          <p:cNvSpPr/>
          <p:nvPr/>
        </p:nvSpPr>
        <p:spPr>
          <a:xfrm>
            <a:off x="457200" y="3668575"/>
            <a:ext cx="4693800" cy="67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Multivariado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Lotes</a:t>
            </a:r>
            <a:endParaRPr/>
          </a:p>
        </p:txBody>
      </p:sp>
      <p:sp>
        <p:nvSpPr>
          <p:cNvPr id="1026" name="Google Shape;1026;p41"/>
          <p:cNvSpPr txBox="1"/>
          <p:nvPr/>
        </p:nvSpPr>
        <p:spPr>
          <a:xfrm>
            <a:off x="1640850" y="4261300"/>
            <a:ext cx="5862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 investigar por qué se generaban los “clusters” nos dimos cuenta que en realidad se trataba de los tratamientos por lote/colada, que se realizan de la misma forma ya que los tubos se envían a producir en orden.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7" name="Google Shape;10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425" y="1090300"/>
            <a:ext cx="3257148" cy="30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2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</a:rPr>
              <a:t>Algoritmo y Métricas</a:t>
            </a:r>
            <a:endParaRPr sz="5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Comparación de Algoritmos</a:t>
            </a:r>
            <a:endParaRPr/>
          </a:p>
        </p:txBody>
      </p:sp>
      <p:sp>
        <p:nvSpPr>
          <p:cNvPr id="1038" name="Google Shape;1038;p43"/>
          <p:cNvSpPr txBox="1"/>
          <p:nvPr/>
        </p:nvSpPr>
        <p:spPr>
          <a:xfrm>
            <a:off x="457200" y="4036700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Decision Tree</a:t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039" name="Google Shape;1039;p43"/>
          <p:cNvSpPr txBox="1"/>
          <p:nvPr/>
        </p:nvSpPr>
        <p:spPr>
          <a:xfrm>
            <a:off x="4743225" y="4036700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Random Forest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0" name="Google Shape;1040;p43"/>
          <p:cNvCxnSpPr>
            <a:stCxn id="1041" idx="0"/>
          </p:cNvCxnSpPr>
          <p:nvPr/>
        </p:nvCxnSpPr>
        <p:spPr>
          <a:xfrm flipH="1" rot="10800000">
            <a:off x="1540013" y="1753859"/>
            <a:ext cx="705000" cy="459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43"/>
          <p:cNvSpPr/>
          <p:nvPr/>
        </p:nvSpPr>
        <p:spPr>
          <a:xfrm>
            <a:off x="1327163" y="2213759"/>
            <a:ext cx="425700" cy="393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42" name="Google Shape;1042;p43"/>
          <p:cNvCxnSpPr>
            <a:endCxn id="1043" idx="0"/>
          </p:cNvCxnSpPr>
          <p:nvPr/>
        </p:nvCxnSpPr>
        <p:spPr>
          <a:xfrm>
            <a:off x="2244931" y="1760165"/>
            <a:ext cx="584100" cy="453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43"/>
          <p:cNvSpPr/>
          <p:nvPr/>
        </p:nvSpPr>
        <p:spPr>
          <a:xfrm>
            <a:off x="2616181" y="2213765"/>
            <a:ext cx="425700" cy="3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44" name="Google Shape;1044;p43"/>
          <p:cNvCxnSpPr/>
          <p:nvPr/>
        </p:nvCxnSpPr>
        <p:spPr>
          <a:xfrm>
            <a:off x="2829064" y="2607190"/>
            <a:ext cx="492600" cy="626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43"/>
          <p:cNvSpPr/>
          <p:nvPr/>
        </p:nvSpPr>
        <p:spPr>
          <a:xfrm>
            <a:off x="3105036" y="3234027"/>
            <a:ext cx="425700" cy="3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46" name="Google Shape;1046;p43"/>
          <p:cNvCxnSpPr>
            <a:stCxn id="1043" idx="4"/>
          </p:cNvCxnSpPr>
          <p:nvPr/>
        </p:nvCxnSpPr>
        <p:spPr>
          <a:xfrm flipH="1">
            <a:off x="2473831" y="2607065"/>
            <a:ext cx="355200" cy="819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43"/>
          <p:cNvSpPr/>
          <p:nvPr/>
        </p:nvSpPr>
        <p:spPr>
          <a:xfrm>
            <a:off x="2019693" y="1366802"/>
            <a:ext cx="425700" cy="393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8" name="Google Shape;1048;p43"/>
          <p:cNvSpPr/>
          <p:nvPr/>
        </p:nvSpPr>
        <p:spPr>
          <a:xfrm>
            <a:off x="2245067" y="3234011"/>
            <a:ext cx="425700" cy="393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49" name="Google Shape;1049;p43"/>
          <p:cNvCxnSpPr>
            <a:stCxn id="1050" idx="0"/>
          </p:cNvCxnSpPr>
          <p:nvPr/>
        </p:nvCxnSpPr>
        <p:spPr>
          <a:xfrm flipH="1" rot="10800000">
            <a:off x="5317200" y="1644190"/>
            <a:ext cx="430200" cy="26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43"/>
          <p:cNvSpPr/>
          <p:nvPr/>
        </p:nvSpPr>
        <p:spPr>
          <a:xfrm>
            <a:off x="5187300" y="1913290"/>
            <a:ext cx="259800" cy="230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51" name="Google Shape;1051;p43"/>
          <p:cNvCxnSpPr>
            <a:endCxn id="1052" idx="0"/>
          </p:cNvCxnSpPr>
          <p:nvPr/>
        </p:nvCxnSpPr>
        <p:spPr>
          <a:xfrm>
            <a:off x="5747392" y="1647793"/>
            <a:ext cx="356100" cy="265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43"/>
          <p:cNvSpPr/>
          <p:nvPr/>
        </p:nvSpPr>
        <p:spPr>
          <a:xfrm>
            <a:off x="5973592" y="1913293"/>
            <a:ext cx="259800" cy="23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53" name="Google Shape;1053;p43"/>
          <p:cNvCxnSpPr/>
          <p:nvPr/>
        </p:nvCxnSpPr>
        <p:spPr>
          <a:xfrm>
            <a:off x="6103449" y="2143589"/>
            <a:ext cx="300600" cy="366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43"/>
          <p:cNvSpPr/>
          <p:nvPr/>
        </p:nvSpPr>
        <p:spPr>
          <a:xfrm>
            <a:off x="6271790" y="2510515"/>
            <a:ext cx="259800" cy="2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55" name="Google Shape;1055;p43"/>
          <p:cNvCxnSpPr>
            <a:stCxn id="1052" idx="4"/>
          </p:cNvCxnSpPr>
          <p:nvPr/>
        </p:nvCxnSpPr>
        <p:spPr>
          <a:xfrm flipH="1">
            <a:off x="5886892" y="2143693"/>
            <a:ext cx="216600" cy="480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43"/>
          <p:cNvSpPr/>
          <p:nvPr/>
        </p:nvSpPr>
        <p:spPr>
          <a:xfrm>
            <a:off x="5609738" y="1417514"/>
            <a:ext cx="259800" cy="230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7" name="Google Shape;1057;p43"/>
          <p:cNvSpPr/>
          <p:nvPr/>
        </p:nvSpPr>
        <p:spPr>
          <a:xfrm>
            <a:off x="5747215" y="2510505"/>
            <a:ext cx="259800" cy="230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58" name="Google Shape;1058;p43"/>
          <p:cNvCxnSpPr>
            <a:stCxn id="1059" idx="0"/>
          </p:cNvCxnSpPr>
          <p:nvPr/>
        </p:nvCxnSpPr>
        <p:spPr>
          <a:xfrm flipH="1" rot="10800000">
            <a:off x="7028253" y="1593476"/>
            <a:ext cx="430200" cy="26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43"/>
          <p:cNvSpPr/>
          <p:nvPr/>
        </p:nvSpPr>
        <p:spPr>
          <a:xfrm>
            <a:off x="6898353" y="1862576"/>
            <a:ext cx="259800" cy="230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60" name="Google Shape;1060;p43"/>
          <p:cNvCxnSpPr>
            <a:endCxn id="1061" idx="0"/>
          </p:cNvCxnSpPr>
          <p:nvPr/>
        </p:nvCxnSpPr>
        <p:spPr>
          <a:xfrm>
            <a:off x="7458445" y="1597079"/>
            <a:ext cx="356100" cy="265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43"/>
          <p:cNvSpPr/>
          <p:nvPr/>
        </p:nvSpPr>
        <p:spPr>
          <a:xfrm>
            <a:off x="7684645" y="1862579"/>
            <a:ext cx="259800" cy="23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62" name="Google Shape;1062;p43"/>
          <p:cNvCxnSpPr/>
          <p:nvPr/>
        </p:nvCxnSpPr>
        <p:spPr>
          <a:xfrm>
            <a:off x="7814502" y="2092875"/>
            <a:ext cx="300600" cy="366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3" name="Google Shape;1063;p43"/>
          <p:cNvSpPr/>
          <p:nvPr/>
        </p:nvSpPr>
        <p:spPr>
          <a:xfrm>
            <a:off x="7982843" y="2459801"/>
            <a:ext cx="259800" cy="2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64" name="Google Shape;1064;p43"/>
          <p:cNvCxnSpPr>
            <a:stCxn id="1061" idx="4"/>
          </p:cNvCxnSpPr>
          <p:nvPr/>
        </p:nvCxnSpPr>
        <p:spPr>
          <a:xfrm flipH="1">
            <a:off x="7597945" y="2092979"/>
            <a:ext cx="216600" cy="480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5" name="Google Shape;1065;p43"/>
          <p:cNvSpPr/>
          <p:nvPr/>
        </p:nvSpPr>
        <p:spPr>
          <a:xfrm>
            <a:off x="7320791" y="1366800"/>
            <a:ext cx="259800" cy="230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6" name="Google Shape;1066;p43"/>
          <p:cNvSpPr/>
          <p:nvPr/>
        </p:nvSpPr>
        <p:spPr>
          <a:xfrm>
            <a:off x="7458268" y="2459791"/>
            <a:ext cx="259800" cy="230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67" name="Google Shape;1067;p43"/>
          <p:cNvCxnSpPr>
            <a:stCxn id="1068" idx="0"/>
          </p:cNvCxnSpPr>
          <p:nvPr/>
        </p:nvCxnSpPr>
        <p:spPr>
          <a:xfrm flipH="1" rot="10800000">
            <a:off x="5712500" y="3016920"/>
            <a:ext cx="340500" cy="200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8" name="Google Shape;1068;p43"/>
          <p:cNvSpPr/>
          <p:nvPr/>
        </p:nvSpPr>
        <p:spPr>
          <a:xfrm>
            <a:off x="5609750" y="3217620"/>
            <a:ext cx="205500" cy="171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69" name="Google Shape;1069;p43"/>
          <p:cNvCxnSpPr>
            <a:endCxn id="1070" idx="0"/>
          </p:cNvCxnSpPr>
          <p:nvPr/>
        </p:nvCxnSpPr>
        <p:spPr>
          <a:xfrm>
            <a:off x="6052922" y="3019322"/>
            <a:ext cx="282000" cy="198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0" name="Google Shape;1070;p43"/>
          <p:cNvSpPr/>
          <p:nvPr/>
        </p:nvSpPr>
        <p:spPr>
          <a:xfrm>
            <a:off x="6232172" y="3217622"/>
            <a:ext cx="205500" cy="171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71" name="Google Shape;1071;p43"/>
          <p:cNvCxnSpPr/>
          <p:nvPr/>
        </p:nvCxnSpPr>
        <p:spPr>
          <a:xfrm>
            <a:off x="6334966" y="3389460"/>
            <a:ext cx="237600" cy="27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43"/>
          <p:cNvSpPr/>
          <p:nvPr/>
        </p:nvSpPr>
        <p:spPr>
          <a:xfrm>
            <a:off x="6468223" y="3663247"/>
            <a:ext cx="205500" cy="171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73" name="Google Shape;1073;p43"/>
          <p:cNvCxnSpPr>
            <a:stCxn id="1070" idx="4"/>
          </p:cNvCxnSpPr>
          <p:nvPr/>
        </p:nvCxnSpPr>
        <p:spPr>
          <a:xfrm flipH="1">
            <a:off x="6163622" y="3389522"/>
            <a:ext cx="171300" cy="358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43"/>
          <p:cNvSpPr/>
          <p:nvPr/>
        </p:nvSpPr>
        <p:spPr>
          <a:xfrm>
            <a:off x="5944149" y="2847691"/>
            <a:ext cx="205500" cy="17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5" name="Google Shape;1075;p43"/>
          <p:cNvSpPr/>
          <p:nvPr/>
        </p:nvSpPr>
        <p:spPr>
          <a:xfrm>
            <a:off x="6052974" y="3663239"/>
            <a:ext cx="205500" cy="171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76" name="Google Shape;1076;p43"/>
          <p:cNvCxnSpPr>
            <a:stCxn id="1077" idx="0"/>
          </p:cNvCxnSpPr>
          <p:nvPr/>
        </p:nvCxnSpPr>
        <p:spPr>
          <a:xfrm flipH="1" rot="10800000">
            <a:off x="7066956" y="2979079"/>
            <a:ext cx="340500" cy="200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43"/>
          <p:cNvSpPr/>
          <p:nvPr/>
        </p:nvSpPr>
        <p:spPr>
          <a:xfrm>
            <a:off x="6964206" y="3179779"/>
            <a:ext cx="205500" cy="171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78" name="Google Shape;1078;p43"/>
          <p:cNvCxnSpPr>
            <a:endCxn id="1079" idx="0"/>
          </p:cNvCxnSpPr>
          <p:nvPr/>
        </p:nvCxnSpPr>
        <p:spPr>
          <a:xfrm>
            <a:off x="7407378" y="2981481"/>
            <a:ext cx="282000" cy="198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43"/>
          <p:cNvSpPr/>
          <p:nvPr/>
        </p:nvSpPr>
        <p:spPr>
          <a:xfrm>
            <a:off x="7586628" y="3179781"/>
            <a:ext cx="205500" cy="171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80" name="Google Shape;1080;p43"/>
          <p:cNvCxnSpPr/>
          <p:nvPr/>
        </p:nvCxnSpPr>
        <p:spPr>
          <a:xfrm>
            <a:off x="7689422" y="3351619"/>
            <a:ext cx="237600" cy="27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43"/>
          <p:cNvSpPr/>
          <p:nvPr/>
        </p:nvSpPr>
        <p:spPr>
          <a:xfrm>
            <a:off x="7822679" y="3625406"/>
            <a:ext cx="205500" cy="171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82" name="Google Shape;1082;p43"/>
          <p:cNvCxnSpPr>
            <a:stCxn id="1079" idx="4"/>
          </p:cNvCxnSpPr>
          <p:nvPr/>
        </p:nvCxnSpPr>
        <p:spPr>
          <a:xfrm flipH="1">
            <a:off x="7518078" y="3351681"/>
            <a:ext cx="171300" cy="358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43"/>
          <p:cNvSpPr/>
          <p:nvPr/>
        </p:nvSpPr>
        <p:spPr>
          <a:xfrm>
            <a:off x="7298604" y="2809850"/>
            <a:ext cx="205500" cy="17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4" name="Google Shape;1084;p43"/>
          <p:cNvSpPr/>
          <p:nvPr/>
        </p:nvSpPr>
        <p:spPr>
          <a:xfrm>
            <a:off x="7407430" y="3625398"/>
            <a:ext cx="205500" cy="171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 y Matriz de </a:t>
            </a:r>
            <a:r>
              <a:rPr lang="en"/>
              <a:t>Confusión</a:t>
            </a:r>
            <a:endParaRPr/>
          </a:p>
        </p:txBody>
      </p:sp>
      <p:sp>
        <p:nvSpPr>
          <p:cNvPr id="1090" name="Google Shape;1090;p44"/>
          <p:cNvSpPr txBox="1"/>
          <p:nvPr/>
        </p:nvSpPr>
        <p:spPr>
          <a:xfrm>
            <a:off x="457175" y="4123025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Accuracy</a:t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Decision Tree</a:t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091" name="Google Shape;1091;p44"/>
          <p:cNvSpPr txBox="1"/>
          <p:nvPr/>
        </p:nvSpPr>
        <p:spPr>
          <a:xfrm>
            <a:off x="4743250" y="4123025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Accuracy</a:t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Random Forest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44"/>
          <p:cNvSpPr/>
          <p:nvPr/>
        </p:nvSpPr>
        <p:spPr>
          <a:xfrm>
            <a:off x="936914" y="985525"/>
            <a:ext cx="2984100" cy="309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93" name="Google Shape;1093;p44"/>
          <p:cNvSpPr/>
          <p:nvPr/>
        </p:nvSpPr>
        <p:spPr>
          <a:xfrm>
            <a:off x="1371513" y="1436413"/>
            <a:ext cx="2114700" cy="21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4"/>
          <p:cNvSpPr/>
          <p:nvPr/>
        </p:nvSpPr>
        <p:spPr>
          <a:xfrm>
            <a:off x="1783151" y="1863458"/>
            <a:ext cx="1291500" cy="1340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4"/>
          <p:cNvSpPr/>
          <p:nvPr/>
        </p:nvSpPr>
        <p:spPr>
          <a:xfrm>
            <a:off x="530260" y="1304585"/>
            <a:ext cx="965700" cy="375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TN: 87 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6" name="Google Shape;1096;p44"/>
          <p:cNvSpPr/>
          <p:nvPr/>
        </p:nvSpPr>
        <p:spPr>
          <a:xfrm>
            <a:off x="530260" y="2977020"/>
            <a:ext cx="965700" cy="375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FN: 31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7" name="Google Shape;1097;p44"/>
          <p:cNvSpPr/>
          <p:nvPr/>
        </p:nvSpPr>
        <p:spPr>
          <a:xfrm>
            <a:off x="3361943" y="1304585"/>
            <a:ext cx="965700" cy="375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FP: 21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8" name="Google Shape;1098;p44"/>
          <p:cNvSpPr/>
          <p:nvPr/>
        </p:nvSpPr>
        <p:spPr>
          <a:xfrm>
            <a:off x="3361943" y="2977020"/>
            <a:ext cx="965700" cy="375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TP</a:t>
            </a: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: 98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9" name="Google Shape;1099;p44"/>
          <p:cNvSpPr/>
          <p:nvPr/>
        </p:nvSpPr>
        <p:spPr>
          <a:xfrm>
            <a:off x="2161463" y="2256072"/>
            <a:ext cx="534900" cy="5550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1100" name="Google Shape;1100;p44"/>
          <p:cNvSpPr/>
          <p:nvPr/>
        </p:nvSpPr>
        <p:spPr>
          <a:xfrm>
            <a:off x="5222939" y="985575"/>
            <a:ext cx="2984100" cy="309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01" name="Google Shape;1101;p44"/>
          <p:cNvSpPr/>
          <p:nvPr/>
        </p:nvSpPr>
        <p:spPr>
          <a:xfrm>
            <a:off x="5657538" y="1436463"/>
            <a:ext cx="2114700" cy="21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4"/>
          <p:cNvSpPr/>
          <p:nvPr/>
        </p:nvSpPr>
        <p:spPr>
          <a:xfrm>
            <a:off x="6069176" y="1863508"/>
            <a:ext cx="1291500" cy="1340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4"/>
          <p:cNvSpPr/>
          <p:nvPr/>
        </p:nvSpPr>
        <p:spPr>
          <a:xfrm>
            <a:off x="4816285" y="1304635"/>
            <a:ext cx="965700" cy="375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TN: 94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4" name="Google Shape;1104;p44"/>
          <p:cNvSpPr/>
          <p:nvPr/>
        </p:nvSpPr>
        <p:spPr>
          <a:xfrm>
            <a:off x="4816285" y="2977070"/>
            <a:ext cx="965700" cy="375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FN: 24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5" name="Google Shape;1105;p44"/>
          <p:cNvSpPr/>
          <p:nvPr/>
        </p:nvSpPr>
        <p:spPr>
          <a:xfrm>
            <a:off x="7647968" y="1304635"/>
            <a:ext cx="965700" cy="375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FP: 14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6" name="Google Shape;1106;p44"/>
          <p:cNvSpPr/>
          <p:nvPr/>
        </p:nvSpPr>
        <p:spPr>
          <a:xfrm>
            <a:off x="6447488" y="2256122"/>
            <a:ext cx="534900" cy="5550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4"/>
          <p:cNvSpPr txBox="1"/>
          <p:nvPr/>
        </p:nvSpPr>
        <p:spPr>
          <a:xfrm>
            <a:off x="2132700" y="2310425"/>
            <a:ext cx="65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78%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44"/>
          <p:cNvSpPr txBox="1"/>
          <p:nvPr/>
        </p:nvSpPr>
        <p:spPr>
          <a:xfrm>
            <a:off x="6389800" y="2310425"/>
            <a:ext cx="65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84</a:t>
            </a: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44"/>
          <p:cNvSpPr/>
          <p:nvPr/>
        </p:nvSpPr>
        <p:spPr>
          <a:xfrm>
            <a:off x="7647968" y="2977070"/>
            <a:ext cx="965700" cy="375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TP:  105</a:t>
            </a:r>
            <a:endParaRPr b="1" sz="1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5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dk1"/>
                </a:solidFill>
              </a:rPr>
              <a:t>Optimización del modelo y métricas finales</a:t>
            </a:r>
            <a:endParaRPr sz="5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6"/>
          <p:cNvSpPr/>
          <p:nvPr/>
        </p:nvSpPr>
        <p:spPr>
          <a:xfrm>
            <a:off x="4740906" y="3031578"/>
            <a:ext cx="1789200" cy="27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Ceq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0" name="Google Shape;1120;p46"/>
          <p:cNvSpPr/>
          <p:nvPr/>
        </p:nvSpPr>
        <p:spPr>
          <a:xfrm>
            <a:off x="2612418" y="3043238"/>
            <a:ext cx="1789200" cy="271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Caudal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1" name="Google Shape;1121;p46"/>
          <p:cNvSpPr txBox="1"/>
          <p:nvPr/>
        </p:nvSpPr>
        <p:spPr>
          <a:xfrm>
            <a:off x="4733200" y="3301482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Carbono equivalente del tubo (material).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46"/>
          <p:cNvSpPr txBox="1"/>
          <p:nvPr/>
        </p:nvSpPr>
        <p:spPr>
          <a:xfrm>
            <a:off x="2606788" y="3310758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Caudal de temple (en m3/h).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46"/>
          <p:cNvSpPr/>
          <p:nvPr/>
        </p:nvSpPr>
        <p:spPr>
          <a:xfrm>
            <a:off x="4742668" y="4059051"/>
            <a:ext cx="1789200" cy="2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VelVia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4" name="Google Shape;1124;p46"/>
          <p:cNvSpPr txBox="1"/>
          <p:nvPr/>
        </p:nvSpPr>
        <p:spPr>
          <a:xfrm>
            <a:off x="4737038" y="432657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Velocidad de vía del tubo (mm/min).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46"/>
          <p:cNvSpPr/>
          <p:nvPr/>
        </p:nvSpPr>
        <p:spPr>
          <a:xfrm>
            <a:off x="6858690" y="3031575"/>
            <a:ext cx="1789200" cy="27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Ttemple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6" name="Google Shape;1126;p46"/>
          <p:cNvSpPr/>
          <p:nvPr/>
        </p:nvSpPr>
        <p:spPr>
          <a:xfrm>
            <a:off x="2617765" y="4058123"/>
            <a:ext cx="1789200" cy="27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PermRev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7" name="Google Shape;1127;p46"/>
          <p:cNvSpPr txBox="1"/>
          <p:nvPr/>
        </p:nvSpPr>
        <p:spPr>
          <a:xfrm>
            <a:off x="6853963" y="330427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Temperatura de temple (en °C)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46"/>
          <p:cNvSpPr txBox="1"/>
          <p:nvPr/>
        </p:nvSpPr>
        <p:spPr>
          <a:xfrm>
            <a:off x="2610963" y="432588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Permanencia de revenido (min).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46"/>
          <p:cNvSpPr/>
          <p:nvPr/>
        </p:nvSpPr>
        <p:spPr>
          <a:xfrm>
            <a:off x="6863115" y="4058123"/>
            <a:ext cx="1789200" cy="27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TRev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0" name="Google Shape;1130;p46"/>
          <p:cNvSpPr/>
          <p:nvPr/>
        </p:nvSpPr>
        <p:spPr>
          <a:xfrm>
            <a:off x="2620593" y="1927251"/>
            <a:ext cx="1789200" cy="2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1" name="Google Shape;1131;p46"/>
          <p:cNvSpPr txBox="1"/>
          <p:nvPr/>
        </p:nvSpPr>
        <p:spPr>
          <a:xfrm>
            <a:off x="6856313" y="4325886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Temperatura de revenido (°C).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46"/>
          <p:cNvSpPr txBox="1"/>
          <p:nvPr/>
        </p:nvSpPr>
        <p:spPr>
          <a:xfrm>
            <a:off x="2614963" y="219477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Fuera de norma (variable dicotómica).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46"/>
          <p:cNvSpPr txBox="1"/>
          <p:nvPr/>
        </p:nvSpPr>
        <p:spPr>
          <a:xfrm>
            <a:off x="457188" y="1927245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 Explicada: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46"/>
          <p:cNvSpPr txBox="1"/>
          <p:nvPr/>
        </p:nvSpPr>
        <p:spPr>
          <a:xfrm>
            <a:off x="457202" y="3043250"/>
            <a:ext cx="2064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Variables  Explicativas: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46"/>
          <p:cNvSpPr/>
          <p:nvPr/>
        </p:nvSpPr>
        <p:spPr>
          <a:xfrm>
            <a:off x="457200" y="2841450"/>
            <a:ext cx="8186002" cy="68714"/>
          </a:xfrm>
          <a:custGeom>
            <a:rect b="b" l="l" r="r" t="t"/>
            <a:pathLst>
              <a:path extrusionOk="0" h="6596" w="32508">
                <a:moveTo>
                  <a:pt x="0" y="1"/>
                </a:moveTo>
                <a:lnTo>
                  <a:pt x="0" y="6595"/>
                </a:lnTo>
                <a:lnTo>
                  <a:pt x="32507" y="6595"/>
                </a:lnTo>
                <a:lnTo>
                  <a:pt x="32507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Introducción</a:t>
            </a:r>
            <a:endParaRPr sz="2000"/>
          </a:p>
        </p:txBody>
      </p:sp>
      <p:sp>
        <p:nvSpPr>
          <p:cNvPr id="1137" name="Google Shape;1137;p46"/>
          <p:cNvSpPr txBox="1"/>
          <p:nvPr/>
        </p:nvSpPr>
        <p:spPr>
          <a:xfrm>
            <a:off x="457275" y="892975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 principal finalidad de los modelos es poder predecir si los tubos de acero que pasan por el tratamiento térmico van a estar dentro de la norma o no. El modelo que finalmente usaremos será el que tenga un mayor porcentaje de aciertos en la predicción, es decir, el que tenga un “accuracy” más alto.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Árbol de </a:t>
            </a:r>
            <a:r>
              <a:rPr lang="en" sz="2000"/>
              <a:t>Decisión</a:t>
            </a:r>
            <a:endParaRPr sz="2000"/>
          </a:p>
        </p:txBody>
      </p:sp>
      <p:sp>
        <p:nvSpPr>
          <p:cNvPr id="1143" name="Google Shape;1143;p47"/>
          <p:cNvSpPr txBox="1"/>
          <p:nvPr/>
        </p:nvSpPr>
        <p:spPr>
          <a:xfrm>
            <a:off x="838625" y="1090200"/>
            <a:ext cx="80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Los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árboles de decisión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 son modelos predictivos formados por reglas binarias (si/no) con las que se consigue repartir las observaciones en función de sus atributos y predecir así el valor de la variable respuesta.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47"/>
          <p:cNvSpPr txBox="1"/>
          <p:nvPr/>
        </p:nvSpPr>
        <p:spPr>
          <a:xfrm>
            <a:off x="4677600" y="1892375"/>
            <a:ext cx="334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El modelo es capaz de predecir correctamente un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78 % 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de las observaciones testeadas</a:t>
            </a:r>
            <a:endParaRPr sz="1200"/>
          </a:p>
        </p:txBody>
      </p:sp>
      <p:sp>
        <p:nvSpPr>
          <p:cNvPr id="1145" name="Google Shape;1145;p47"/>
          <p:cNvSpPr txBox="1"/>
          <p:nvPr/>
        </p:nvSpPr>
        <p:spPr>
          <a:xfrm>
            <a:off x="4677600" y="3092150"/>
            <a:ext cx="334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 </a:t>
            </a:r>
            <a:r>
              <a:rPr b="1" lang="en" sz="1200"/>
              <a:t>87</a:t>
            </a:r>
            <a:r>
              <a:rPr lang="en" sz="1200"/>
              <a:t> </a:t>
            </a:r>
            <a:r>
              <a:rPr lang="en" sz="1200"/>
              <a:t>tubos que estaban </a:t>
            </a:r>
            <a:r>
              <a:rPr lang="en" sz="1200"/>
              <a:t>en norma</a:t>
            </a:r>
            <a:r>
              <a:rPr lang="en" sz="1200"/>
              <a:t> y </a:t>
            </a:r>
            <a:r>
              <a:rPr b="1" lang="en" sz="1200"/>
              <a:t>98</a:t>
            </a:r>
            <a:r>
              <a:rPr b="1" lang="en" sz="1200"/>
              <a:t> </a:t>
            </a:r>
            <a:r>
              <a:rPr lang="en" sz="1200"/>
              <a:t>que </a:t>
            </a:r>
            <a:r>
              <a:rPr lang="en" sz="1200"/>
              <a:t>no</a:t>
            </a:r>
            <a:r>
              <a:rPr lang="en" sz="1200"/>
              <a:t>, el modelo </a:t>
            </a:r>
            <a:r>
              <a:rPr b="1" lang="en" sz="1200"/>
              <a:t>acertó</a:t>
            </a:r>
            <a:r>
              <a:rPr lang="en" sz="1200"/>
              <a:t> en ambos casos. Por otro lado, el modelo predijo que </a:t>
            </a:r>
            <a:r>
              <a:rPr b="1" lang="en" sz="1200"/>
              <a:t>31 </a:t>
            </a:r>
            <a:r>
              <a:rPr lang="en" sz="1200"/>
              <a:t>tubos estaban en norma cuando </a:t>
            </a:r>
            <a:r>
              <a:rPr b="1" lang="en" sz="1200"/>
              <a:t>no era así</a:t>
            </a:r>
            <a:r>
              <a:rPr lang="en" sz="1200"/>
              <a:t> y predijo que había </a:t>
            </a:r>
            <a:r>
              <a:rPr b="1" lang="en" sz="1200"/>
              <a:t>21 </a:t>
            </a:r>
            <a:r>
              <a:rPr lang="en" sz="1200"/>
              <a:t>tubos fuera de norma cuando estaban en norma.</a:t>
            </a:r>
            <a:endParaRPr sz="1200"/>
          </a:p>
        </p:txBody>
      </p:sp>
      <p:sp>
        <p:nvSpPr>
          <p:cNvPr id="1146" name="Google Shape;1146;p47"/>
          <p:cNvSpPr/>
          <p:nvPr/>
        </p:nvSpPr>
        <p:spPr>
          <a:xfrm>
            <a:off x="1216316" y="1841525"/>
            <a:ext cx="2771700" cy="294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47" name="Google Shape;1147;p47"/>
          <p:cNvSpPr/>
          <p:nvPr/>
        </p:nvSpPr>
        <p:spPr>
          <a:xfrm>
            <a:off x="1619961" y="2270772"/>
            <a:ext cx="1964100" cy="20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7"/>
          <p:cNvSpPr/>
          <p:nvPr/>
        </p:nvSpPr>
        <p:spPr>
          <a:xfrm>
            <a:off x="2002282" y="2677319"/>
            <a:ext cx="1199400" cy="1275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47"/>
          <p:cNvSpPr/>
          <p:nvPr/>
        </p:nvSpPr>
        <p:spPr>
          <a:xfrm>
            <a:off x="838625" y="2145271"/>
            <a:ext cx="897000" cy="357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TN: 87 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0" name="Google Shape;1150;p47"/>
          <p:cNvSpPr/>
          <p:nvPr/>
        </p:nvSpPr>
        <p:spPr>
          <a:xfrm>
            <a:off x="838625" y="3737433"/>
            <a:ext cx="897000" cy="357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FN: 31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1" name="Google Shape;1151;p47"/>
          <p:cNvSpPr/>
          <p:nvPr/>
        </p:nvSpPr>
        <p:spPr>
          <a:xfrm>
            <a:off x="3468629" y="2145271"/>
            <a:ext cx="897000" cy="357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FP: 21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2" name="Google Shape;1152;p47"/>
          <p:cNvSpPr/>
          <p:nvPr/>
        </p:nvSpPr>
        <p:spPr>
          <a:xfrm>
            <a:off x="3468629" y="3737433"/>
            <a:ext cx="897000" cy="3573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TP: 98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3" name="Google Shape;1153;p47"/>
          <p:cNvSpPr/>
          <p:nvPr/>
        </p:nvSpPr>
        <p:spPr>
          <a:xfrm>
            <a:off x="2353650" y="3051089"/>
            <a:ext cx="496800" cy="5283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1154" name="Google Shape;1154;p47"/>
          <p:cNvSpPr txBox="1"/>
          <p:nvPr/>
        </p:nvSpPr>
        <p:spPr>
          <a:xfrm>
            <a:off x="2326935" y="3102833"/>
            <a:ext cx="60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78%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48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Árbol de Decisión</a:t>
            </a:r>
            <a:endParaRPr sz="2000"/>
          </a:p>
        </p:txBody>
      </p:sp>
      <p:pic>
        <p:nvPicPr>
          <p:cNvPr id="1160" name="Google Shape;11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375"/>
            <a:ext cx="8991601" cy="409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9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Árbol de Decisión</a:t>
            </a:r>
            <a:endParaRPr sz="2000"/>
          </a:p>
        </p:txBody>
      </p:sp>
      <p:pic>
        <p:nvPicPr>
          <p:cNvPr id="1166" name="Google Shape;11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00" y="1064025"/>
            <a:ext cx="7674795" cy="394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50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Random Forest</a:t>
            </a:r>
            <a:endParaRPr sz="2000"/>
          </a:p>
        </p:txBody>
      </p:sp>
      <p:sp>
        <p:nvSpPr>
          <p:cNvPr id="1172" name="Google Shape;1172;p50"/>
          <p:cNvSpPr txBox="1"/>
          <p:nvPr/>
        </p:nvSpPr>
        <p:spPr>
          <a:xfrm>
            <a:off x="838625" y="1090200"/>
            <a:ext cx="80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Un modelo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Random Forest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 está formado por un conjunto de árboles de decisión individuales. La predicción de una nueva observación se obtiene agregando las predicciones de todos los árboles individuales que forman el modelo.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50"/>
          <p:cNvSpPr txBox="1"/>
          <p:nvPr/>
        </p:nvSpPr>
        <p:spPr>
          <a:xfrm>
            <a:off x="4677600" y="1892375"/>
            <a:ext cx="334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El modelo es capaz de predecir correctamente un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84 %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 de las observaciones testeadas</a:t>
            </a:r>
            <a:endParaRPr sz="1200"/>
          </a:p>
        </p:txBody>
      </p:sp>
      <p:sp>
        <p:nvSpPr>
          <p:cNvPr id="1174" name="Google Shape;1174;p50"/>
          <p:cNvSpPr txBox="1"/>
          <p:nvPr/>
        </p:nvSpPr>
        <p:spPr>
          <a:xfrm>
            <a:off x="4677600" y="3092150"/>
            <a:ext cx="334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 </a:t>
            </a:r>
            <a:r>
              <a:rPr b="1" lang="en" sz="1200"/>
              <a:t>94</a:t>
            </a:r>
            <a:r>
              <a:rPr lang="en" sz="1200"/>
              <a:t> tubos que estaban en norma y </a:t>
            </a:r>
            <a:r>
              <a:rPr b="1" lang="en" sz="1200"/>
              <a:t>105</a:t>
            </a:r>
            <a:r>
              <a:rPr lang="en" sz="1200"/>
              <a:t> que no, el modelo </a:t>
            </a:r>
            <a:r>
              <a:rPr b="1" lang="en" sz="1200"/>
              <a:t>acertó</a:t>
            </a:r>
            <a:r>
              <a:rPr lang="en" sz="1200"/>
              <a:t> en ambos casos. Por otro lado, el modelo predijo que </a:t>
            </a:r>
            <a:r>
              <a:rPr b="1" lang="en" sz="1200"/>
              <a:t>24 </a:t>
            </a:r>
            <a:r>
              <a:rPr lang="en" sz="1200"/>
              <a:t>tubos estaban en norma cuando </a:t>
            </a:r>
            <a:r>
              <a:rPr b="1" lang="en" sz="1200"/>
              <a:t>no era así </a:t>
            </a:r>
            <a:r>
              <a:rPr lang="en" sz="1200"/>
              <a:t>y predijo que había </a:t>
            </a:r>
            <a:r>
              <a:rPr b="1" lang="en" sz="1200"/>
              <a:t>14 </a:t>
            </a:r>
            <a:r>
              <a:rPr lang="en" sz="1200"/>
              <a:t>tubos fuera de norma cuando estaban en norma.</a:t>
            </a:r>
            <a:endParaRPr sz="1200"/>
          </a:p>
        </p:txBody>
      </p:sp>
      <p:sp>
        <p:nvSpPr>
          <p:cNvPr id="1175" name="Google Shape;1175;p50"/>
          <p:cNvSpPr/>
          <p:nvPr/>
        </p:nvSpPr>
        <p:spPr>
          <a:xfrm>
            <a:off x="1238436" y="1740425"/>
            <a:ext cx="2934000" cy="3049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76" name="Google Shape;1176;p50"/>
          <p:cNvSpPr/>
          <p:nvPr/>
        </p:nvSpPr>
        <p:spPr>
          <a:xfrm>
            <a:off x="1665722" y="2184489"/>
            <a:ext cx="2079000" cy="2160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0"/>
          <p:cNvSpPr/>
          <p:nvPr/>
        </p:nvSpPr>
        <p:spPr>
          <a:xfrm>
            <a:off x="2070435" y="2605070"/>
            <a:ext cx="1269600" cy="13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0"/>
          <p:cNvSpPr/>
          <p:nvPr/>
        </p:nvSpPr>
        <p:spPr>
          <a:xfrm>
            <a:off x="838625" y="2054656"/>
            <a:ext cx="949200" cy="3696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TN: 94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9" name="Google Shape;1179;p50"/>
          <p:cNvSpPr/>
          <p:nvPr/>
        </p:nvSpPr>
        <p:spPr>
          <a:xfrm>
            <a:off x="838625" y="3701778"/>
            <a:ext cx="949200" cy="3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FN: 24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0" name="Google Shape;1180;p50"/>
          <p:cNvSpPr/>
          <p:nvPr/>
        </p:nvSpPr>
        <p:spPr>
          <a:xfrm>
            <a:off x="3622661" y="2054656"/>
            <a:ext cx="949200" cy="3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FP: 14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1" name="Google Shape;1181;p50"/>
          <p:cNvSpPr/>
          <p:nvPr/>
        </p:nvSpPr>
        <p:spPr>
          <a:xfrm>
            <a:off x="2442381" y="2991742"/>
            <a:ext cx="525900" cy="546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0"/>
          <p:cNvSpPr txBox="1"/>
          <p:nvPr/>
        </p:nvSpPr>
        <p:spPr>
          <a:xfrm>
            <a:off x="2385663" y="3045223"/>
            <a:ext cx="63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84%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50"/>
          <p:cNvSpPr/>
          <p:nvPr/>
        </p:nvSpPr>
        <p:spPr>
          <a:xfrm>
            <a:off x="3622661" y="3701778"/>
            <a:ext cx="949200" cy="3696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TP:  105</a:t>
            </a:r>
            <a:endParaRPr b="1" sz="1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51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Random Forest</a:t>
            </a:r>
            <a:endParaRPr sz="2000"/>
          </a:p>
        </p:txBody>
      </p:sp>
      <p:pic>
        <p:nvPicPr>
          <p:cNvPr id="1189" name="Google Shape;118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00" y="1082650"/>
            <a:ext cx="7674795" cy="394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52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Optimización de </a:t>
            </a:r>
            <a:r>
              <a:rPr lang="en" sz="2000"/>
              <a:t>hiperparámetros</a:t>
            </a:r>
            <a:endParaRPr sz="2000"/>
          </a:p>
        </p:txBody>
      </p:sp>
      <p:sp>
        <p:nvSpPr>
          <p:cNvPr id="1195" name="Google Shape;1195;p52"/>
          <p:cNvSpPr txBox="1"/>
          <p:nvPr/>
        </p:nvSpPr>
        <p:spPr>
          <a:xfrm>
            <a:off x="838625" y="1090200"/>
            <a:ext cx="805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El ajuste de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hiperparámetros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, es el proceso de encontrar la configuración de hiperparámetros que produzca el mejor rendimiento para nuestro modelo. Ejecutamos nuevamente el modelo de random forest con los 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parámetros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 ya optimizados.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52"/>
          <p:cNvSpPr txBox="1"/>
          <p:nvPr/>
        </p:nvSpPr>
        <p:spPr>
          <a:xfrm>
            <a:off x="4677600" y="1892375"/>
            <a:ext cx="334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El modelo es capaz de predecir correctamente un </a:t>
            </a:r>
            <a:r>
              <a:rPr b="1" lang="en" sz="1200">
                <a:solidFill>
                  <a:srgbClr val="333333"/>
                </a:solidFill>
                <a:highlight>
                  <a:srgbClr val="FCFCFC"/>
                </a:highlight>
              </a:rPr>
              <a:t>84 %</a:t>
            </a:r>
            <a:r>
              <a:rPr lang="en" sz="1200">
                <a:solidFill>
                  <a:srgbClr val="333333"/>
                </a:solidFill>
                <a:highlight>
                  <a:srgbClr val="FCFCFC"/>
                </a:highlight>
              </a:rPr>
              <a:t> de las observaciones testeadas</a:t>
            </a:r>
            <a:endParaRPr sz="1200"/>
          </a:p>
        </p:txBody>
      </p:sp>
      <p:sp>
        <p:nvSpPr>
          <p:cNvPr id="1197" name="Google Shape;1197;p52"/>
          <p:cNvSpPr txBox="1"/>
          <p:nvPr/>
        </p:nvSpPr>
        <p:spPr>
          <a:xfrm>
            <a:off x="4677600" y="3092150"/>
            <a:ext cx="334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 </a:t>
            </a:r>
            <a:r>
              <a:rPr b="1" lang="en" sz="1200"/>
              <a:t>93 </a:t>
            </a:r>
            <a:r>
              <a:rPr lang="en" sz="1200"/>
              <a:t>tubos que estaban en norma y </a:t>
            </a:r>
            <a:r>
              <a:rPr b="1" lang="en" sz="1200"/>
              <a:t>106 </a:t>
            </a:r>
            <a:r>
              <a:rPr lang="en" sz="1200"/>
              <a:t>que no, el modelo </a:t>
            </a:r>
            <a:r>
              <a:rPr b="1" lang="en" sz="1200"/>
              <a:t>acertó en ambos casos</a:t>
            </a:r>
            <a:r>
              <a:rPr lang="en" sz="1200"/>
              <a:t>. Por otro lado, el modelo predijo que </a:t>
            </a:r>
            <a:r>
              <a:rPr b="1" lang="en" sz="1200"/>
              <a:t>23 </a:t>
            </a:r>
            <a:r>
              <a:rPr lang="en" sz="1200"/>
              <a:t>tubos estaban en norma cuando </a:t>
            </a:r>
            <a:r>
              <a:rPr b="1" lang="en" sz="1200"/>
              <a:t>no era así</a:t>
            </a:r>
            <a:r>
              <a:rPr lang="en" sz="1200"/>
              <a:t> y predijo que había </a:t>
            </a:r>
            <a:r>
              <a:rPr b="1" lang="en" sz="1200"/>
              <a:t>15 </a:t>
            </a:r>
            <a:r>
              <a:rPr lang="en" sz="1200"/>
              <a:t>tubos fuera de norma cuando estaban en norma.</a:t>
            </a:r>
            <a:endParaRPr sz="1200"/>
          </a:p>
        </p:txBody>
      </p:sp>
      <p:sp>
        <p:nvSpPr>
          <p:cNvPr id="1198" name="Google Shape;1198;p52"/>
          <p:cNvSpPr/>
          <p:nvPr/>
        </p:nvSpPr>
        <p:spPr>
          <a:xfrm>
            <a:off x="1238436" y="1765700"/>
            <a:ext cx="2934000" cy="3049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99" name="Google Shape;1199;p52"/>
          <p:cNvSpPr/>
          <p:nvPr/>
        </p:nvSpPr>
        <p:spPr>
          <a:xfrm>
            <a:off x="1665722" y="2209764"/>
            <a:ext cx="2079000" cy="2160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2"/>
          <p:cNvSpPr/>
          <p:nvPr/>
        </p:nvSpPr>
        <p:spPr>
          <a:xfrm>
            <a:off x="2070435" y="2630345"/>
            <a:ext cx="1269600" cy="13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2"/>
          <p:cNvSpPr/>
          <p:nvPr/>
        </p:nvSpPr>
        <p:spPr>
          <a:xfrm>
            <a:off x="838625" y="2079931"/>
            <a:ext cx="949200" cy="3696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TN: 93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2" name="Google Shape;1202;p52"/>
          <p:cNvSpPr/>
          <p:nvPr/>
        </p:nvSpPr>
        <p:spPr>
          <a:xfrm>
            <a:off x="838625" y="3727053"/>
            <a:ext cx="949200" cy="3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FN: 23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3" name="Google Shape;1203;p52"/>
          <p:cNvSpPr/>
          <p:nvPr/>
        </p:nvSpPr>
        <p:spPr>
          <a:xfrm>
            <a:off x="3622661" y="2079931"/>
            <a:ext cx="949200" cy="3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FP: 15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4" name="Google Shape;1204;p52"/>
          <p:cNvSpPr/>
          <p:nvPr/>
        </p:nvSpPr>
        <p:spPr>
          <a:xfrm>
            <a:off x="2442381" y="3017017"/>
            <a:ext cx="525900" cy="546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2"/>
          <p:cNvSpPr txBox="1"/>
          <p:nvPr/>
        </p:nvSpPr>
        <p:spPr>
          <a:xfrm>
            <a:off x="2385663" y="3070498"/>
            <a:ext cx="63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84%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2"/>
          <p:cNvSpPr/>
          <p:nvPr/>
        </p:nvSpPr>
        <p:spPr>
          <a:xfrm>
            <a:off x="3622650" y="3727050"/>
            <a:ext cx="949200" cy="3696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TP:  106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3"/>
          <p:cNvSpPr txBox="1"/>
          <p:nvPr>
            <p:ph idx="4294967295"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Optimización de hiperparámetros</a:t>
            </a:r>
            <a:endParaRPr sz="2000"/>
          </a:p>
        </p:txBody>
      </p:sp>
      <p:pic>
        <p:nvPicPr>
          <p:cNvPr id="1212" name="Google Shape;12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00" y="1026750"/>
            <a:ext cx="7674795" cy="394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4"/>
          <p:cNvSpPr/>
          <p:nvPr/>
        </p:nvSpPr>
        <p:spPr>
          <a:xfrm>
            <a:off x="3103750" y="2963272"/>
            <a:ext cx="823389" cy="32429"/>
          </a:xfrm>
          <a:custGeom>
            <a:rect b="b" l="l" r="r" t="t"/>
            <a:pathLst>
              <a:path extrusionOk="0" h="932" w="23664">
                <a:moveTo>
                  <a:pt x="0" y="0"/>
                </a:moveTo>
                <a:lnTo>
                  <a:pt x="0" y="931"/>
                </a:lnTo>
                <a:lnTo>
                  <a:pt x="23663" y="931"/>
                </a:lnTo>
                <a:lnTo>
                  <a:pt x="23663" y="0"/>
                </a:lnTo>
                <a:close/>
              </a:path>
            </a:pathLst>
          </a:custGeom>
          <a:solidFill>
            <a:srgbClr val="F29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5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Segunda Optimización con Métrica Personalizada</a:t>
            </a:r>
            <a:endParaRPr/>
          </a:p>
        </p:txBody>
      </p:sp>
      <p:sp>
        <p:nvSpPr>
          <p:cNvPr id="1219" name="Google Shape;1219;p54"/>
          <p:cNvSpPr/>
          <p:nvPr/>
        </p:nvSpPr>
        <p:spPr>
          <a:xfrm>
            <a:off x="461975" y="3836200"/>
            <a:ext cx="1969800" cy="214200"/>
          </a:xfrm>
          <a:prstGeom prst="roundRect">
            <a:avLst>
              <a:gd fmla="val 50000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4"/>
          <p:cNvSpPr/>
          <p:nvPr/>
        </p:nvSpPr>
        <p:spPr>
          <a:xfrm>
            <a:off x="5390388" y="3975636"/>
            <a:ext cx="689400" cy="689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4"/>
          <p:cNvSpPr/>
          <p:nvPr/>
        </p:nvSpPr>
        <p:spPr>
          <a:xfrm>
            <a:off x="5390338" y="3005475"/>
            <a:ext cx="689400" cy="689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4"/>
          <p:cNvSpPr/>
          <p:nvPr/>
        </p:nvSpPr>
        <p:spPr>
          <a:xfrm>
            <a:off x="5390400" y="2090763"/>
            <a:ext cx="689400" cy="689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4"/>
          <p:cNvSpPr/>
          <p:nvPr/>
        </p:nvSpPr>
        <p:spPr>
          <a:xfrm>
            <a:off x="5390388" y="1171961"/>
            <a:ext cx="689400" cy="689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4" name="Google Shape;1224;p54"/>
          <p:cNvGrpSpPr/>
          <p:nvPr/>
        </p:nvGrpSpPr>
        <p:grpSpPr>
          <a:xfrm>
            <a:off x="6210600" y="1205233"/>
            <a:ext cx="2476680" cy="808687"/>
            <a:chOff x="5990704" y="1272350"/>
            <a:chExt cx="2696146" cy="808687"/>
          </a:xfrm>
        </p:grpSpPr>
        <p:sp>
          <p:nvSpPr>
            <p:cNvPr id="1225" name="Google Shape;1225;p54"/>
            <p:cNvSpPr txBox="1"/>
            <p:nvPr/>
          </p:nvSpPr>
          <p:spPr>
            <a:xfrm>
              <a:off x="6951950" y="1272350"/>
              <a:ext cx="1734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01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26" name="Google Shape;1226;p54"/>
            <p:cNvSpPr txBox="1"/>
            <p:nvPr/>
          </p:nvSpPr>
          <p:spPr>
            <a:xfrm>
              <a:off x="5990704" y="1523637"/>
              <a:ext cx="2696100" cy="5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Resulta importante que la optimización del modelo se vincule al problema de negocio.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7" name="Google Shape;1227;p54"/>
          <p:cNvGrpSpPr/>
          <p:nvPr/>
        </p:nvGrpSpPr>
        <p:grpSpPr>
          <a:xfrm>
            <a:off x="6210600" y="2124056"/>
            <a:ext cx="2476680" cy="810494"/>
            <a:chOff x="5990704" y="2191173"/>
            <a:chExt cx="2696146" cy="810494"/>
          </a:xfrm>
        </p:grpSpPr>
        <p:sp>
          <p:nvSpPr>
            <p:cNvPr id="1228" name="Google Shape;1228;p54"/>
            <p:cNvSpPr txBox="1"/>
            <p:nvPr/>
          </p:nvSpPr>
          <p:spPr>
            <a:xfrm>
              <a:off x="6951950" y="2191173"/>
              <a:ext cx="1734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02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29" name="Google Shape;1229;p54"/>
            <p:cNvSpPr txBox="1"/>
            <p:nvPr/>
          </p:nvSpPr>
          <p:spPr>
            <a:xfrm>
              <a:off x="5990704" y="2442467"/>
              <a:ext cx="26961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Se construye entonces una métrica que marque una utilidad media por la predicción.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54"/>
          <p:cNvGrpSpPr/>
          <p:nvPr/>
        </p:nvGrpSpPr>
        <p:grpSpPr>
          <a:xfrm>
            <a:off x="6210596" y="3042885"/>
            <a:ext cx="2476683" cy="685885"/>
            <a:chOff x="5990700" y="3110002"/>
            <a:chExt cx="2696150" cy="685885"/>
          </a:xfrm>
        </p:grpSpPr>
        <p:sp>
          <p:nvSpPr>
            <p:cNvPr id="1231" name="Google Shape;1231;p54"/>
            <p:cNvSpPr txBox="1"/>
            <p:nvPr/>
          </p:nvSpPr>
          <p:spPr>
            <a:xfrm>
              <a:off x="6951950" y="3110002"/>
              <a:ext cx="1734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03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32" name="Google Shape;1232;p54"/>
            <p:cNvSpPr txBox="1"/>
            <p:nvPr/>
          </p:nvSpPr>
          <p:spPr>
            <a:xfrm>
              <a:off x="5990700" y="3359087"/>
              <a:ext cx="2696100" cy="4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La métrica ajusta cierta ganancia o pérdida de dinero por tubo.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3" name="Google Shape;1233;p54"/>
          <p:cNvGrpSpPr/>
          <p:nvPr/>
        </p:nvGrpSpPr>
        <p:grpSpPr>
          <a:xfrm>
            <a:off x="6210600" y="3975557"/>
            <a:ext cx="2476637" cy="973192"/>
            <a:chOff x="5990704" y="4042674"/>
            <a:chExt cx="2696100" cy="973192"/>
          </a:xfrm>
        </p:grpSpPr>
        <p:sp>
          <p:nvSpPr>
            <p:cNvPr id="1234" name="Google Shape;1234;p54"/>
            <p:cNvSpPr txBox="1"/>
            <p:nvPr/>
          </p:nvSpPr>
          <p:spPr>
            <a:xfrm>
              <a:off x="7042487" y="4042674"/>
              <a:ext cx="16443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04</a:t>
              </a:r>
              <a:endParaRPr b="1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35" name="Google Shape;1235;p54"/>
            <p:cNvSpPr txBox="1"/>
            <p:nvPr/>
          </p:nvSpPr>
          <p:spPr>
            <a:xfrm>
              <a:off x="5990704" y="4295267"/>
              <a:ext cx="2696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No se tienen en cuenta los tubos en norma bien predichos ya que el objetivo es detectar tubos fuera de norma.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36" name="Google Shape;1236;p54"/>
          <p:cNvSpPr txBox="1"/>
          <p:nvPr/>
        </p:nvSpPr>
        <p:spPr>
          <a:xfrm>
            <a:off x="457250" y="353125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Fira Sans"/>
                <a:ea typeface="Fira Sans"/>
                <a:cs typeface="Fira Sans"/>
                <a:sym typeface="Fira Sans"/>
              </a:rPr>
              <a:t>TN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7" name="Google Shape;1237;p54"/>
          <p:cNvSpPr txBox="1"/>
          <p:nvPr/>
        </p:nvSpPr>
        <p:spPr>
          <a:xfrm>
            <a:off x="2606925" y="353125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FP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8" name="Google Shape;1238;p54"/>
          <p:cNvSpPr/>
          <p:nvPr/>
        </p:nvSpPr>
        <p:spPr>
          <a:xfrm>
            <a:off x="495650" y="3869525"/>
            <a:ext cx="140700" cy="147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4"/>
          <p:cNvSpPr/>
          <p:nvPr/>
        </p:nvSpPr>
        <p:spPr>
          <a:xfrm>
            <a:off x="2606925" y="3836200"/>
            <a:ext cx="1969800" cy="214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4"/>
          <p:cNvSpPr/>
          <p:nvPr/>
        </p:nvSpPr>
        <p:spPr>
          <a:xfrm>
            <a:off x="2640600" y="3869525"/>
            <a:ext cx="1426500" cy="147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4"/>
          <p:cNvSpPr/>
          <p:nvPr/>
        </p:nvSpPr>
        <p:spPr>
          <a:xfrm>
            <a:off x="461975" y="4469688"/>
            <a:ext cx="1969800" cy="214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4"/>
          <p:cNvSpPr txBox="1"/>
          <p:nvPr/>
        </p:nvSpPr>
        <p:spPr>
          <a:xfrm>
            <a:off x="457250" y="4164738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FN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3" name="Google Shape;1243;p54"/>
          <p:cNvSpPr txBox="1"/>
          <p:nvPr/>
        </p:nvSpPr>
        <p:spPr>
          <a:xfrm>
            <a:off x="2606925" y="4164738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Fira Sans"/>
                <a:ea typeface="Fira Sans"/>
                <a:cs typeface="Fira Sans"/>
                <a:sym typeface="Fira Sans"/>
              </a:rPr>
              <a:t>TP</a:t>
            </a:r>
            <a:endParaRPr b="1">
              <a:solidFill>
                <a:srgbClr val="6AA84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4" name="Google Shape;1244;p54"/>
          <p:cNvSpPr/>
          <p:nvPr/>
        </p:nvSpPr>
        <p:spPr>
          <a:xfrm>
            <a:off x="495650" y="4503025"/>
            <a:ext cx="477300" cy="147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4"/>
          <p:cNvSpPr/>
          <p:nvPr/>
        </p:nvSpPr>
        <p:spPr>
          <a:xfrm>
            <a:off x="2606925" y="4469688"/>
            <a:ext cx="1969800" cy="214200"/>
          </a:xfrm>
          <a:prstGeom prst="roundRect">
            <a:avLst>
              <a:gd fmla="val 50000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46" name="Google Shape;1246;p54"/>
          <p:cNvSpPr/>
          <p:nvPr/>
        </p:nvSpPr>
        <p:spPr>
          <a:xfrm>
            <a:off x="2640600" y="4503025"/>
            <a:ext cx="689400" cy="1476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4"/>
          <p:cNvSpPr/>
          <p:nvPr/>
        </p:nvSpPr>
        <p:spPr>
          <a:xfrm>
            <a:off x="908075" y="2934646"/>
            <a:ext cx="1097882" cy="61055"/>
          </a:xfrm>
          <a:custGeom>
            <a:rect b="b" l="l" r="r" t="t"/>
            <a:pathLst>
              <a:path extrusionOk="0" h="932" w="16759">
                <a:moveTo>
                  <a:pt x="0" y="0"/>
                </a:moveTo>
                <a:lnTo>
                  <a:pt x="0" y="931"/>
                </a:lnTo>
                <a:lnTo>
                  <a:pt x="16758" y="931"/>
                </a:lnTo>
                <a:lnTo>
                  <a:pt x="16758" y="0"/>
                </a:lnTo>
                <a:close/>
              </a:path>
            </a:pathLst>
          </a:custGeom>
          <a:solidFill>
            <a:srgbClr val="F2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8" name="Google Shape;1248;p54"/>
          <p:cNvGrpSpPr/>
          <p:nvPr/>
        </p:nvGrpSpPr>
        <p:grpSpPr>
          <a:xfrm>
            <a:off x="1034117" y="1023651"/>
            <a:ext cx="2962166" cy="1972056"/>
            <a:chOff x="948757" y="1023651"/>
            <a:chExt cx="2962166" cy="1972056"/>
          </a:xfrm>
        </p:grpSpPr>
        <p:sp>
          <p:nvSpPr>
            <p:cNvPr id="1249" name="Google Shape;1249;p54"/>
            <p:cNvSpPr/>
            <p:nvPr/>
          </p:nvSpPr>
          <p:spPr>
            <a:xfrm>
              <a:off x="3133429" y="2169658"/>
              <a:ext cx="777494" cy="820675"/>
            </a:xfrm>
            <a:custGeom>
              <a:rect b="b" l="l" r="r" t="t"/>
              <a:pathLst>
                <a:path extrusionOk="0" h="23586" w="22345">
                  <a:moveTo>
                    <a:pt x="6673" y="0"/>
                  </a:moveTo>
                  <a:lnTo>
                    <a:pt x="6595" y="2560"/>
                  </a:lnTo>
                  <a:lnTo>
                    <a:pt x="6440" y="4422"/>
                  </a:lnTo>
                  <a:lnTo>
                    <a:pt x="6130" y="6983"/>
                  </a:lnTo>
                  <a:lnTo>
                    <a:pt x="5820" y="9310"/>
                  </a:lnTo>
                  <a:lnTo>
                    <a:pt x="5432" y="11482"/>
                  </a:lnTo>
                  <a:lnTo>
                    <a:pt x="4889" y="13422"/>
                  </a:lnTo>
                  <a:lnTo>
                    <a:pt x="4423" y="15206"/>
                  </a:lnTo>
                  <a:lnTo>
                    <a:pt x="3880" y="16758"/>
                  </a:lnTo>
                  <a:lnTo>
                    <a:pt x="3337" y="18155"/>
                  </a:lnTo>
                  <a:lnTo>
                    <a:pt x="2794" y="19318"/>
                  </a:lnTo>
                  <a:lnTo>
                    <a:pt x="2251" y="20404"/>
                  </a:lnTo>
                  <a:lnTo>
                    <a:pt x="1708" y="21258"/>
                  </a:lnTo>
                  <a:lnTo>
                    <a:pt x="854" y="22577"/>
                  </a:lnTo>
                  <a:lnTo>
                    <a:pt x="234" y="23353"/>
                  </a:lnTo>
                  <a:lnTo>
                    <a:pt x="1" y="23585"/>
                  </a:lnTo>
                  <a:lnTo>
                    <a:pt x="22345" y="23585"/>
                  </a:lnTo>
                  <a:lnTo>
                    <a:pt x="22112" y="23353"/>
                  </a:lnTo>
                  <a:lnTo>
                    <a:pt x="21336" y="22732"/>
                  </a:lnTo>
                  <a:lnTo>
                    <a:pt x="20871" y="22189"/>
                  </a:lnTo>
                  <a:lnTo>
                    <a:pt x="20250" y="21491"/>
                  </a:lnTo>
                  <a:lnTo>
                    <a:pt x="19629" y="20715"/>
                  </a:lnTo>
                  <a:lnTo>
                    <a:pt x="19009" y="19706"/>
                  </a:lnTo>
                  <a:lnTo>
                    <a:pt x="18388" y="18465"/>
                  </a:lnTo>
                  <a:lnTo>
                    <a:pt x="17767" y="17068"/>
                  </a:lnTo>
                  <a:lnTo>
                    <a:pt x="17147" y="15517"/>
                  </a:lnTo>
                  <a:lnTo>
                    <a:pt x="16526" y="13655"/>
                  </a:lnTo>
                  <a:lnTo>
                    <a:pt x="16060" y="11638"/>
                  </a:lnTo>
                  <a:lnTo>
                    <a:pt x="15595" y="9310"/>
                  </a:lnTo>
                  <a:lnTo>
                    <a:pt x="15285" y="6750"/>
                  </a:lnTo>
                  <a:lnTo>
                    <a:pt x="15052" y="3957"/>
                  </a:lnTo>
                  <a:lnTo>
                    <a:pt x="14974" y="2250"/>
                  </a:lnTo>
                  <a:lnTo>
                    <a:pt x="14974" y="0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4"/>
            <p:cNvSpPr/>
            <p:nvPr/>
          </p:nvSpPr>
          <p:spPr>
            <a:xfrm>
              <a:off x="3344000" y="2131872"/>
              <a:ext cx="326655" cy="59395"/>
            </a:xfrm>
            <a:custGeom>
              <a:rect b="b" l="l" r="r" t="t"/>
              <a:pathLst>
                <a:path extrusionOk="0" h="1707" w="9388">
                  <a:moveTo>
                    <a:pt x="0" y="0"/>
                  </a:moveTo>
                  <a:lnTo>
                    <a:pt x="0" y="1707"/>
                  </a:lnTo>
                  <a:lnTo>
                    <a:pt x="9388" y="1707"/>
                  </a:lnTo>
                  <a:lnTo>
                    <a:pt x="9388" y="0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4"/>
            <p:cNvSpPr/>
            <p:nvPr/>
          </p:nvSpPr>
          <p:spPr>
            <a:xfrm>
              <a:off x="3354786" y="2210158"/>
              <a:ext cx="307797" cy="35108"/>
            </a:xfrm>
            <a:custGeom>
              <a:rect b="b" l="l" r="r" t="t"/>
              <a:pathLst>
                <a:path extrusionOk="0" h="1009" w="8846">
                  <a:moveTo>
                    <a:pt x="1" y="0"/>
                  </a:moveTo>
                  <a:lnTo>
                    <a:pt x="1" y="1009"/>
                  </a:lnTo>
                  <a:lnTo>
                    <a:pt x="8845" y="1009"/>
                  </a:lnTo>
                  <a:lnTo>
                    <a:pt x="8845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54"/>
            <p:cNvSpPr/>
            <p:nvPr/>
          </p:nvSpPr>
          <p:spPr>
            <a:xfrm>
              <a:off x="3354786" y="2269516"/>
              <a:ext cx="307797" cy="35143"/>
            </a:xfrm>
            <a:custGeom>
              <a:rect b="b" l="l" r="r" t="t"/>
              <a:pathLst>
                <a:path extrusionOk="0" h="1010" w="8846">
                  <a:moveTo>
                    <a:pt x="1" y="1"/>
                  </a:moveTo>
                  <a:lnTo>
                    <a:pt x="1" y="1009"/>
                  </a:lnTo>
                  <a:lnTo>
                    <a:pt x="8845" y="1009"/>
                  </a:lnTo>
                  <a:lnTo>
                    <a:pt x="884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3" name="Google Shape;1253;p54"/>
            <p:cNvGrpSpPr/>
            <p:nvPr/>
          </p:nvGrpSpPr>
          <p:grpSpPr>
            <a:xfrm>
              <a:off x="3368393" y="1496880"/>
              <a:ext cx="470128" cy="543269"/>
              <a:chOff x="3368397" y="1349117"/>
              <a:chExt cx="597975" cy="691006"/>
            </a:xfrm>
          </p:grpSpPr>
          <p:sp>
            <p:nvSpPr>
              <p:cNvPr id="1254" name="Google Shape;1254;p54"/>
              <p:cNvSpPr/>
              <p:nvPr/>
            </p:nvSpPr>
            <p:spPr>
              <a:xfrm>
                <a:off x="3368397" y="1703464"/>
                <a:ext cx="336674" cy="336660"/>
              </a:xfrm>
              <a:custGeom>
                <a:rect b="b" l="l" r="r" t="t"/>
                <a:pathLst>
                  <a:path extrusionOk="0" h="5897" w="5897">
                    <a:moveTo>
                      <a:pt x="2948" y="0"/>
                    </a:moveTo>
                    <a:lnTo>
                      <a:pt x="2405" y="78"/>
                    </a:lnTo>
                    <a:lnTo>
                      <a:pt x="1785" y="233"/>
                    </a:lnTo>
                    <a:lnTo>
                      <a:pt x="1319" y="543"/>
                    </a:lnTo>
                    <a:lnTo>
                      <a:pt x="854" y="853"/>
                    </a:lnTo>
                    <a:lnTo>
                      <a:pt x="543" y="1319"/>
                    </a:lnTo>
                    <a:lnTo>
                      <a:pt x="233" y="1784"/>
                    </a:lnTo>
                    <a:lnTo>
                      <a:pt x="78" y="2328"/>
                    </a:lnTo>
                    <a:lnTo>
                      <a:pt x="0" y="2948"/>
                    </a:lnTo>
                    <a:lnTo>
                      <a:pt x="78" y="3569"/>
                    </a:lnTo>
                    <a:lnTo>
                      <a:pt x="233" y="4112"/>
                    </a:lnTo>
                    <a:lnTo>
                      <a:pt x="543" y="4577"/>
                    </a:lnTo>
                    <a:lnTo>
                      <a:pt x="854" y="5043"/>
                    </a:lnTo>
                    <a:lnTo>
                      <a:pt x="1319" y="5353"/>
                    </a:lnTo>
                    <a:lnTo>
                      <a:pt x="1785" y="5664"/>
                    </a:lnTo>
                    <a:lnTo>
                      <a:pt x="2405" y="5819"/>
                    </a:lnTo>
                    <a:lnTo>
                      <a:pt x="2948" y="5896"/>
                    </a:lnTo>
                    <a:lnTo>
                      <a:pt x="3569" y="5819"/>
                    </a:lnTo>
                    <a:lnTo>
                      <a:pt x="4112" y="5664"/>
                    </a:lnTo>
                    <a:lnTo>
                      <a:pt x="4578" y="5353"/>
                    </a:lnTo>
                    <a:lnTo>
                      <a:pt x="5043" y="5043"/>
                    </a:lnTo>
                    <a:lnTo>
                      <a:pt x="5353" y="4577"/>
                    </a:lnTo>
                    <a:lnTo>
                      <a:pt x="5664" y="4112"/>
                    </a:lnTo>
                    <a:lnTo>
                      <a:pt x="5819" y="3569"/>
                    </a:lnTo>
                    <a:lnTo>
                      <a:pt x="5897" y="2948"/>
                    </a:lnTo>
                    <a:lnTo>
                      <a:pt x="5819" y="2328"/>
                    </a:lnTo>
                    <a:lnTo>
                      <a:pt x="5664" y="1784"/>
                    </a:lnTo>
                    <a:lnTo>
                      <a:pt x="5353" y="1319"/>
                    </a:lnTo>
                    <a:lnTo>
                      <a:pt x="5043" y="853"/>
                    </a:lnTo>
                    <a:lnTo>
                      <a:pt x="4578" y="543"/>
                    </a:lnTo>
                    <a:lnTo>
                      <a:pt x="4112" y="233"/>
                    </a:lnTo>
                    <a:lnTo>
                      <a:pt x="3569" y="78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54"/>
              <p:cNvSpPr/>
              <p:nvPr/>
            </p:nvSpPr>
            <p:spPr>
              <a:xfrm>
                <a:off x="3501246" y="1535111"/>
                <a:ext cx="349977" cy="354415"/>
              </a:xfrm>
              <a:custGeom>
                <a:rect b="b" l="l" r="r" t="t"/>
                <a:pathLst>
                  <a:path extrusionOk="0" h="6208" w="6130">
                    <a:moveTo>
                      <a:pt x="3104" y="1"/>
                    </a:moveTo>
                    <a:lnTo>
                      <a:pt x="2483" y="79"/>
                    </a:lnTo>
                    <a:lnTo>
                      <a:pt x="1863" y="311"/>
                    </a:lnTo>
                    <a:lnTo>
                      <a:pt x="1320" y="544"/>
                    </a:lnTo>
                    <a:lnTo>
                      <a:pt x="854" y="932"/>
                    </a:lnTo>
                    <a:lnTo>
                      <a:pt x="544" y="1397"/>
                    </a:lnTo>
                    <a:lnTo>
                      <a:pt x="234" y="1940"/>
                    </a:lnTo>
                    <a:lnTo>
                      <a:pt x="78" y="2484"/>
                    </a:lnTo>
                    <a:lnTo>
                      <a:pt x="1" y="3104"/>
                    </a:lnTo>
                    <a:lnTo>
                      <a:pt x="78" y="3725"/>
                    </a:lnTo>
                    <a:lnTo>
                      <a:pt x="234" y="4346"/>
                    </a:lnTo>
                    <a:lnTo>
                      <a:pt x="544" y="4889"/>
                    </a:lnTo>
                    <a:lnTo>
                      <a:pt x="854" y="5277"/>
                    </a:lnTo>
                    <a:lnTo>
                      <a:pt x="1320" y="5664"/>
                    </a:lnTo>
                    <a:lnTo>
                      <a:pt x="1863" y="5975"/>
                    </a:lnTo>
                    <a:lnTo>
                      <a:pt x="2483" y="6130"/>
                    </a:lnTo>
                    <a:lnTo>
                      <a:pt x="3104" y="6208"/>
                    </a:lnTo>
                    <a:lnTo>
                      <a:pt x="3725" y="6130"/>
                    </a:lnTo>
                    <a:lnTo>
                      <a:pt x="4268" y="5975"/>
                    </a:lnTo>
                    <a:lnTo>
                      <a:pt x="4811" y="5664"/>
                    </a:lnTo>
                    <a:lnTo>
                      <a:pt x="5276" y="5277"/>
                    </a:lnTo>
                    <a:lnTo>
                      <a:pt x="5664" y="4889"/>
                    </a:lnTo>
                    <a:lnTo>
                      <a:pt x="5897" y="4346"/>
                    </a:lnTo>
                    <a:lnTo>
                      <a:pt x="6130" y="3725"/>
                    </a:lnTo>
                    <a:lnTo>
                      <a:pt x="6130" y="3104"/>
                    </a:lnTo>
                    <a:lnTo>
                      <a:pt x="6130" y="2484"/>
                    </a:lnTo>
                    <a:lnTo>
                      <a:pt x="5897" y="1940"/>
                    </a:lnTo>
                    <a:lnTo>
                      <a:pt x="5664" y="1397"/>
                    </a:lnTo>
                    <a:lnTo>
                      <a:pt x="5276" y="932"/>
                    </a:lnTo>
                    <a:lnTo>
                      <a:pt x="4811" y="544"/>
                    </a:lnTo>
                    <a:lnTo>
                      <a:pt x="4268" y="311"/>
                    </a:lnTo>
                    <a:lnTo>
                      <a:pt x="3725" y="79"/>
                    </a:lnTo>
                    <a:lnTo>
                      <a:pt x="310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54"/>
              <p:cNvSpPr/>
              <p:nvPr/>
            </p:nvSpPr>
            <p:spPr>
              <a:xfrm>
                <a:off x="3483548" y="1424417"/>
                <a:ext cx="314523" cy="318962"/>
              </a:xfrm>
              <a:custGeom>
                <a:rect b="b" l="l" r="r" t="t"/>
                <a:pathLst>
                  <a:path extrusionOk="0" h="5587" w="5509">
                    <a:moveTo>
                      <a:pt x="2716" y="0"/>
                    </a:moveTo>
                    <a:lnTo>
                      <a:pt x="2173" y="78"/>
                    </a:lnTo>
                    <a:lnTo>
                      <a:pt x="1630" y="233"/>
                    </a:lnTo>
                    <a:lnTo>
                      <a:pt x="1164" y="466"/>
                    </a:lnTo>
                    <a:lnTo>
                      <a:pt x="776" y="854"/>
                    </a:lnTo>
                    <a:lnTo>
                      <a:pt x="466" y="1242"/>
                    </a:lnTo>
                    <a:lnTo>
                      <a:pt x="156" y="1707"/>
                    </a:lnTo>
                    <a:lnTo>
                      <a:pt x="0" y="2250"/>
                    </a:lnTo>
                    <a:lnTo>
                      <a:pt x="0" y="2793"/>
                    </a:lnTo>
                    <a:lnTo>
                      <a:pt x="0" y="3336"/>
                    </a:lnTo>
                    <a:lnTo>
                      <a:pt x="156" y="3879"/>
                    </a:lnTo>
                    <a:lnTo>
                      <a:pt x="466" y="4345"/>
                    </a:lnTo>
                    <a:lnTo>
                      <a:pt x="776" y="4733"/>
                    </a:lnTo>
                    <a:lnTo>
                      <a:pt x="1164" y="5043"/>
                    </a:lnTo>
                    <a:lnTo>
                      <a:pt x="1630" y="5354"/>
                    </a:lnTo>
                    <a:lnTo>
                      <a:pt x="2173" y="5509"/>
                    </a:lnTo>
                    <a:lnTo>
                      <a:pt x="2716" y="5586"/>
                    </a:lnTo>
                    <a:lnTo>
                      <a:pt x="3259" y="5509"/>
                    </a:lnTo>
                    <a:lnTo>
                      <a:pt x="3802" y="5354"/>
                    </a:lnTo>
                    <a:lnTo>
                      <a:pt x="4267" y="5043"/>
                    </a:lnTo>
                    <a:lnTo>
                      <a:pt x="4655" y="4733"/>
                    </a:lnTo>
                    <a:lnTo>
                      <a:pt x="5043" y="4345"/>
                    </a:lnTo>
                    <a:lnTo>
                      <a:pt x="5276" y="3879"/>
                    </a:lnTo>
                    <a:lnTo>
                      <a:pt x="5431" y="3336"/>
                    </a:lnTo>
                    <a:lnTo>
                      <a:pt x="5509" y="2793"/>
                    </a:lnTo>
                    <a:lnTo>
                      <a:pt x="5431" y="2250"/>
                    </a:lnTo>
                    <a:lnTo>
                      <a:pt x="5276" y="1707"/>
                    </a:lnTo>
                    <a:lnTo>
                      <a:pt x="5043" y="1242"/>
                    </a:lnTo>
                    <a:lnTo>
                      <a:pt x="4655" y="854"/>
                    </a:lnTo>
                    <a:lnTo>
                      <a:pt x="4267" y="466"/>
                    </a:lnTo>
                    <a:lnTo>
                      <a:pt x="3802" y="233"/>
                    </a:lnTo>
                    <a:lnTo>
                      <a:pt x="3259" y="78"/>
                    </a:lnTo>
                    <a:lnTo>
                      <a:pt x="2716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54"/>
              <p:cNvSpPr/>
              <p:nvPr/>
            </p:nvSpPr>
            <p:spPr>
              <a:xfrm>
                <a:off x="3687304" y="1349117"/>
                <a:ext cx="279068" cy="279113"/>
              </a:xfrm>
              <a:custGeom>
                <a:rect b="b" l="l" r="r" t="t"/>
                <a:pathLst>
                  <a:path extrusionOk="0" h="4889" w="4888">
                    <a:moveTo>
                      <a:pt x="2405" y="0"/>
                    </a:moveTo>
                    <a:lnTo>
                      <a:pt x="1940" y="78"/>
                    </a:lnTo>
                    <a:lnTo>
                      <a:pt x="1474" y="233"/>
                    </a:lnTo>
                    <a:lnTo>
                      <a:pt x="1086" y="466"/>
                    </a:lnTo>
                    <a:lnTo>
                      <a:pt x="698" y="776"/>
                    </a:lnTo>
                    <a:lnTo>
                      <a:pt x="388" y="1087"/>
                    </a:lnTo>
                    <a:lnTo>
                      <a:pt x="155" y="1552"/>
                    </a:lnTo>
                    <a:lnTo>
                      <a:pt x="0" y="2018"/>
                    </a:lnTo>
                    <a:lnTo>
                      <a:pt x="0" y="2483"/>
                    </a:lnTo>
                    <a:lnTo>
                      <a:pt x="0" y="2949"/>
                    </a:lnTo>
                    <a:lnTo>
                      <a:pt x="155" y="3414"/>
                    </a:lnTo>
                    <a:lnTo>
                      <a:pt x="388" y="3880"/>
                    </a:lnTo>
                    <a:lnTo>
                      <a:pt x="698" y="4190"/>
                    </a:lnTo>
                    <a:lnTo>
                      <a:pt x="1086" y="4500"/>
                    </a:lnTo>
                    <a:lnTo>
                      <a:pt x="1474" y="4733"/>
                    </a:lnTo>
                    <a:lnTo>
                      <a:pt x="1940" y="4888"/>
                    </a:lnTo>
                    <a:lnTo>
                      <a:pt x="2948" y="4888"/>
                    </a:lnTo>
                    <a:lnTo>
                      <a:pt x="3336" y="4733"/>
                    </a:lnTo>
                    <a:lnTo>
                      <a:pt x="3802" y="4500"/>
                    </a:lnTo>
                    <a:lnTo>
                      <a:pt x="4112" y="4190"/>
                    </a:lnTo>
                    <a:lnTo>
                      <a:pt x="4422" y="3880"/>
                    </a:lnTo>
                    <a:lnTo>
                      <a:pt x="4655" y="3414"/>
                    </a:lnTo>
                    <a:lnTo>
                      <a:pt x="4810" y="2949"/>
                    </a:lnTo>
                    <a:lnTo>
                      <a:pt x="4888" y="2483"/>
                    </a:lnTo>
                    <a:lnTo>
                      <a:pt x="4810" y="2018"/>
                    </a:lnTo>
                    <a:lnTo>
                      <a:pt x="4655" y="1552"/>
                    </a:lnTo>
                    <a:lnTo>
                      <a:pt x="4422" y="1087"/>
                    </a:lnTo>
                    <a:lnTo>
                      <a:pt x="4112" y="776"/>
                    </a:lnTo>
                    <a:lnTo>
                      <a:pt x="3802" y="466"/>
                    </a:lnTo>
                    <a:lnTo>
                      <a:pt x="3336" y="233"/>
                    </a:lnTo>
                    <a:lnTo>
                      <a:pt x="2948" y="78"/>
                    </a:lnTo>
                    <a:lnTo>
                      <a:pt x="2405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8" name="Google Shape;1258;p54"/>
            <p:cNvSpPr/>
            <p:nvPr/>
          </p:nvSpPr>
          <p:spPr>
            <a:xfrm>
              <a:off x="2407426" y="1023651"/>
              <a:ext cx="315169" cy="1931431"/>
            </a:xfrm>
            <a:custGeom>
              <a:rect b="b" l="l" r="r" t="t"/>
              <a:pathLst>
                <a:path extrusionOk="0" h="29483" w="4811">
                  <a:moveTo>
                    <a:pt x="698" y="1"/>
                  </a:moveTo>
                  <a:lnTo>
                    <a:pt x="0" y="29482"/>
                  </a:lnTo>
                  <a:lnTo>
                    <a:pt x="4810" y="29482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54"/>
            <p:cNvSpPr/>
            <p:nvPr/>
          </p:nvSpPr>
          <p:spPr>
            <a:xfrm>
              <a:off x="2112626" y="1481112"/>
              <a:ext cx="884385" cy="813241"/>
            </a:xfrm>
            <a:custGeom>
              <a:rect b="b" l="l" r="r" t="t"/>
              <a:pathLst>
                <a:path extrusionOk="0" h="12414" w="13500">
                  <a:moveTo>
                    <a:pt x="6052" y="0"/>
                  </a:moveTo>
                  <a:lnTo>
                    <a:pt x="5354" y="78"/>
                  </a:lnTo>
                  <a:lnTo>
                    <a:pt x="4733" y="233"/>
                  </a:lnTo>
                  <a:lnTo>
                    <a:pt x="4112" y="466"/>
                  </a:lnTo>
                  <a:lnTo>
                    <a:pt x="3492" y="699"/>
                  </a:lnTo>
                  <a:lnTo>
                    <a:pt x="2949" y="1009"/>
                  </a:lnTo>
                  <a:lnTo>
                    <a:pt x="2406" y="1397"/>
                  </a:lnTo>
                  <a:lnTo>
                    <a:pt x="1940" y="1785"/>
                  </a:lnTo>
                  <a:lnTo>
                    <a:pt x="1552" y="2250"/>
                  </a:lnTo>
                  <a:lnTo>
                    <a:pt x="1164" y="2716"/>
                  </a:lnTo>
                  <a:lnTo>
                    <a:pt x="776" y="3259"/>
                  </a:lnTo>
                  <a:lnTo>
                    <a:pt x="544" y="3802"/>
                  </a:lnTo>
                  <a:lnTo>
                    <a:pt x="311" y="4345"/>
                  </a:lnTo>
                  <a:lnTo>
                    <a:pt x="78" y="4966"/>
                  </a:lnTo>
                  <a:lnTo>
                    <a:pt x="0" y="5586"/>
                  </a:lnTo>
                  <a:lnTo>
                    <a:pt x="0" y="6207"/>
                  </a:lnTo>
                  <a:lnTo>
                    <a:pt x="0" y="6828"/>
                  </a:lnTo>
                  <a:lnTo>
                    <a:pt x="78" y="7448"/>
                  </a:lnTo>
                  <a:lnTo>
                    <a:pt x="311" y="8069"/>
                  </a:lnTo>
                  <a:lnTo>
                    <a:pt x="544" y="8612"/>
                  </a:lnTo>
                  <a:lnTo>
                    <a:pt x="776" y="9155"/>
                  </a:lnTo>
                  <a:lnTo>
                    <a:pt x="1164" y="9698"/>
                  </a:lnTo>
                  <a:lnTo>
                    <a:pt x="1552" y="10164"/>
                  </a:lnTo>
                  <a:lnTo>
                    <a:pt x="1940" y="10629"/>
                  </a:lnTo>
                  <a:lnTo>
                    <a:pt x="2406" y="11017"/>
                  </a:lnTo>
                  <a:lnTo>
                    <a:pt x="2949" y="11327"/>
                  </a:lnTo>
                  <a:lnTo>
                    <a:pt x="3492" y="11638"/>
                  </a:lnTo>
                  <a:lnTo>
                    <a:pt x="4112" y="11948"/>
                  </a:lnTo>
                  <a:lnTo>
                    <a:pt x="4733" y="12103"/>
                  </a:lnTo>
                  <a:lnTo>
                    <a:pt x="5354" y="12258"/>
                  </a:lnTo>
                  <a:lnTo>
                    <a:pt x="6052" y="12414"/>
                  </a:lnTo>
                  <a:lnTo>
                    <a:pt x="7448" y="12414"/>
                  </a:lnTo>
                  <a:lnTo>
                    <a:pt x="8069" y="12258"/>
                  </a:lnTo>
                  <a:lnTo>
                    <a:pt x="8767" y="12103"/>
                  </a:lnTo>
                  <a:lnTo>
                    <a:pt x="9388" y="11948"/>
                  </a:lnTo>
                  <a:lnTo>
                    <a:pt x="9931" y="11638"/>
                  </a:lnTo>
                  <a:lnTo>
                    <a:pt x="10474" y="11327"/>
                  </a:lnTo>
                  <a:lnTo>
                    <a:pt x="11017" y="11017"/>
                  </a:lnTo>
                  <a:lnTo>
                    <a:pt x="11483" y="10629"/>
                  </a:lnTo>
                  <a:lnTo>
                    <a:pt x="11948" y="10164"/>
                  </a:lnTo>
                  <a:lnTo>
                    <a:pt x="12336" y="9698"/>
                  </a:lnTo>
                  <a:lnTo>
                    <a:pt x="12646" y="9155"/>
                  </a:lnTo>
                  <a:lnTo>
                    <a:pt x="12957" y="8612"/>
                  </a:lnTo>
                  <a:lnTo>
                    <a:pt x="13189" y="8069"/>
                  </a:lnTo>
                  <a:lnTo>
                    <a:pt x="13345" y="7448"/>
                  </a:lnTo>
                  <a:lnTo>
                    <a:pt x="13422" y="6828"/>
                  </a:lnTo>
                  <a:lnTo>
                    <a:pt x="13500" y="6207"/>
                  </a:lnTo>
                  <a:lnTo>
                    <a:pt x="13422" y="5586"/>
                  </a:lnTo>
                  <a:lnTo>
                    <a:pt x="13345" y="4966"/>
                  </a:lnTo>
                  <a:lnTo>
                    <a:pt x="13189" y="4345"/>
                  </a:lnTo>
                  <a:lnTo>
                    <a:pt x="12957" y="3802"/>
                  </a:lnTo>
                  <a:lnTo>
                    <a:pt x="12646" y="3259"/>
                  </a:lnTo>
                  <a:lnTo>
                    <a:pt x="12336" y="2716"/>
                  </a:lnTo>
                  <a:lnTo>
                    <a:pt x="11948" y="2250"/>
                  </a:lnTo>
                  <a:lnTo>
                    <a:pt x="11483" y="1785"/>
                  </a:lnTo>
                  <a:lnTo>
                    <a:pt x="11017" y="1397"/>
                  </a:lnTo>
                  <a:lnTo>
                    <a:pt x="10474" y="1009"/>
                  </a:lnTo>
                  <a:lnTo>
                    <a:pt x="9931" y="699"/>
                  </a:lnTo>
                  <a:lnTo>
                    <a:pt x="9388" y="466"/>
                  </a:lnTo>
                  <a:lnTo>
                    <a:pt x="8767" y="233"/>
                  </a:lnTo>
                  <a:lnTo>
                    <a:pt x="8069" y="78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54"/>
            <p:cNvSpPr/>
            <p:nvPr/>
          </p:nvSpPr>
          <p:spPr>
            <a:xfrm>
              <a:off x="1949962" y="1730117"/>
              <a:ext cx="1158872" cy="767515"/>
            </a:xfrm>
            <a:custGeom>
              <a:rect b="b" l="l" r="r" t="t"/>
              <a:pathLst>
                <a:path extrusionOk="0" h="11716" w="17690">
                  <a:moveTo>
                    <a:pt x="1" y="1"/>
                  </a:moveTo>
                  <a:lnTo>
                    <a:pt x="1" y="11716"/>
                  </a:lnTo>
                  <a:lnTo>
                    <a:pt x="17690" y="11716"/>
                  </a:lnTo>
                  <a:lnTo>
                    <a:pt x="17690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54"/>
            <p:cNvSpPr/>
            <p:nvPr/>
          </p:nvSpPr>
          <p:spPr>
            <a:xfrm>
              <a:off x="1568819" y="1933462"/>
              <a:ext cx="1677253" cy="1062245"/>
            </a:xfrm>
            <a:custGeom>
              <a:rect b="b" l="l" r="r" t="t"/>
              <a:pathLst>
                <a:path extrusionOk="0" h="16215" w="25603">
                  <a:moveTo>
                    <a:pt x="0" y="0"/>
                  </a:moveTo>
                  <a:lnTo>
                    <a:pt x="0" y="16215"/>
                  </a:lnTo>
                  <a:lnTo>
                    <a:pt x="25602" y="16215"/>
                  </a:lnTo>
                  <a:lnTo>
                    <a:pt x="25602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54"/>
            <p:cNvSpPr/>
            <p:nvPr/>
          </p:nvSpPr>
          <p:spPr>
            <a:xfrm>
              <a:off x="1680581" y="2091015"/>
              <a:ext cx="157683" cy="157617"/>
            </a:xfrm>
            <a:custGeom>
              <a:rect b="b" l="l" r="r" t="t"/>
              <a:pathLst>
                <a:path extrusionOk="0" h="2406" w="2407">
                  <a:moveTo>
                    <a:pt x="1" y="0"/>
                  </a:moveTo>
                  <a:lnTo>
                    <a:pt x="1" y="2405"/>
                  </a:lnTo>
                  <a:lnTo>
                    <a:pt x="2406" y="2405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54"/>
            <p:cNvSpPr/>
            <p:nvPr/>
          </p:nvSpPr>
          <p:spPr>
            <a:xfrm>
              <a:off x="1929654" y="2091015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1" y="0"/>
                  </a:moveTo>
                  <a:lnTo>
                    <a:pt x="1" y="2405"/>
                  </a:lnTo>
                  <a:lnTo>
                    <a:pt x="2406" y="2405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54"/>
            <p:cNvSpPr/>
            <p:nvPr/>
          </p:nvSpPr>
          <p:spPr>
            <a:xfrm>
              <a:off x="2178727" y="2091015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0" y="0"/>
                  </a:moveTo>
                  <a:lnTo>
                    <a:pt x="0" y="2405"/>
                  </a:lnTo>
                  <a:lnTo>
                    <a:pt x="2405" y="2405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54"/>
            <p:cNvSpPr/>
            <p:nvPr/>
          </p:nvSpPr>
          <p:spPr>
            <a:xfrm>
              <a:off x="2427734" y="2091015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1" y="0"/>
                  </a:moveTo>
                  <a:lnTo>
                    <a:pt x="1" y="2405"/>
                  </a:lnTo>
                  <a:lnTo>
                    <a:pt x="2406" y="2405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54"/>
            <p:cNvSpPr/>
            <p:nvPr/>
          </p:nvSpPr>
          <p:spPr>
            <a:xfrm>
              <a:off x="2676807" y="2091015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0" y="0"/>
                  </a:moveTo>
                  <a:lnTo>
                    <a:pt x="0" y="2405"/>
                  </a:lnTo>
                  <a:lnTo>
                    <a:pt x="2405" y="2405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54"/>
            <p:cNvSpPr/>
            <p:nvPr/>
          </p:nvSpPr>
          <p:spPr>
            <a:xfrm>
              <a:off x="2925814" y="2091015"/>
              <a:ext cx="162727" cy="157617"/>
            </a:xfrm>
            <a:custGeom>
              <a:rect b="b" l="l" r="r" t="t"/>
              <a:pathLst>
                <a:path extrusionOk="0" h="2406" w="2484">
                  <a:moveTo>
                    <a:pt x="1" y="0"/>
                  </a:moveTo>
                  <a:lnTo>
                    <a:pt x="1" y="2405"/>
                  </a:lnTo>
                  <a:lnTo>
                    <a:pt x="2483" y="2405"/>
                  </a:lnTo>
                  <a:lnTo>
                    <a:pt x="2483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54"/>
            <p:cNvSpPr/>
            <p:nvPr/>
          </p:nvSpPr>
          <p:spPr>
            <a:xfrm>
              <a:off x="1680581" y="2360395"/>
              <a:ext cx="157683" cy="162661"/>
            </a:xfrm>
            <a:custGeom>
              <a:rect b="b" l="l" r="r" t="t"/>
              <a:pathLst>
                <a:path extrusionOk="0" h="2483" w="2407">
                  <a:moveTo>
                    <a:pt x="1" y="0"/>
                  </a:moveTo>
                  <a:lnTo>
                    <a:pt x="1" y="2483"/>
                  </a:lnTo>
                  <a:lnTo>
                    <a:pt x="2406" y="2483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54"/>
            <p:cNvSpPr/>
            <p:nvPr/>
          </p:nvSpPr>
          <p:spPr>
            <a:xfrm>
              <a:off x="1929654" y="2360395"/>
              <a:ext cx="157617" cy="162661"/>
            </a:xfrm>
            <a:custGeom>
              <a:rect b="b" l="l" r="r" t="t"/>
              <a:pathLst>
                <a:path extrusionOk="0" h="2483" w="2406">
                  <a:moveTo>
                    <a:pt x="1" y="0"/>
                  </a:moveTo>
                  <a:lnTo>
                    <a:pt x="1" y="2483"/>
                  </a:lnTo>
                  <a:lnTo>
                    <a:pt x="2406" y="2483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54"/>
            <p:cNvSpPr/>
            <p:nvPr/>
          </p:nvSpPr>
          <p:spPr>
            <a:xfrm>
              <a:off x="2178727" y="2360395"/>
              <a:ext cx="157617" cy="162661"/>
            </a:xfrm>
            <a:custGeom>
              <a:rect b="b" l="l" r="r" t="t"/>
              <a:pathLst>
                <a:path extrusionOk="0" h="2483" w="2406">
                  <a:moveTo>
                    <a:pt x="0" y="0"/>
                  </a:moveTo>
                  <a:lnTo>
                    <a:pt x="0" y="2483"/>
                  </a:lnTo>
                  <a:lnTo>
                    <a:pt x="2405" y="2483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54"/>
            <p:cNvSpPr/>
            <p:nvPr/>
          </p:nvSpPr>
          <p:spPr>
            <a:xfrm>
              <a:off x="2427734" y="2360395"/>
              <a:ext cx="157617" cy="162661"/>
            </a:xfrm>
            <a:custGeom>
              <a:rect b="b" l="l" r="r" t="t"/>
              <a:pathLst>
                <a:path extrusionOk="0" h="2483" w="2406">
                  <a:moveTo>
                    <a:pt x="1" y="0"/>
                  </a:moveTo>
                  <a:lnTo>
                    <a:pt x="1" y="2483"/>
                  </a:lnTo>
                  <a:lnTo>
                    <a:pt x="2406" y="2483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54"/>
            <p:cNvSpPr/>
            <p:nvPr/>
          </p:nvSpPr>
          <p:spPr>
            <a:xfrm>
              <a:off x="2676807" y="2360395"/>
              <a:ext cx="157617" cy="162661"/>
            </a:xfrm>
            <a:custGeom>
              <a:rect b="b" l="l" r="r" t="t"/>
              <a:pathLst>
                <a:path extrusionOk="0" h="2483" w="2406">
                  <a:moveTo>
                    <a:pt x="0" y="0"/>
                  </a:moveTo>
                  <a:lnTo>
                    <a:pt x="0" y="2483"/>
                  </a:lnTo>
                  <a:lnTo>
                    <a:pt x="2405" y="2483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54"/>
            <p:cNvSpPr/>
            <p:nvPr/>
          </p:nvSpPr>
          <p:spPr>
            <a:xfrm>
              <a:off x="2925814" y="2360395"/>
              <a:ext cx="162727" cy="162661"/>
            </a:xfrm>
            <a:custGeom>
              <a:rect b="b" l="l" r="r" t="t"/>
              <a:pathLst>
                <a:path extrusionOk="0" h="2483" w="2484">
                  <a:moveTo>
                    <a:pt x="1" y="0"/>
                  </a:moveTo>
                  <a:lnTo>
                    <a:pt x="1" y="2483"/>
                  </a:lnTo>
                  <a:lnTo>
                    <a:pt x="2483" y="2483"/>
                  </a:lnTo>
                  <a:lnTo>
                    <a:pt x="2483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54"/>
            <p:cNvSpPr/>
            <p:nvPr/>
          </p:nvSpPr>
          <p:spPr>
            <a:xfrm>
              <a:off x="1680581" y="2634819"/>
              <a:ext cx="157683" cy="157617"/>
            </a:xfrm>
            <a:custGeom>
              <a:rect b="b" l="l" r="r" t="t"/>
              <a:pathLst>
                <a:path extrusionOk="0" h="2406" w="2407">
                  <a:moveTo>
                    <a:pt x="1" y="1"/>
                  </a:moveTo>
                  <a:lnTo>
                    <a:pt x="1" y="2406"/>
                  </a:lnTo>
                  <a:lnTo>
                    <a:pt x="2406" y="240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54"/>
            <p:cNvSpPr/>
            <p:nvPr/>
          </p:nvSpPr>
          <p:spPr>
            <a:xfrm>
              <a:off x="1929654" y="2634819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1" y="1"/>
                  </a:moveTo>
                  <a:lnTo>
                    <a:pt x="1" y="2406"/>
                  </a:lnTo>
                  <a:lnTo>
                    <a:pt x="2406" y="240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54"/>
            <p:cNvSpPr/>
            <p:nvPr/>
          </p:nvSpPr>
          <p:spPr>
            <a:xfrm>
              <a:off x="2178727" y="2634819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0" y="1"/>
                  </a:moveTo>
                  <a:lnTo>
                    <a:pt x="0" y="2406"/>
                  </a:lnTo>
                  <a:lnTo>
                    <a:pt x="2405" y="2406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54"/>
            <p:cNvSpPr/>
            <p:nvPr/>
          </p:nvSpPr>
          <p:spPr>
            <a:xfrm>
              <a:off x="2427734" y="2634819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1" y="1"/>
                  </a:moveTo>
                  <a:lnTo>
                    <a:pt x="1" y="2406"/>
                  </a:lnTo>
                  <a:lnTo>
                    <a:pt x="2406" y="240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54"/>
            <p:cNvSpPr/>
            <p:nvPr/>
          </p:nvSpPr>
          <p:spPr>
            <a:xfrm>
              <a:off x="2676807" y="2634819"/>
              <a:ext cx="157617" cy="157617"/>
            </a:xfrm>
            <a:custGeom>
              <a:rect b="b" l="l" r="r" t="t"/>
              <a:pathLst>
                <a:path extrusionOk="0" h="2406" w="2406">
                  <a:moveTo>
                    <a:pt x="0" y="1"/>
                  </a:moveTo>
                  <a:lnTo>
                    <a:pt x="0" y="2406"/>
                  </a:lnTo>
                  <a:lnTo>
                    <a:pt x="2405" y="2406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54"/>
            <p:cNvSpPr/>
            <p:nvPr/>
          </p:nvSpPr>
          <p:spPr>
            <a:xfrm>
              <a:off x="2925814" y="2634819"/>
              <a:ext cx="162727" cy="157617"/>
            </a:xfrm>
            <a:custGeom>
              <a:rect b="b" l="l" r="r" t="t"/>
              <a:pathLst>
                <a:path extrusionOk="0" h="2406" w="2484">
                  <a:moveTo>
                    <a:pt x="1" y="1"/>
                  </a:moveTo>
                  <a:lnTo>
                    <a:pt x="1" y="2406"/>
                  </a:lnTo>
                  <a:lnTo>
                    <a:pt x="2483" y="2406"/>
                  </a:lnTo>
                  <a:lnTo>
                    <a:pt x="24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54"/>
            <p:cNvSpPr/>
            <p:nvPr/>
          </p:nvSpPr>
          <p:spPr>
            <a:xfrm>
              <a:off x="948757" y="1445539"/>
              <a:ext cx="1036827" cy="1545119"/>
            </a:xfrm>
            <a:custGeom>
              <a:rect b="b" l="l" r="r" t="t"/>
              <a:pathLst>
                <a:path extrusionOk="0" h="23586" w="15827">
                  <a:moveTo>
                    <a:pt x="4733" y="0"/>
                  </a:moveTo>
                  <a:lnTo>
                    <a:pt x="4577" y="4422"/>
                  </a:lnTo>
                  <a:lnTo>
                    <a:pt x="4345" y="6983"/>
                  </a:lnTo>
                  <a:lnTo>
                    <a:pt x="4112" y="9310"/>
                  </a:lnTo>
                  <a:lnTo>
                    <a:pt x="3802" y="11482"/>
                  </a:lnTo>
                  <a:lnTo>
                    <a:pt x="3491" y="13422"/>
                  </a:lnTo>
                  <a:lnTo>
                    <a:pt x="3103" y="15129"/>
                  </a:lnTo>
                  <a:lnTo>
                    <a:pt x="2716" y="16758"/>
                  </a:lnTo>
                  <a:lnTo>
                    <a:pt x="2328" y="18077"/>
                  </a:lnTo>
                  <a:lnTo>
                    <a:pt x="1940" y="19318"/>
                  </a:lnTo>
                  <a:lnTo>
                    <a:pt x="1241" y="21258"/>
                  </a:lnTo>
                  <a:lnTo>
                    <a:pt x="621" y="22577"/>
                  </a:lnTo>
                  <a:lnTo>
                    <a:pt x="155" y="23275"/>
                  </a:lnTo>
                  <a:lnTo>
                    <a:pt x="0" y="23585"/>
                  </a:lnTo>
                  <a:lnTo>
                    <a:pt x="15827" y="23585"/>
                  </a:lnTo>
                  <a:lnTo>
                    <a:pt x="15672" y="23353"/>
                  </a:lnTo>
                  <a:lnTo>
                    <a:pt x="15129" y="22732"/>
                  </a:lnTo>
                  <a:lnTo>
                    <a:pt x="14741" y="22189"/>
                  </a:lnTo>
                  <a:lnTo>
                    <a:pt x="14353" y="21491"/>
                  </a:lnTo>
                  <a:lnTo>
                    <a:pt x="13965" y="20637"/>
                  </a:lnTo>
                  <a:lnTo>
                    <a:pt x="13499" y="19706"/>
                  </a:lnTo>
                  <a:lnTo>
                    <a:pt x="13034" y="18465"/>
                  </a:lnTo>
                  <a:lnTo>
                    <a:pt x="12568" y="17068"/>
                  </a:lnTo>
                  <a:lnTo>
                    <a:pt x="12103" y="15517"/>
                  </a:lnTo>
                  <a:lnTo>
                    <a:pt x="11715" y="13655"/>
                  </a:lnTo>
                  <a:lnTo>
                    <a:pt x="11405" y="11638"/>
                  </a:lnTo>
                  <a:lnTo>
                    <a:pt x="11094" y="9310"/>
                  </a:lnTo>
                  <a:lnTo>
                    <a:pt x="10862" y="6750"/>
                  </a:lnTo>
                  <a:lnTo>
                    <a:pt x="10706" y="3957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54"/>
            <p:cNvSpPr/>
            <p:nvPr/>
          </p:nvSpPr>
          <p:spPr>
            <a:xfrm>
              <a:off x="1233337" y="1389593"/>
              <a:ext cx="432104" cy="111891"/>
            </a:xfrm>
            <a:custGeom>
              <a:rect b="b" l="l" r="r" t="t"/>
              <a:pathLst>
                <a:path extrusionOk="0" h="1708" w="6596">
                  <a:moveTo>
                    <a:pt x="1" y="1"/>
                  </a:moveTo>
                  <a:lnTo>
                    <a:pt x="1" y="1708"/>
                  </a:lnTo>
                  <a:lnTo>
                    <a:pt x="6595" y="1708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54"/>
            <p:cNvSpPr/>
            <p:nvPr/>
          </p:nvSpPr>
          <p:spPr>
            <a:xfrm>
              <a:off x="1243491" y="1536992"/>
              <a:ext cx="411796" cy="66165"/>
            </a:xfrm>
            <a:custGeom>
              <a:rect b="b" l="l" r="r" t="t"/>
              <a:pathLst>
                <a:path extrusionOk="0" h="1010" w="6286">
                  <a:moveTo>
                    <a:pt x="1" y="1"/>
                  </a:moveTo>
                  <a:lnTo>
                    <a:pt x="1" y="1009"/>
                  </a:lnTo>
                  <a:lnTo>
                    <a:pt x="6285" y="1009"/>
                  </a:lnTo>
                  <a:lnTo>
                    <a:pt x="62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4"/>
            <p:cNvSpPr/>
            <p:nvPr/>
          </p:nvSpPr>
          <p:spPr>
            <a:xfrm>
              <a:off x="1243491" y="1648819"/>
              <a:ext cx="411796" cy="61055"/>
            </a:xfrm>
            <a:custGeom>
              <a:rect b="b" l="l" r="r" t="t"/>
              <a:pathLst>
                <a:path extrusionOk="0" h="932" w="6286">
                  <a:moveTo>
                    <a:pt x="1" y="1"/>
                  </a:moveTo>
                  <a:lnTo>
                    <a:pt x="1" y="932"/>
                  </a:lnTo>
                  <a:lnTo>
                    <a:pt x="6285" y="932"/>
                  </a:lnTo>
                  <a:lnTo>
                    <a:pt x="62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54"/>
          <p:cNvSpPr/>
          <p:nvPr/>
        </p:nvSpPr>
        <p:spPr>
          <a:xfrm>
            <a:off x="457200" y="3046500"/>
            <a:ext cx="4116000" cy="1119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54"/>
          <p:cNvGrpSpPr/>
          <p:nvPr/>
        </p:nvGrpSpPr>
        <p:grpSpPr>
          <a:xfrm flipH="1">
            <a:off x="5506517" y="4190787"/>
            <a:ext cx="457164" cy="259080"/>
            <a:chOff x="5014900" y="1023650"/>
            <a:chExt cx="758400" cy="438375"/>
          </a:xfrm>
        </p:grpSpPr>
        <p:sp>
          <p:nvSpPr>
            <p:cNvPr id="1286" name="Google Shape;1286;p54"/>
            <p:cNvSpPr/>
            <p:nvPr/>
          </p:nvSpPr>
          <p:spPr>
            <a:xfrm>
              <a:off x="5253450" y="1023650"/>
              <a:ext cx="519850" cy="331700"/>
            </a:xfrm>
            <a:custGeom>
              <a:rect b="b" l="l" r="r" t="t"/>
              <a:pathLst>
                <a:path extrusionOk="0" h="13268" w="20794">
                  <a:moveTo>
                    <a:pt x="1" y="1"/>
                  </a:moveTo>
                  <a:lnTo>
                    <a:pt x="79" y="13267"/>
                  </a:lnTo>
                  <a:lnTo>
                    <a:pt x="20638" y="13190"/>
                  </a:lnTo>
                  <a:lnTo>
                    <a:pt x="2079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54"/>
            <p:cNvSpPr/>
            <p:nvPr/>
          </p:nvSpPr>
          <p:spPr>
            <a:xfrm>
              <a:off x="5014900" y="1099300"/>
              <a:ext cx="244400" cy="254100"/>
            </a:xfrm>
            <a:custGeom>
              <a:rect b="b" l="l" r="r" t="t"/>
              <a:pathLst>
                <a:path extrusionOk="0" h="10164" w="9776">
                  <a:moveTo>
                    <a:pt x="9000" y="776"/>
                  </a:moveTo>
                  <a:lnTo>
                    <a:pt x="9000" y="5043"/>
                  </a:lnTo>
                  <a:lnTo>
                    <a:pt x="1242" y="5043"/>
                  </a:lnTo>
                  <a:lnTo>
                    <a:pt x="2793" y="776"/>
                  </a:lnTo>
                  <a:close/>
                  <a:moveTo>
                    <a:pt x="2405" y="0"/>
                  </a:moveTo>
                  <a:lnTo>
                    <a:pt x="0" y="5897"/>
                  </a:lnTo>
                  <a:lnTo>
                    <a:pt x="0" y="10164"/>
                  </a:lnTo>
                  <a:lnTo>
                    <a:pt x="9776" y="10164"/>
                  </a:lnTo>
                  <a:lnTo>
                    <a:pt x="9776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54"/>
            <p:cNvSpPr/>
            <p:nvPr/>
          </p:nvSpPr>
          <p:spPr>
            <a:xfrm>
              <a:off x="5075025" y="1322350"/>
              <a:ext cx="141600" cy="139675"/>
            </a:xfrm>
            <a:custGeom>
              <a:rect b="b" l="l" r="r" t="t"/>
              <a:pathLst>
                <a:path extrusionOk="0" h="5587" w="5664">
                  <a:moveTo>
                    <a:pt x="2793" y="1552"/>
                  </a:moveTo>
                  <a:lnTo>
                    <a:pt x="3104" y="1630"/>
                  </a:lnTo>
                  <a:lnTo>
                    <a:pt x="3336" y="1707"/>
                  </a:lnTo>
                  <a:lnTo>
                    <a:pt x="3724" y="1940"/>
                  </a:lnTo>
                  <a:lnTo>
                    <a:pt x="3957" y="2328"/>
                  </a:lnTo>
                  <a:lnTo>
                    <a:pt x="4035" y="2561"/>
                  </a:lnTo>
                  <a:lnTo>
                    <a:pt x="4035" y="2793"/>
                  </a:lnTo>
                  <a:lnTo>
                    <a:pt x="4035" y="3026"/>
                  </a:lnTo>
                  <a:lnTo>
                    <a:pt x="3957" y="3259"/>
                  </a:lnTo>
                  <a:lnTo>
                    <a:pt x="3724" y="3647"/>
                  </a:lnTo>
                  <a:lnTo>
                    <a:pt x="3336" y="3957"/>
                  </a:lnTo>
                  <a:lnTo>
                    <a:pt x="3104" y="4035"/>
                  </a:lnTo>
                  <a:lnTo>
                    <a:pt x="2561" y="4035"/>
                  </a:lnTo>
                  <a:lnTo>
                    <a:pt x="2328" y="3957"/>
                  </a:lnTo>
                  <a:lnTo>
                    <a:pt x="1940" y="3647"/>
                  </a:lnTo>
                  <a:lnTo>
                    <a:pt x="1707" y="3259"/>
                  </a:lnTo>
                  <a:lnTo>
                    <a:pt x="1630" y="3026"/>
                  </a:lnTo>
                  <a:lnTo>
                    <a:pt x="1630" y="2793"/>
                  </a:lnTo>
                  <a:lnTo>
                    <a:pt x="1630" y="2561"/>
                  </a:lnTo>
                  <a:lnTo>
                    <a:pt x="1707" y="2328"/>
                  </a:lnTo>
                  <a:lnTo>
                    <a:pt x="1940" y="1940"/>
                  </a:lnTo>
                  <a:lnTo>
                    <a:pt x="2328" y="1707"/>
                  </a:lnTo>
                  <a:lnTo>
                    <a:pt x="2561" y="1630"/>
                  </a:lnTo>
                  <a:lnTo>
                    <a:pt x="2793" y="1552"/>
                  </a:lnTo>
                  <a:close/>
                  <a:moveTo>
                    <a:pt x="2793" y="0"/>
                  </a:moveTo>
                  <a:lnTo>
                    <a:pt x="2250" y="78"/>
                  </a:lnTo>
                  <a:lnTo>
                    <a:pt x="1707" y="233"/>
                  </a:lnTo>
                  <a:lnTo>
                    <a:pt x="1242" y="466"/>
                  </a:lnTo>
                  <a:lnTo>
                    <a:pt x="854" y="854"/>
                  </a:lnTo>
                  <a:lnTo>
                    <a:pt x="466" y="1242"/>
                  </a:lnTo>
                  <a:lnTo>
                    <a:pt x="233" y="1707"/>
                  </a:lnTo>
                  <a:lnTo>
                    <a:pt x="78" y="2250"/>
                  </a:lnTo>
                  <a:lnTo>
                    <a:pt x="0" y="2793"/>
                  </a:lnTo>
                  <a:lnTo>
                    <a:pt x="78" y="3414"/>
                  </a:lnTo>
                  <a:lnTo>
                    <a:pt x="233" y="3880"/>
                  </a:lnTo>
                  <a:lnTo>
                    <a:pt x="466" y="4345"/>
                  </a:lnTo>
                  <a:lnTo>
                    <a:pt x="854" y="4811"/>
                  </a:lnTo>
                  <a:lnTo>
                    <a:pt x="1242" y="5121"/>
                  </a:lnTo>
                  <a:lnTo>
                    <a:pt x="1707" y="5431"/>
                  </a:lnTo>
                  <a:lnTo>
                    <a:pt x="2250" y="5586"/>
                  </a:lnTo>
                  <a:lnTo>
                    <a:pt x="3414" y="5586"/>
                  </a:lnTo>
                  <a:lnTo>
                    <a:pt x="3880" y="5431"/>
                  </a:lnTo>
                  <a:lnTo>
                    <a:pt x="4423" y="5121"/>
                  </a:lnTo>
                  <a:lnTo>
                    <a:pt x="4811" y="4811"/>
                  </a:lnTo>
                  <a:lnTo>
                    <a:pt x="5121" y="4345"/>
                  </a:lnTo>
                  <a:lnTo>
                    <a:pt x="5431" y="3880"/>
                  </a:lnTo>
                  <a:lnTo>
                    <a:pt x="5586" y="3414"/>
                  </a:lnTo>
                  <a:lnTo>
                    <a:pt x="5664" y="2793"/>
                  </a:lnTo>
                  <a:lnTo>
                    <a:pt x="5586" y="2250"/>
                  </a:lnTo>
                  <a:lnTo>
                    <a:pt x="5431" y="1707"/>
                  </a:lnTo>
                  <a:lnTo>
                    <a:pt x="5121" y="1242"/>
                  </a:lnTo>
                  <a:lnTo>
                    <a:pt x="4811" y="854"/>
                  </a:lnTo>
                  <a:lnTo>
                    <a:pt x="4423" y="466"/>
                  </a:lnTo>
                  <a:lnTo>
                    <a:pt x="3880" y="233"/>
                  </a:lnTo>
                  <a:lnTo>
                    <a:pt x="3414" y="78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54"/>
            <p:cNvSpPr/>
            <p:nvPr/>
          </p:nvSpPr>
          <p:spPr>
            <a:xfrm>
              <a:off x="5534700" y="1310700"/>
              <a:ext cx="139675" cy="139675"/>
            </a:xfrm>
            <a:custGeom>
              <a:rect b="b" l="l" r="r" t="t"/>
              <a:pathLst>
                <a:path extrusionOk="0" h="5587" w="5587">
                  <a:moveTo>
                    <a:pt x="2793" y="1553"/>
                  </a:moveTo>
                  <a:lnTo>
                    <a:pt x="3026" y="1630"/>
                  </a:lnTo>
                  <a:lnTo>
                    <a:pt x="3259" y="1708"/>
                  </a:lnTo>
                  <a:lnTo>
                    <a:pt x="3647" y="1941"/>
                  </a:lnTo>
                  <a:lnTo>
                    <a:pt x="3880" y="2328"/>
                  </a:lnTo>
                  <a:lnTo>
                    <a:pt x="3957" y="2561"/>
                  </a:lnTo>
                  <a:lnTo>
                    <a:pt x="3957" y="2794"/>
                  </a:lnTo>
                  <a:lnTo>
                    <a:pt x="3957" y="3027"/>
                  </a:lnTo>
                  <a:lnTo>
                    <a:pt x="3880" y="3259"/>
                  </a:lnTo>
                  <a:lnTo>
                    <a:pt x="3647" y="3647"/>
                  </a:lnTo>
                  <a:lnTo>
                    <a:pt x="3259" y="3958"/>
                  </a:lnTo>
                  <a:lnTo>
                    <a:pt x="3026" y="4035"/>
                  </a:lnTo>
                  <a:lnTo>
                    <a:pt x="2483" y="4035"/>
                  </a:lnTo>
                  <a:lnTo>
                    <a:pt x="2250" y="3958"/>
                  </a:lnTo>
                  <a:lnTo>
                    <a:pt x="1862" y="3647"/>
                  </a:lnTo>
                  <a:lnTo>
                    <a:pt x="1630" y="3259"/>
                  </a:lnTo>
                  <a:lnTo>
                    <a:pt x="1552" y="3027"/>
                  </a:lnTo>
                  <a:lnTo>
                    <a:pt x="1552" y="2794"/>
                  </a:lnTo>
                  <a:lnTo>
                    <a:pt x="1552" y="2561"/>
                  </a:lnTo>
                  <a:lnTo>
                    <a:pt x="1630" y="2328"/>
                  </a:lnTo>
                  <a:lnTo>
                    <a:pt x="1862" y="1941"/>
                  </a:lnTo>
                  <a:lnTo>
                    <a:pt x="2250" y="1708"/>
                  </a:lnTo>
                  <a:lnTo>
                    <a:pt x="2483" y="1630"/>
                  </a:lnTo>
                  <a:lnTo>
                    <a:pt x="2793" y="1553"/>
                  </a:lnTo>
                  <a:close/>
                  <a:moveTo>
                    <a:pt x="2793" y="1"/>
                  </a:moveTo>
                  <a:lnTo>
                    <a:pt x="2173" y="79"/>
                  </a:lnTo>
                  <a:lnTo>
                    <a:pt x="1707" y="234"/>
                  </a:lnTo>
                  <a:lnTo>
                    <a:pt x="1164" y="466"/>
                  </a:lnTo>
                  <a:lnTo>
                    <a:pt x="776" y="854"/>
                  </a:lnTo>
                  <a:lnTo>
                    <a:pt x="466" y="1242"/>
                  </a:lnTo>
                  <a:lnTo>
                    <a:pt x="156" y="1708"/>
                  </a:lnTo>
                  <a:lnTo>
                    <a:pt x="0" y="2251"/>
                  </a:lnTo>
                  <a:lnTo>
                    <a:pt x="0" y="2794"/>
                  </a:lnTo>
                  <a:lnTo>
                    <a:pt x="0" y="3415"/>
                  </a:lnTo>
                  <a:lnTo>
                    <a:pt x="156" y="3880"/>
                  </a:lnTo>
                  <a:lnTo>
                    <a:pt x="466" y="4423"/>
                  </a:lnTo>
                  <a:lnTo>
                    <a:pt x="776" y="4811"/>
                  </a:lnTo>
                  <a:lnTo>
                    <a:pt x="1164" y="5121"/>
                  </a:lnTo>
                  <a:lnTo>
                    <a:pt x="1707" y="5432"/>
                  </a:lnTo>
                  <a:lnTo>
                    <a:pt x="2173" y="5587"/>
                  </a:lnTo>
                  <a:lnTo>
                    <a:pt x="3336" y="5587"/>
                  </a:lnTo>
                  <a:lnTo>
                    <a:pt x="3880" y="5432"/>
                  </a:lnTo>
                  <a:lnTo>
                    <a:pt x="4345" y="5121"/>
                  </a:lnTo>
                  <a:lnTo>
                    <a:pt x="4733" y="4811"/>
                  </a:lnTo>
                  <a:lnTo>
                    <a:pt x="5121" y="4423"/>
                  </a:lnTo>
                  <a:lnTo>
                    <a:pt x="5354" y="3880"/>
                  </a:lnTo>
                  <a:lnTo>
                    <a:pt x="5509" y="3415"/>
                  </a:lnTo>
                  <a:lnTo>
                    <a:pt x="5586" y="2794"/>
                  </a:lnTo>
                  <a:lnTo>
                    <a:pt x="5509" y="2251"/>
                  </a:lnTo>
                  <a:lnTo>
                    <a:pt x="5354" y="1708"/>
                  </a:lnTo>
                  <a:lnTo>
                    <a:pt x="5121" y="1242"/>
                  </a:lnTo>
                  <a:lnTo>
                    <a:pt x="4733" y="854"/>
                  </a:lnTo>
                  <a:lnTo>
                    <a:pt x="4345" y="466"/>
                  </a:lnTo>
                  <a:lnTo>
                    <a:pt x="3880" y="234"/>
                  </a:lnTo>
                  <a:lnTo>
                    <a:pt x="3336" y="79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0" name="Google Shape;1290;p54"/>
          <p:cNvGrpSpPr/>
          <p:nvPr/>
        </p:nvGrpSpPr>
        <p:grpSpPr>
          <a:xfrm>
            <a:off x="5556545" y="2204805"/>
            <a:ext cx="342899" cy="457198"/>
            <a:chOff x="4204150" y="2158300"/>
            <a:chExt cx="424800" cy="578000"/>
          </a:xfrm>
        </p:grpSpPr>
        <p:sp>
          <p:nvSpPr>
            <p:cNvPr id="1291" name="Google Shape;1291;p54"/>
            <p:cNvSpPr/>
            <p:nvPr/>
          </p:nvSpPr>
          <p:spPr>
            <a:xfrm>
              <a:off x="4299200" y="2175750"/>
              <a:ext cx="232775" cy="438375"/>
            </a:xfrm>
            <a:custGeom>
              <a:rect b="b" l="l" r="r" t="t"/>
              <a:pathLst>
                <a:path extrusionOk="0" h="17535" w="9311">
                  <a:moveTo>
                    <a:pt x="4655" y="1"/>
                  </a:moveTo>
                  <a:lnTo>
                    <a:pt x="4190" y="78"/>
                  </a:lnTo>
                  <a:lnTo>
                    <a:pt x="3724" y="156"/>
                  </a:lnTo>
                  <a:lnTo>
                    <a:pt x="2871" y="389"/>
                  </a:lnTo>
                  <a:lnTo>
                    <a:pt x="2095" y="854"/>
                  </a:lnTo>
                  <a:lnTo>
                    <a:pt x="1397" y="1397"/>
                  </a:lnTo>
                  <a:lnTo>
                    <a:pt x="776" y="2095"/>
                  </a:lnTo>
                  <a:lnTo>
                    <a:pt x="388" y="2871"/>
                  </a:lnTo>
                  <a:lnTo>
                    <a:pt x="78" y="3725"/>
                  </a:lnTo>
                  <a:lnTo>
                    <a:pt x="78" y="4190"/>
                  </a:lnTo>
                  <a:lnTo>
                    <a:pt x="0" y="4656"/>
                  </a:lnTo>
                  <a:lnTo>
                    <a:pt x="0" y="12879"/>
                  </a:lnTo>
                  <a:lnTo>
                    <a:pt x="78" y="13345"/>
                  </a:lnTo>
                  <a:lnTo>
                    <a:pt x="78" y="13810"/>
                  </a:lnTo>
                  <a:lnTo>
                    <a:pt x="388" y="14741"/>
                  </a:lnTo>
                  <a:lnTo>
                    <a:pt x="776" y="15517"/>
                  </a:lnTo>
                  <a:lnTo>
                    <a:pt x="1397" y="16215"/>
                  </a:lnTo>
                  <a:lnTo>
                    <a:pt x="2095" y="16758"/>
                  </a:lnTo>
                  <a:lnTo>
                    <a:pt x="2871" y="17146"/>
                  </a:lnTo>
                  <a:lnTo>
                    <a:pt x="3724" y="17457"/>
                  </a:lnTo>
                  <a:lnTo>
                    <a:pt x="4190" y="17534"/>
                  </a:lnTo>
                  <a:lnTo>
                    <a:pt x="5121" y="17534"/>
                  </a:lnTo>
                  <a:lnTo>
                    <a:pt x="5586" y="17457"/>
                  </a:lnTo>
                  <a:lnTo>
                    <a:pt x="6517" y="17146"/>
                  </a:lnTo>
                  <a:lnTo>
                    <a:pt x="7293" y="16758"/>
                  </a:lnTo>
                  <a:lnTo>
                    <a:pt x="7991" y="16215"/>
                  </a:lnTo>
                  <a:lnTo>
                    <a:pt x="8535" y="15517"/>
                  </a:lnTo>
                  <a:lnTo>
                    <a:pt x="9000" y="14741"/>
                  </a:lnTo>
                  <a:lnTo>
                    <a:pt x="9233" y="13810"/>
                  </a:lnTo>
                  <a:lnTo>
                    <a:pt x="9310" y="13345"/>
                  </a:lnTo>
                  <a:lnTo>
                    <a:pt x="9310" y="12879"/>
                  </a:lnTo>
                  <a:lnTo>
                    <a:pt x="9310" y="4656"/>
                  </a:lnTo>
                  <a:lnTo>
                    <a:pt x="9310" y="4190"/>
                  </a:lnTo>
                  <a:lnTo>
                    <a:pt x="9233" y="3725"/>
                  </a:lnTo>
                  <a:lnTo>
                    <a:pt x="9000" y="2871"/>
                  </a:lnTo>
                  <a:lnTo>
                    <a:pt x="8535" y="2095"/>
                  </a:lnTo>
                  <a:lnTo>
                    <a:pt x="7991" y="1397"/>
                  </a:lnTo>
                  <a:lnTo>
                    <a:pt x="7293" y="854"/>
                  </a:lnTo>
                  <a:lnTo>
                    <a:pt x="6517" y="389"/>
                  </a:lnTo>
                  <a:lnTo>
                    <a:pt x="5586" y="156"/>
                  </a:lnTo>
                  <a:lnTo>
                    <a:pt x="5121" y="78"/>
                  </a:lnTo>
                  <a:lnTo>
                    <a:pt x="465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4"/>
            <p:cNvSpPr/>
            <p:nvPr/>
          </p:nvSpPr>
          <p:spPr>
            <a:xfrm>
              <a:off x="4227425" y="2484150"/>
              <a:ext cx="133875" cy="252150"/>
            </a:xfrm>
            <a:custGeom>
              <a:rect b="b" l="l" r="r" t="t"/>
              <a:pathLst>
                <a:path extrusionOk="0" h="10086" w="5355">
                  <a:moveTo>
                    <a:pt x="4578" y="0"/>
                  </a:moveTo>
                  <a:lnTo>
                    <a:pt x="4578" y="388"/>
                  </a:lnTo>
                  <a:lnTo>
                    <a:pt x="4501" y="1397"/>
                  </a:lnTo>
                  <a:lnTo>
                    <a:pt x="4423" y="2793"/>
                  </a:lnTo>
                  <a:lnTo>
                    <a:pt x="4113" y="4345"/>
                  </a:lnTo>
                  <a:lnTo>
                    <a:pt x="3880" y="5198"/>
                  </a:lnTo>
                  <a:lnTo>
                    <a:pt x="3570" y="6052"/>
                  </a:lnTo>
                  <a:lnTo>
                    <a:pt x="3259" y="6828"/>
                  </a:lnTo>
                  <a:lnTo>
                    <a:pt x="2794" y="7526"/>
                  </a:lnTo>
                  <a:lnTo>
                    <a:pt x="2251" y="8146"/>
                  </a:lnTo>
                  <a:lnTo>
                    <a:pt x="1630" y="8690"/>
                  </a:lnTo>
                  <a:lnTo>
                    <a:pt x="854" y="9077"/>
                  </a:lnTo>
                  <a:lnTo>
                    <a:pt x="466" y="9233"/>
                  </a:lnTo>
                  <a:lnTo>
                    <a:pt x="1" y="9310"/>
                  </a:lnTo>
                  <a:lnTo>
                    <a:pt x="156" y="10086"/>
                  </a:lnTo>
                  <a:lnTo>
                    <a:pt x="1010" y="9853"/>
                  </a:lnTo>
                  <a:lnTo>
                    <a:pt x="1785" y="9465"/>
                  </a:lnTo>
                  <a:lnTo>
                    <a:pt x="2406" y="9000"/>
                  </a:lnTo>
                  <a:lnTo>
                    <a:pt x="3104" y="8379"/>
                  </a:lnTo>
                  <a:lnTo>
                    <a:pt x="3647" y="7603"/>
                  </a:lnTo>
                  <a:lnTo>
                    <a:pt x="4113" y="6750"/>
                  </a:lnTo>
                  <a:lnTo>
                    <a:pt x="4501" y="5741"/>
                  </a:lnTo>
                  <a:lnTo>
                    <a:pt x="4811" y="4578"/>
                  </a:lnTo>
                  <a:lnTo>
                    <a:pt x="5044" y="3724"/>
                  </a:lnTo>
                  <a:lnTo>
                    <a:pt x="5121" y="2871"/>
                  </a:lnTo>
                  <a:lnTo>
                    <a:pt x="5277" y="1474"/>
                  </a:lnTo>
                  <a:lnTo>
                    <a:pt x="5354" y="388"/>
                  </a:lnTo>
                  <a:lnTo>
                    <a:pt x="5277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54"/>
            <p:cNvSpPr/>
            <p:nvPr/>
          </p:nvSpPr>
          <p:spPr>
            <a:xfrm>
              <a:off x="4477650" y="2484150"/>
              <a:ext cx="131900" cy="252150"/>
            </a:xfrm>
            <a:custGeom>
              <a:rect b="b" l="l" r="r" t="t"/>
              <a:pathLst>
                <a:path extrusionOk="0" h="10086" w="5276">
                  <a:moveTo>
                    <a:pt x="0" y="0"/>
                  </a:moveTo>
                  <a:lnTo>
                    <a:pt x="0" y="388"/>
                  </a:lnTo>
                  <a:lnTo>
                    <a:pt x="78" y="1474"/>
                  </a:lnTo>
                  <a:lnTo>
                    <a:pt x="155" y="2871"/>
                  </a:lnTo>
                  <a:lnTo>
                    <a:pt x="310" y="3724"/>
                  </a:lnTo>
                  <a:lnTo>
                    <a:pt x="466" y="4578"/>
                  </a:lnTo>
                  <a:lnTo>
                    <a:pt x="853" y="5741"/>
                  </a:lnTo>
                  <a:lnTo>
                    <a:pt x="1241" y="6750"/>
                  </a:lnTo>
                  <a:lnTo>
                    <a:pt x="1707" y="7603"/>
                  </a:lnTo>
                  <a:lnTo>
                    <a:pt x="2250" y="8379"/>
                  </a:lnTo>
                  <a:lnTo>
                    <a:pt x="2871" y="9000"/>
                  </a:lnTo>
                  <a:lnTo>
                    <a:pt x="3569" y="9465"/>
                  </a:lnTo>
                  <a:lnTo>
                    <a:pt x="4345" y="9853"/>
                  </a:lnTo>
                  <a:lnTo>
                    <a:pt x="5198" y="10086"/>
                  </a:lnTo>
                  <a:lnTo>
                    <a:pt x="5276" y="9310"/>
                  </a:lnTo>
                  <a:lnTo>
                    <a:pt x="4888" y="9233"/>
                  </a:lnTo>
                  <a:lnTo>
                    <a:pt x="4500" y="9077"/>
                  </a:lnTo>
                  <a:lnTo>
                    <a:pt x="3724" y="8690"/>
                  </a:lnTo>
                  <a:lnTo>
                    <a:pt x="3103" y="8146"/>
                  </a:lnTo>
                  <a:lnTo>
                    <a:pt x="2560" y="7526"/>
                  </a:lnTo>
                  <a:lnTo>
                    <a:pt x="2095" y="6828"/>
                  </a:lnTo>
                  <a:lnTo>
                    <a:pt x="1784" y="6052"/>
                  </a:lnTo>
                  <a:lnTo>
                    <a:pt x="1474" y="5198"/>
                  </a:lnTo>
                  <a:lnTo>
                    <a:pt x="1241" y="4345"/>
                  </a:lnTo>
                  <a:lnTo>
                    <a:pt x="931" y="2793"/>
                  </a:lnTo>
                  <a:lnTo>
                    <a:pt x="776" y="1397"/>
                  </a:lnTo>
                  <a:lnTo>
                    <a:pt x="776" y="388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54"/>
            <p:cNvSpPr/>
            <p:nvPr/>
          </p:nvSpPr>
          <p:spPr>
            <a:xfrm>
              <a:off x="4289500" y="2464750"/>
              <a:ext cx="254100" cy="46575"/>
            </a:xfrm>
            <a:custGeom>
              <a:rect b="b" l="l" r="r" t="t"/>
              <a:pathLst>
                <a:path extrusionOk="0" h="1863" w="10164">
                  <a:moveTo>
                    <a:pt x="1" y="0"/>
                  </a:moveTo>
                  <a:lnTo>
                    <a:pt x="1" y="1862"/>
                  </a:lnTo>
                  <a:lnTo>
                    <a:pt x="10164" y="1862"/>
                  </a:lnTo>
                  <a:lnTo>
                    <a:pt x="1016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54"/>
            <p:cNvSpPr/>
            <p:nvPr/>
          </p:nvSpPr>
          <p:spPr>
            <a:xfrm>
              <a:off x="4204150" y="2707200"/>
              <a:ext cx="424800" cy="29100"/>
            </a:xfrm>
            <a:custGeom>
              <a:rect b="b" l="l" r="r" t="t"/>
              <a:pathLst>
                <a:path extrusionOk="0" h="1164" w="16992">
                  <a:moveTo>
                    <a:pt x="1" y="0"/>
                  </a:moveTo>
                  <a:lnTo>
                    <a:pt x="1" y="1164"/>
                  </a:lnTo>
                  <a:lnTo>
                    <a:pt x="16991" y="1164"/>
                  </a:lnTo>
                  <a:lnTo>
                    <a:pt x="1699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4"/>
            <p:cNvSpPr/>
            <p:nvPr/>
          </p:nvSpPr>
          <p:spPr>
            <a:xfrm>
              <a:off x="4398125" y="2158300"/>
              <a:ext cx="38800" cy="33000"/>
            </a:xfrm>
            <a:custGeom>
              <a:rect b="b" l="l" r="r" t="t"/>
              <a:pathLst>
                <a:path extrusionOk="0" h="1320" w="1552">
                  <a:moveTo>
                    <a:pt x="0" y="0"/>
                  </a:moveTo>
                  <a:lnTo>
                    <a:pt x="0" y="1319"/>
                  </a:lnTo>
                  <a:lnTo>
                    <a:pt x="1552" y="1319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4"/>
            <p:cNvSpPr/>
            <p:nvPr/>
          </p:nvSpPr>
          <p:spPr>
            <a:xfrm>
              <a:off x="4299200" y="2356125"/>
              <a:ext cx="236650" cy="21375"/>
            </a:xfrm>
            <a:custGeom>
              <a:rect b="b" l="l" r="r" t="t"/>
              <a:pathLst>
                <a:path extrusionOk="0" h="855" w="9466">
                  <a:moveTo>
                    <a:pt x="0" y="1"/>
                  </a:moveTo>
                  <a:lnTo>
                    <a:pt x="0" y="854"/>
                  </a:lnTo>
                  <a:lnTo>
                    <a:pt x="9466" y="854"/>
                  </a:lnTo>
                  <a:lnTo>
                    <a:pt x="9466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4"/>
            <p:cNvSpPr/>
            <p:nvPr/>
          </p:nvSpPr>
          <p:spPr>
            <a:xfrm>
              <a:off x="4299200" y="2387175"/>
              <a:ext cx="236650" cy="15525"/>
            </a:xfrm>
            <a:custGeom>
              <a:rect b="b" l="l" r="r" t="t"/>
              <a:pathLst>
                <a:path extrusionOk="0" h="621" w="9466">
                  <a:moveTo>
                    <a:pt x="0" y="0"/>
                  </a:moveTo>
                  <a:lnTo>
                    <a:pt x="0" y="621"/>
                  </a:lnTo>
                  <a:lnTo>
                    <a:pt x="9466" y="621"/>
                  </a:lnTo>
                  <a:lnTo>
                    <a:pt x="9466" y="0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9" name="Google Shape;1299;p54"/>
          <p:cNvGrpSpPr/>
          <p:nvPr/>
        </p:nvGrpSpPr>
        <p:grpSpPr>
          <a:xfrm>
            <a:off x="5599263" y="1310077"/>
            <a:ext cx="271550" cy="413150"/>
            <a:chOff x="4890775" y="3723525"/>
            <a:chExt cx="271550" cy="413150"/>
          </a:xfrm>
        </p:grpSpPr>
        <p:sp>
          <p:nvSpPr>
            <p:cNvPr id="1300" name="Google Shape;1300;p54"/>
            <p:cNvSpPr/>
            <p:nvPr/>
          </p:nvSpPr>
          <p:spPr>
            <a:xfrm>
              <a:off x="4900475" y="3742925"/>
              <a:ext cx="257975" cy="391800"/>
            </a:xfrm>
            <a:custGeom>
              <a:rect b="b" l="l" r="r" t="t"/>
              <a:pathLst>
                <a:path extrusionOk="0" h="15672" w="10319">
                  <a:moveTo>
                    <a:pt x="3026" y="0"/>
                  </a:moveTo>
                  <a:lnTo>
                    <a:pt x="2948" y="2871"/>
                  </a:lnTo>
                  <a:lnTo>
                    <a:pt x="2793" y="4578"/>
                  </a:lnTo>
                  <a:lnTo>
                    <a:pt x="2638" y="6207"/>
                  </a:lnTo>
                  <a:lnTo>
                    <a:pt x="2250" y="8922"/>
                  </a:lnTo>
                  <a:lnTo>
                    <a:pt x="1784" y="11095"/>
                  </a:lnTo>
                  <a:lnTo>
                    <a:pt x="1241" y="12801"/>
                  </a:lnTo>
                  <a:lnTo>
                    <a:pt x="776" y="14120"/>
                  </a:lnTo>
                  <a:lnTo>
                    <a:pt x="388" y="14974"/>
                  </a:lnTo>
                  <a:lnTo>
                    <a:pt x="0" y="15672"/>
                  </a:lnTo>
                  <a:lnTo>
                    <a:pt x="10318" y="15672"/>
                  </a:lnTo>
                  <a:lnTo>
                    <a:pt x="10163" y="15517"/>
                  </a:lnTo>
                  <a:lnTo>
                    <a:pt x="9853" y="15051"/>
                  </a:lnTo>
                  <a:lnTo>
                    <a:pt x="9310" y="14275"/>
                  </a:lnTo>
                  <a:lnTo>
                    <a:pt x="8767" y="13034"/>
                  </a:lnTo>
                  <a:lnTo>
                    <a:pt x="8456" y="12258"/>
                  </a:lnTo>
                  <a:lnTo>
                    <a:pt x="8146" y="11327"/>
                  </a:lnTo>
                  <a:lnTo>
                    <a:pt x="7913" y="10241"/>
                  </a:lnTo>
                  <a:lnTo>
                    <a:pt x="7603" y="9077"/>
                  </a:lnTo>
                  <a:lnTo>
                    <a:pt x="7370" y="7681"/>
                  </a:lnTo>
                  <a:lnTo>
                    <a:pt x="7215" y="6129"/>
                  </a:lnTo>
                  <a:lnTo>
                    <a:pt x="7060" y="4500"/>
                  </a:lnTo>
                  <a:lnTo>
                    <a:pt x="6905" y="2560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4"/>
            <p:cNvSpPr/>
            <p:nvPr/>
          </p:nvSpPr>
          <p:spPr>
            <a:xfrm>
              <a:off x="4970275" y="3723525"/>
              <a:ext cx="108650" cy="29125"/>
            </a:xfrm>
            <a:custGeom>
              <a:rect b="b" l="l" r="r" t="t"/>
              <a:pathLst>
                <a:path extrusionOk="0" h="1165" w="4346">
                  <a:moveTo>
                    <a:pt x="1" y="0"/>
                  </a:moveTo>
                  <a:lnTo>
                    <a:pt x="1" y="1164"/>
                  </a:lnTo>
                  <a:lnTo>
                    <a:pt x="4346" y="1164"/>
                  </a:lnTo>
                  <a:lnTo>
                    <a:pt x="434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4"/>
            <p:cNvSpPr/>
            <p:nvPr/>
          </p:nvSpPr>
          <p:spPr>
            <a:xfrm>
              <a:off x="4890775" y="4121125"/>
              <a:ext cx="271550" cy="15550"/>
            </a:xfrm>
            <a:custGeom>
              <a:rect b="b" l="l" r="r" t="t"/>
              <a:pathLst>
                <a:path extrusionOk="0" h="622" w="10862">
                  <a:moveTo>
                    <a:pt x="0" y="1"/>
                  </a:moveTo>
                  <a:lnTo>
                    <a:pt x="0" y="621"/>
                  </a:lnTo>
                  <a:lnTo>
                    <a:pt x="10862" y="621"/>
                  </a:lnTo>
                  <a:lnTo>
                    <a:pt x="10862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54"/>
            <p:cNvSpPr/>
            <p:nvPr/>
          </p:nvSpPr>
          <p:spPr>
            <a:xfrm>
              <a:off x="4972225" y="3762325"/>
              <a:ext cx="102825" cy="15525"/>
            </a:xfrm>
            <a:custGeom>
              <a:rect b="b" l="l" r="r" t="t"/>
              <a:pathLst>
                <a:path extrusionOk="0" h="621" w="4113">
                  <a:moveTo>
                    <a:pt x="1" y="0"/>
                  </a:moveTo>
                  <a:lnTo>
                    <a:pt x="1" y="621"/>
                  </a:lnTo>
                  <a:lnTo>
                    <a:pt x="4112" y="621"/>
                  </a:lnTo>
                  <a:lnTo>
                    <a:pt x="4112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54"/>
            <p:cNvSpPr/>
            <p:nvPr/>
          </p:nvSpPr>
          <p:spPr>
            <a:xfrm>
              <a:off x="4972225" y="3789475"/>
              <a:ext cx="102825" cy="15525"/>
            </a:xfrm>
            <a:custGeom>
              <a:rect b="b" l="l" r="r" t="t"/>
              <a:pathLst>
                <a:path extrusionOk="0" h="621" w="4113">
                  <a:moveTo>
                    <a:pt x="1" y="0"/>
                  </a:moveTo>
                  <a:lnTo>
                    <a:pt x="1" y="621"/>
                  </a:lnTo>
                  <a:lnTo>
                    <a:pt x="4112" y="621"/>
                  </a:lnTo>
                  <a:lnTo>
                    <a:pt x="4112" y="0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54"/>
          <p:cNvGrpSpPr/>
          <p:nvPr/>
        </p:nvGrpSpPr>
        <p:grpSpPr>
          <a:xfrm>
            <a:off x="5504677" y="3148256"/>
            <a:ext cx="457223" cy="403843"/>
            <a:chOff x="6372575" y="4883375"/>
            <a:chExt cx="696350" cy="607100"/>
          </a:xfrm>
        </p:grpSpPr>
        <p:sp>
          <p:nvSpPr>
            <p:cNvPr id="1306" name="Google Shape;1306;p54"/>
            <p:cNvSpPr/>
            <p:nvPr/>
          </p:nvSpPr>
          <p:spPr>
            <a:xfrm>
              <a:off x="6372575" y="4883375"/>
              <a:ext cx="240550" cy="607100"/>
            </a:xfrm>
            <a:custGeom>
              <a:rect b="b" l="l" r="r" t="t"/>
              <a:pathLst>
                <a:path extrusionOk="0" h="24284" w="9622">
                  <a:moveTo>
                    <a:pt x="9621" y="1"/>
                  </a:moveTo>
                  <a:lnTo>
                    <a:pt x="1" y="4268"/>
                  </a:lnTo>
                  <a:lnTo>
                    <a:pt x="1" y="24206"/>
                  </a:lnTo>
                  <a:lnTo>
                    <a:pt x="9621" y="24284"/>
                  </a:lnTo>
                  <a:lnTo>
                    <a:pt x="962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4"/>
            <p:cNvSpPr/>
            <p:nvPr/>
          </p:nvSpPr>
          <p:spPr>
            <a:xfrm>
              <a:off x="6601450" y="4883375"/>
              <a:ext cx="240525" cy="607100"/>
            </a:xfrm>
            <a:custGeom>
              <a:rect b="b" l="l" r="r" t="t"/>
              <a:pathLst>
                <a:path extrusionOk="0" h="24284" w="9621">
                  <a:moveTo>
                    <a:pt x="9621" y="1"/>
                  </a:moveTo>
                  <a:lnTo>
                    <a:pt x="1" y="4268"/>
                  </a:lnTo>
                  <a:lnTo>
                    <a:pt x="1" y="24206"/>
                  </a:lnTo>
                  <a:lnTo>
                    <a:pt x="9621" y="24284"/>
                  </a:lnTo>
                  <a:lnTo>
                    <a:pt x="962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4"/>
            <p:cNvSpPr/>
            <p:nvPr/>
          </p:nvSpPr>
          <p:spPr>
            <a:xfrm>
              <a:off x="6830325" y="4883375"/>
              <a:ext cx="238600" cy="607100"/>
            </a:xfrm>
            <a:custGeom>
              <a:rect b="b" l="l" r="r" t="t"/>
              <a:pathLst>
                <a:path extrusionOk="0" h="24284" w="9544">
                  <a:moveTo>
                    <a:pt x="9543" y="1"/>
                  </a:moveTo>
                  <a:lnTo>
                    <a:pt x="0" y="4268"/>
                  </a:lnTo>
                  <a:lnTo>
                    <a:pt x="0" y="24206"/>
                  </a:lnTo>
                  <a:lnTo>
                    <a:pt x="9543" y="24284"/>
                  </a:lnTo>
                  <a:lnTo>
                    <a:pt x="954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4"/>
            <p:cNvSpPr/>
            <p:nvPr/>
          </p:nvSpPr>
          <p:spPr>
            <a:xfrm>
              <a:off x="6434650" y="5059875"/>
              <a:ext cx="44625" cy="75675"/>
            </a:xfrm>
            <a:custGeom>
              <a:rect b="b" l="l" r="r" t="t"/>
              <a:pathLst>
                <a:path extrusionOk="0" h="3027" w="1785">
                  <a:moveTo>
                    <a:pt x="1" y="1"/>
                  </a:moveTo>
                  <a:lnTo>
                    <a:pt x="1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4"/>
            <p:cNvSpPr/>
            <p:nvPr/>
          </p:nvSpPr>
          <p:spPr>
            <a:xfrm>
              <a:off x="6504475" y="5059875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1" y="1"/>
                  </a:moveTo>
                  <a:lnTo>
                    <a:pt x="1" y="3026"/>
                  </a:lnTo>
                  <a:lnTo>
                    <a:pt x="1863" y="3026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4"/>
            <p:cNvSpPr/>
            <p:nvPr/>
          </p:nvSpPr>
          <p:spPr>
            <a:xfrm>
              <a:off x="6434650" y="5176250"/>
              <a:ext cx="44625" cy="75675"/>
            </a:xfrm>
            <a:custGeom>
              <a:rect b="b" l="l" r="r" t="t"/>
              <a:pathLst>
                <a:path extrusionOk="0" h="3027" w="1785">
                  <a:moveTo>
                    <a:pt x="1" y="1"/>
                  </a:moveTo>
                  <a:lnTo>
                    <a:pt x="1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4"/>
            <p:cNvSpPr/>
            <p:nvPr/>
          </p:nvSpPr>
          <p:spPr>
            <a:xfrm>
              <a:off x="6504475" y="5176250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1" y="1"/>
                  </a:moveTo>
                  <a:lnTo>
                    <a:pt x="1" y="3026"/>
                  </a:lnTo>
                  <a:lnTo>
                    <a:pt x="1863" y="3026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4"/>
            <p:cNvSpPr/>
            <p:nvPr/>
          </p:nvSpPr>
          <p:spPr>
            <a:xfrm>
              <a:off x="6663525" y="5059875"/>
              <a:ext cx="44625" cy="75675"/>
            </a:xfrm>
            <a:custGeom>
              <a:rect b="b" l="l" r="r" t="t"/>
              <a:pathLst>
                <a:path extrusionOk="0" h="3027" w="1785">
                  <a:moveTo>
                    <a:pt x="0" y="1"/>
                  </a:moveTo>
                  <a:lnTo>
                    <a:pt x="0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4"/>
            <p:cNvSpPr/>
            <p:nvPr/>
          </p:nvSpPr>
          <p:spPr>
            <a:xfrm>
              <a:off x="6733350" y="5059875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0" y="1"/>
                  </a:moveTo>
                  <a:lnTo>
                    <a:pt x="0" y="3026"/>
                  </a:lnTo>
                  <a:lnTo>
                    <a:pt x="1862" y="3026"/>
                  </a:lnTo>
                  <a:lnTo>
                    <a:pt x="1862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4"/>
            <p:cNvSpPr/>
            <p:nvPr/>
          </p:nvSpPr>
          <p:spPr>
            <a:xfrm>
              <a:off x="6663525" y="5176250"/>
              <a:ext cx="44625" cy="75675"/>
            </a:xfrm>
            <a:custGeom>
              <a:rect b="b" l="l" r="r" t="t"/>
              <a:pathLst>
                <a:path extrusionOk="0" h="3027" w="1785">
                  <a:moveTo>
                    <a:pt x="0" y="1"/>
                  </a:moveTo>
                  <a:lnTo>
                    <a:pt x="0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4"/>
            <p:cNvSpPr/>
            <p:nvPr/>
          </p:nvSpPr>
          <p:spPr>
            <a:xfrm>
              <a:off x="6733350" y="5176250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0" y="1"/>
                  </a:moveTo>
                  <a:lnTo>
                    <a:pt x="0" y="3026"/>
                  </a:lnTo>
                  <a:lnTo>
                    <a:pt x="1862" y="3026"/>
                  </a:lnTo>
                  <a:lnTo>
                    <a:pt x="1862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4"/>
            <p:cNvSpPr/>
            <p:nvPr/>
          </p:nvSpPr>
          <p:spPr>
            <a:xfrm>
              <a:off x="6876875" y="5059875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0" y="1"/>
                  </a:moveTo>
                  <a:lnTo>
                    <a:pt x="0" y="3026"/>
                  </a:lnTo>
                  <a:lnTo>
                    <a:pt x="1862" y="3026"/>
                  </a:lnTo>
                  <a:lnTo>
                    <a:pt x="1862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4"/>
            <p:cNvSpPr/>
            <p:nvPr/>
          </p:nvSpPr>
          <p:spPr>
            <a:xfrm>
              <a:off x="6948625" y="5059875"/>
              <a:ext cx="44650" cy="75675"/>
            </a:xfrm>
            <a:custGeom>
              <a:rect b="b" l="l" r="r" t="t"/>
              <a:pathLst>
                <a:path extrusionOk="0" h="3027" w="1786">
                  <a:moveTo>
                    <a:pt x="1" y="1"/>
                  </a:moveTo>
                  <a:lnTo>
                    <a:pt x="1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4"/>
            <p:cNvSpPr/>
            <p:nvPr/>
          </p:nvSpPr>
          <p:spPr>
            <a:xfrm>
              <a:off x="6876875" y="5176250"/>
              <a:ext cx="46575" cy="75675"/>
            </a:xfrm>
            <a:custGeom>
              <a:rect b="b" l="l" r="r" t="t"/>
              <a:pathLst>
                <a:path extrusionOk="0" h="3027" w="1863">
                  <a:moveTo>
                    <a:pt x="0" y="1"/>
                  </a:moveTo>
                  <a:lnTo>
                    <a:pt x="0" y="3026"/>
                  </a:lnTo>
                  <a:lnTo>
                    <a:pt x="1862" y="3026"/>
                  </a:lnTo>
                  <a:lnTo>
                    <a:pt x="1862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4"/>
            <p:cNvSpPr/>
            <p:nvPr/>
          </p:nvSpPr>
          <p:spPr>
            <a:xfrm>
              <a:off x="6948625" y="5176250"/>
              <a:ext cx="44650" cy="75675"/>
            </a:xfrm>
            <a:custGeom>
              <a:rect b="b" l="l" r="r" t="t"/>
              <a:pathLst>
                <a:path extrusionOk="0" h="3027" w="1786">
                  <a:moveTo>
                    <a:pt x="1" y="1"/>
                  </a:moveTo>
                  <a:lnTo>
                    <a:pt x="1" y="3026"/>
                  </a:lnTo>
                  <a:lnTo>
                    <a:pt x="1785" y="302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4B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5"/>
          <p:cNvSpPr txBox="1"/>
          <p:nvPr/>
        </p:nvSpPr>
        <p:spPr>
          <a:xfrm>
            <a:off x="5368100" y="2297150"/>
            <a:ext cx="3288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valor de ganancia y pérdida por tubo está dado por el número que acompaña.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Lógicamente si resta es pérdida y si suma es ganancia.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se dijo anteriormente, los </a:t>
            </a:r>
            <a:r>
              <a:rPr b="1"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TN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aparecen porque no generarían diferencia en cuanto si está o no el modelo como parte de las decisiones de calidad (es como si estuviera 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multiplicado por cero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55"/>
          <p:cNvSpPr/>
          <p:nvPr/>
        </p:nvSpPr>
        <p:spPr>
          <a:xfrm>
            <a:off x="699450" y="2468650"/>
            <a:ext cx="4137049" cy="121828"/>
          </a:xfrm>
          <a:custGeom>
            <a:rect b="b" l="l" r="r" t="t"/>
            <a:pathLst>
              <a:path extrusionOk="0" h="6596" w="32508">
                <a:moveTo>
                  <a:pt x="0" y="1"/>
                </a:moveTo>
                <a:lnTo>
                  <a:pt x="0" y="6595"/>
                </a:lnTo>
                <a:lnTo>
                  <a:pt x="32507" y="6595"/>
                </a:lnTo>
                <a:lnTo>
                  <a:pt x="32507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55"/>
          <p:cNvSpPr txBox="1"/>
          <p:nvPr>
            <p:ph type="title"/>
          </p:nvPr>
        </p:nvSpPr>
        <p:spPr>
          <a:xfrm>
            <a:off x="699475" y="1987150"/>
            <a:ext cx="41370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200 x </a:t>
            </a:r>
            <a:r>
              <a:rPr lang="en" sz="2300">
                <a:solidFill>
                  <a:srgbClr val="6AA84F"/>
                </a:solidFill>
              </a:rPr>
              <a:t>TP</a:t>
            </a:r>
            <a:r>
              <a:rPr lang="en" sz="2300">
                <a:solidFill>
                  <a:schemeClr val="dk2"/>
                </a:solidFill>
              </a:rPr>
              <a:t> - 400 x </a:t>
            </a:r>
            <a:r>
              <a:rPr lang="en" sz="2300">
                <a:solidFill>
                  <a:schemeClr val="accent4"/>
                </a:solidFill>
              </a:rPr>
              <a:t>FP </a:t>
            </a:r>
            <a:r>
              <a:rPr lang="en" sz="2300">
                <a:solidFill>
                  <a:schemeClr val="dk2"/>
                </a:solidFill>
              </a:rPr>
              <a:t>- 100 x </a:t>
            </a:r>
            <a:r>
              <a:rPr lang="en" sz="2300">
                <a:solidFill>
                  <a:schemeClr val="accent4"/>
                </a:solidFill>
              </a:rPr>
              <a:t>FN </a:t>
            </a:r>
            <a:endParaRPr sz="2300">
              <a:solidFill>
                <a:schemeClr val="accent4"/>
              </a:solidFill>
            </a:endParaRPr>
          </a:p>
        </p:txBody>
      </p:sp>
      <p:sp>
        <p:nvSpPr>
          <p:cNvPr id="1328" name="Google Shape;1328;p55"/>
          <p:cNvSpPr txBox="1"/>
          <p:nvPr>
            <p:ph type="title"/>
          </p:nvPr>
        </p:nvSpPr>
        <p:spPr>
          <a:xfrm>
            <a:off x="699475" y="2551350"/>
            <a:ext cx="41370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6AA84F"/>
                </a:solidFill>
              </a:rPr>
              <a:t>TP </a:t>
            </a:r>
            <a:r>
              <a:rPr lang="en" sz="2300">
                <a:solidFill>
                  <a:schemeClr val="dk2"/>
                </a:solidFill>
              </a:rPr>
              <a:t>+ </a:t>
            </a:r>
            <a:r>
              <a:rPr lang="en" sz="2300">
                <a:solidFill>
                  <a:schemeClr val="accent4"/>
                </a:solidFill>
              </a:rPr>
              <a:t>FP </a:t>
            </a:r>
            <a:r>
              <a:rPr lang="en" sz="2300">
                <a:solidFill>
                  <a:schemeClr val="dk2"/>
                </a:solidFill>
              </a:rPr>
              <a:t>+ </a:t>
            </a:r>
            <a:r>
              <a:rPr lang="en" sz="2300">
                <a:solidFill>
                  <a:srgbClr val="6AA84F"/>
                </a:solidFill>
              </a:rPr>
              <a:t>TN </a:t>
            </a:r>
            <a:r>
              <a:rPr lang="en" sz="2300">
                <a:solidFill>
                  <a:schemeClr val="dk2"/>
                </a:solidFill>
              </a:rPr>
              <a:t>+ </a:t>
            </a:r>
            <a:r>
              <a:rPr lang="en" sz="2300">
                <a:solidFill>
                  <a:schemeClr val="accent4"/>
                </a:solidFill>
              </a:rPr>
              <a:t>FN</a:t>
            </a:r>
            <a:endParaRPr sz="2300">
              <a:solidFill>
                <a:schemeClr val="accent4"/>
              </a:solidFill>
            </a:endParaRPr>
          </a:p>
        </p:txBody>
      </p:sp>
      <p:sp>
        <p:nvSpPr>
          <p:cNvPr id="1329" name="Google Shape;1329;p5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Segunda Optimización con Métrica Personalizada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5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Segunda Optimización con Métrica Personalizada</a:t>
            </a:r>
            <a:endParaRPr/>
          </a:p>
        </p:txBody>
      </p:sp>
      <p:sp>
        <p:nvSpPr>
          <p:cNvPr id="1335" name="Google Shape;1335;p56"/>
          <p:cNvSpPr txBox="1"/>
          <p:nvPr/>
        </p:nvSpPr>
        <p:spPr>
          <a:xfrm>
            <a:off x="4743300" y="1141875"/>
            <a:ext cx="3943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Score del Nuevo Modelo con la nueva métrica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56"/>
          <p:cNvSpPr/>
          <p:nvPr/>
        </p:nvSpPr>
        <p:spPr>
          <a:xfrm>
            <a:off x="907974" y="1636075"/>
            <a:ext cx="2741700" cy="2773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37" name="Google Shape;1337;p56"/>
          <p:cNvSpPr/>
          <p:nvPr/>
        </p:nvSpPr>
        <p:spPr>
          <a:xfrm>
            <a:off x="1307269" y="2040025"/>
            <a:ext cx="1942800" cy="196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6"/>
          <p:cNvSpPr/>
          <p:nvPr/>
        </p:nvSpPr>
        <p:spPr>
          <a:xfrm>
            <a:off x="1685470" y="2422613"/>
            <a:ext cx="1186500" cy="1200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6"/>
          <p:cNvSpPr/>
          <p:nvPr/>
        </p:nvSpPr>
        <p:spPr>
          <a:xfrm>
            <a:off x="2033050" y="2774355"/>
            <a:ext cx="491400" cy="4971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1340" name="Google Shape;1340;p56"/>
          <p:cNvSpPr/>
          <p:nvPr/>
        </p:nvSpPr>
        <p:spPr>
          <a:xfrm>
            <a:off x="5344205" y="1636000"/>
            <a:ext cx="2741700" cy="2773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41" name="Google Shape;1341;p56"/>
          <p:cNvSpPr/>
          <p:nvPr/>
        </p:nvSpPr>
        <p:spPr>
          <a:xfrm>
            <a:off x="5743500" y="2039950"/>
            <a:ext cx="1942800" cy="196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6"/>
          <p:cNvSpPr/>
          <p:nvPr/>
        </p:nvSpPr>
        <p:spPr>
          <a:xfrm>
            <a:off x="6121700" y="2422538"/>
            <a:ext cx="1186500" cy="1200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6"/>
          <p:cNvSpPr/>
          <p:nvPr/>
        </p:nvSpPr>
        <p:spPr>
          <a:xfrm>
            <a:off x="6469281" y="2774280"/>
            <a:ext cx="491400" cy="4971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6"/>
          <p:cNvSpPr txBox="1"/>
          <p:nvPr/>
        </p:nvSpPr>
        <p:spPr>
          <a:xfrm>
            <a:off x="2006624" y="2823050"/>
            <a:ext cx="5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56"/>
          <p:cNvSpPr txBox="1"/>
          <p:nvPr/>
        </p:nvSpPr>
        <p:spPr>
          <a:xfrm>
            <a:off x="6416279" y="2822930"/>
            <a:ext cx="5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56"/>
          <p:cNvSpPr/>
          <p:nvPr/>
        </p:nvSpPr>
        <p:spPr>
          <a:xfrm>
            <a:off x="1760279" y="2775635"/>
            <a:ext cx="1036800" cy="4971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54,4</a:t>
            </a:r>
            <a:endParaRPr b="1" sz="2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47" name="Google Shape;1347;p56"/>
          <p:cNvSpPr/>
          <p:nvPr/>
        </p:nvSpPr>
        <p:spPr>
          <a:xfrm>
            <a:off x="6196510" y="2775515"/>
            <a:ext cx="1036800" cy="497100"/>
          </a:xfrm>
          <a:prstGeom prst="roundRect">
            <a:avLst>
              <a:gd fmla="val 50000" name="adj"/>
            </a:avLst>
          </a:prstGeom>
          <a:solidFill>
            <a:srgbClr val="93C47D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59,1</a:t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48" name="Google Shape;1348;p56"/>
          <p:cNvSpPr txBox="1"/>
          <p:nvPr/>
        </p:nvSpPr>
        <p:spPr>
          <a:xfrm>
            <a:off x="422700" y="1141875"/>
            <a:ext cx="4012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Score del Modelo Anterior con la nueva métrica</a:t>
            </a:r>
            <a:endParaRPr>
              <a:solidFill>
                <a:schemeClr val="dk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349" name="Google Shape;1349;p56"/>
          <p:cNvSpPr txBox="1"/>
          <p:nvPr/>
        </p:nvSpPr>
        <p:spPr>
          <a:xfrm>
            <a:off x="1580850" y="4547425"/>
            <a:ext cx="59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nuevo modelo contiene nuevos hiperparámetros que optimizan la métrica ideal.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57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</a:rPr>
              <a:t>Futuras líneas</a:t>
            </a:r>
            <a:endParaRPr sz="5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FUTURAS LINEAS</a:t>
            </a:r>
            <a:endParaRPr/>
          </a:p>
        </p:txBody>
      </p:sp>
      <p:sp>
        <p:nvSpPr>
          <p:cNvPr id="1360" name="Google Shape;1360;p58"/>
          <p:cNvSpPr txBox="1"/>
          <p:nvPr/>
        </p:nvSpPr>
        <p:spPr>
          <a:xfrm>
            <a:off x="1373125" y="1662950"/>
            <a:ext cx="2022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Implementacion</a:t>
            </a:r>
            <a:endParaRPr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1" name="Google Shape;1361;p58"/>
          <p:cNvSpPr txBox="1"/>
          <p:nvPr/>
        </p:nvSpPr>
        <p:spPr>
          <a:xfrm>
            <a:off x="1373125" y="1921575"/>
            <a:ext cx="4361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Realizar un deploy automático para identificar los tubos fuera de norma apenas salen de la línea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8"/>
          <p:cNvSpPr txBox="1"/>
          <p:nvPr/>
        </p:nvSpPr>
        <p:spPr>
          <a:xfrm>
            <a:off x="1373125" y="2571886"/>
            <a:ext cx="2022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Actualización</a:t>
            </a:r>
            <a:endParaRPr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3" name="Google Shape;1363;p58"/>
          <p:cNvSpPr txBox="1"/>
          <p:nvPr/>
        </p:nvSpPr>
        <p:spPr>
          <a:xfrm>
            <a:off x="1373125" y="3015263"/>
            <a:ext cx="4361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Continuar modificando y agregando nuevos hiperparametros para ajustar las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métricas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y obtener mayor flexibilidad en el modelo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58"/>
          <p:cNvSpPr txBox="1"/>
          <p:nvPr/>
        </p:nvSpPr>
        <p:spPr>
          <a:xfrm>
            <a:off x="1373125" y="3692975"/>
            <a:ext cx="31638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Importancia de los Falsos positivos</a:t>
            </a:r>
            <a:endParaRPr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5" name="Google Shape;1365;p58"/>
          <p:cNvSpPr txBox="1"/>
          <p:nvPr/>
        </p:nvSpPr>
        <p:spPr>
          <a:xfrm>
            <a:off x="1373125" y="4137775"/>
            <a:ext cx="4361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Debido a la importancia de los falsos Positivos sobre los negativos se puede Iterar en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search CV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con los pesos o implementar otro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método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de scoring (recall, precision) para mejorar esa medida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58"/>
          <p:cNvSpPr/>
          <p:nvPr/>
        </p:nvSpPr>
        <p:spPr>
          <a:xfrm>
            <a:off x="608825" y="1921563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58"/>
          <p:cNvSpPr/>
          <p:nvPr/>
        </p:nvSpPr>
        <p:spPr>
          <a:xfrm>
            <a:off x="608825" y="290382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58"/>
          <p:cNvSpPr/>
          <p:nvPr/>
        </p:nvSpPr>
        <p:spPr>
          <a:xfrm>
            <a:off x="608813" y="4137775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9" name="Google Shape;1369;p58"/>
          <p:cNvGrpSpPr/>
          <p:nvPr/>
        </p:nvGrpSpPr>
        <p:grpSpPr>
          <a:xfrm>
            <a:off x="732250" y="2044979"/>
            <a:ext cx="347450" cy="347492"/>
            <a:chOff x="2685825" y="840375"/>
            <a:chExt cx="481900" cy="481825"/>
          </a:xfrm>
        </p:grpSpPr>
        <p:sp>
          <p:nvSpPr>
            <p:cNvPr id="1370" name="Google Shape;1370;p58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71" name="Google Shape;1371;p58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72" name="Google Shape;1372;p58"/>
          <p:cNvGrpSpPr/>
          <p:nvPr/>
        </p:nvGrpSpPr>
        <p:grpSpPr>
          <a:xfrm>
            <a:off x="732241" y="3027229"/>
            <a:ext cx="347492" cy="347492"/>
            <a:chOff x="3271200" y="1435075"/>
            <a:chExt cx="481825" cy="481825"/>
          </a:xfrm>
        </p:grpSpPr>
        <p:sp>
          <p:nvSpPr>
            <p:cNvPr id="1373" name="Google Shape;1373;p58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74" name="Google Shape;1374;p58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75" name="Google Shape;1375;p58"/>
          <p:cNvGrpSpPr/>
          <p:nvPr/>
        </p:nvGrpSpPr>
        <p:grpSpPr>
          <a:xfrm>
            <a:off x="730940" y="4259886"/>
            <a:ext cx="350079" cy="350079"/>
            <a:chOff x="3497300" y="3227275"/>
            <a:chExt cx="296175" cy="296175"/>
          </a:xfrm>
        </p:grpSpPr>
        <p:sp>
          <p:nvSpPr>
            <p:cNvPr id="1376" name="Google Shape;1376;p58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58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58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58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8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58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58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58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58"/>
          <p:cNvGrpSpPr/>
          <p:nvPr/>
        </p:nvGrpSpPr>
        <p:grpSpPr>
          <a:xfrm>
            <a:off x="5734565" y="1257754"/>
            <a:ext cx="2952612" cy="2471992"/>
            <a:chOff x="4536944" y="1257708"/>
            <a:chExt cx="4149841" cy="3474339"/>
          </a:xfrm>
        </p:grpSpPr>
        <p:sp>
          <p:nvSpPr>
            <p:cNvPr id="1385" name="Google Shape;1385;p58"/>
            <p:cNvSpPr/>
            <p:nvPr/>
          </p:nvSpPr>
          <p:spPr>
            <a:xfrm>
              <a:off x="4536944" y="2368866"/>
              <a:ext cx="4094846" cy="2363181"/>
            </a:xfrm>
            <a:custGeom>
              <a:rect b="b" l="l" r="r" t="t"/>
              <a:pathLst>
                <a:path extrusionOk="0" h="142532" w="246975">
                  <a:moveTo>
                    <a:pt x="123553" y="1"/>
                  </a:moveTo>
                  <a:lnTo>
                    <a:pt x="117582" y="134"/>
                  </a:lnTo>
                  <a:lnTo>
                    <a:pt x="111742" y="399"/>
                  </a:lnTo>
                  <a:lnTo>
                    <a:pt x="105770" y="797"/>
                  </a:lnTo>
                  <a:lnTo>
                    <a:pt x="99931" y="1328"/>
                  </a:lnTo>
                  <a:lnTo>
                    <a:pt x="94092" y="2124"/>
                  </a:lnTo>
                  <a:lnTo>
                    <a:pt x="88385" y="2920"/>
                  </a:lnTo>
                  <a:lnTo>
                    <a:pt x="82679" y="3982"/>
                  </a:lnTo>
                  <a:lnTo>
                    <a:pt x="77105" y="5309"/>
                  </a:lnTo>
                  <a:lnTo>
                    <a:pt x="71531" y="6636"/>
                  </a:lnTo>
                  <a:lnTo>
                    <a:pt x="66090" y="8229"/>
                  </a:lnTo>
                  <a:lnTo>
                    <a:pt x="60781" y="9954"/>
                  </a:lnTo>
                  <a:lnTo>
                    <a:pt x="55606" y="11812"/>
                  </a:lnTo>
                  <a:lnTo>
                    <a:pt x="50563" y="13803"/>
                  </a:lnTo>
                  <a:lnTo>
                    <a:pt x="45652" y="16059"/>
                  </a:lnTo>
                  <a:lnTo>
                    <a:pt x="40875" y="18315"/>
                  </a:lnTo>
                  <a:lnTo>
                    <a:pt x="36230" y="20836"/>
                  </a:lnTo>
                  <a:lnTo>
                    <a:pt x="31851" y="23623"/>
                  </a:lnTo>
                  <a:lnTo>
                    <a:pt x="27736" y="26278"/>
                  </a:lnTo>
                  <a:lnTo>
                    <a:pt x="23888" y="29197"/>
                  </a:lnTo>
                  <a:lnTo>
                    <a:pt x="20437" y="32117"/>
                  </a:lnTo>
                  <a:lnTo>
                    <a:pt x="17120" y="35036"/>
                  </a:lnTo>
                  <a:lnTo>
                    <a:pt x="14200" y="38089"/>
                  </a:lnTo>
                  <a:lnTo>
                    <a:pt x="11546" y="41274"/>
                  </a:lnTo>
                  <a:lnTo>
                    <a:pt x="9157" y="44459"/>
                  </a:lnTo>
                  <a:lnTo>
                    <a:pt x="7034" y="47777"/>
                  </a:lnTo>
                  <a:lnTo>
                    <a:pt x="5176" y="50962"/>
                  </a:lnTo>
                  <a:lnTo>
                    <a:pt x="3583" y="54279"/>
                  </a:lnTo>
                  <a:lnTo>
                    <a:pt x="2256" y="57730"/>
                  </a:lnTo>
                  <a:lnTo>
                    <a:pt x="1327" y="61048"/>
                  </a:lnTo>
                  <a:lnTo>
                    <a:pt x="664" y="64498"/>
                  </a:lnTo>
                  <a:lnTo>
                    <a:pt x="265" y="67949"/>
                  </a:lnTo>
                  <a:lnTo>
                    <a:pt x="0" y="71266"/>
                  </a:lnTo>
                  <a:lnTo>
                    <a:pt x="265" y="74717"/>
                  </a:lnTo>
                  <a:lnTo>
                    <a:pt x="664" y="78167"/>
                  </a:lnTo>
                  <a:lnTo>
                    <a:pt x="1327" y="81485"/>
                  </a:lnTo>
                  <a:lnTo>
                    <a:pt x="2256" y="84936"/>
                  </a:lnTo>
                  <a:lnTo>
                    <a:pt x="3583" y="88253"/>
                  </a:lnTo>
                  <a:lnTo>
                    <a:pt x="5176" y="91571"/>
                  </a:lnTo>
                  <a:lnTo>
                    <a:pt x="7034" y="94889"/>
                  </a:lnTo>
                  <a:lnTo>
                    <a:pt x="9157" y="98074"/>
                  </a:lnTo>
                  <a:lnTo>
                    <a:pt x="11546" y="101259"/>
                  </a:lnTo>
                  <a:lnTo>
                    <a:pt x="14200" y="104444"/>
                  </a:lnTo>
                  <a:lnTo>
                    <a:pt x="17120" y="107496"/>
                  </a:lnTo>
                  <a:lnTo>
                    <a:pt x="20437" y="110549"/>
                  </a:lnTo>
                  <a:lnTo>
                    <a:pt x="23888" y="113468"/>
                  </a:lnTo>
                  <a:lnTo>
                    <a:pt x="27736" y="116255"/>
                  </a:lnTo>
                  <a:lnTo>
                    <a:pt x="31851" y="119042"/>
                  </a:lnTo>
                  <a:lnTo>
                    <a:pt x="36230" y="121696"/>
                  </a:lnTo>
                  <a:lnTo>
                    <a:pt x="40875" y="124218"/>
                  </a:lnTo>
                  <a:lnTo>
                    <a:pt x="45652" y="126607"/>
                  </a:lnTo>
                  <a:lnTo>
                    <a:pt x="50563" y="128863"/>
                  </a:lnTo>
                  <a:lnTo>
                    <a:pt x="55606" y="130853"/>
                  </a:lnTo>
                  <a:lnTo>
                    <a:pt x="60781" y="132711"/>
                  </a:lnTo>
                  <a:lnTo>
                    <a:pt x="66090" y="134437"/>
                  </a:lnTo>
                  <a:lnTo>
                    <a:pt x="71531" y="136029"/>
                  </a:lnTo>
                  <a:lnTo>
                    <a:pt x="77105" y="137356"/>
                  </a:lnTo>
                  <a:lnTo>
                    <a:pt x="82679" y="138551"/>
                  </a:lnTo>
                  <a:lnTo>
                    <a:pt x="88385" y="139612"/>
                  </a:lnTo>
                  <a:lnTo>
                    <a:pt x="94092" y="140541"/>
                  </a:lnTo>
                  <a:lnTo>
                    <a:pt x="99931" y="141338"/>
                  </a:lnTo>
                  <a:lnTo>
                    <a:pt x="105770" y="141868"/>
                  </a:lnTo>
                  <a:lnTo>
                    <a:pt x="111742" y="142267"/>
                  </a:lnTo>
                  <a:lnTo>
                    <a:pt x="117582" y="142532"/>
                  </a:lnTo>
                  <a:lnTo>
                    <a:pt x="129393" y="142532"/>
                  </a:lnTo>
                  <a:lnTo>
                    <a:pt x="135365" y="142267"/>
                  </a:lnTo>
                  <a:lnTo>
                    <a:pt x="141204" y="141868"/>
                  </a:lnTo>
                  <a:lnTo>
                    <a:pt x="147043" y="141338"/>
                  </a:lnTo>
                  <a:lnTo>
                    <a:pt x="152883" y="140541"/>
                  </a:lnTo>
                  <a:lnTo>
                    <a:pt x="158722" y="139612"/>
                  </a:lnTo>
                  <a:lnTo>
                    <a:pt x="164296" y="138551"/>
                  </a:lnTo>
                  <a:lnTo>
                    <a:pt x="170002" y="137356"/>
                  </a:lnTo>
                  <a:lnTo>
                    <a:pt x="175443" y="136029"/>
                  </a:lnTo>
                  <a:lnTo>
                    <a:pt x="180884" y="134437"/>
                  </a:lnTo>
                  <a:lnTo>
                    <a:pt x="186193" y="132711"/>
                  </a:lnTo>
                  <a:lnTo>
                    <a:pt x="191501" y="130853"/>
                  </a:lnTo>
                  <a:lnTo>
                    <a:pt x="196544" y="128863"/>
                  </a:lnTo>
                  <a:lnTo>
                    <a:pt x="201455" y="126607"/>
                  </a:lnTo>
                  <a:lnTo>
                    <a:pt x="206232" y="124218"/>
                  </a:lnTo>
                  <a:lnTo>
                    <a:pt x="210877" y="121696"/>
                  </a:lnTo>
                  <a:lnTo>
                    <a:pt x="215256" y="119042"/>
                  </a:lnTo>
                  <a:lnTo>
                    <a:pt x="219238" y="116255"/>
                  </a:lnTo>
                  <a:lnTo>
                    <a:pt x="223086" y="113468"/>
                  </a:lnTo>
                  <a:lnTo>
                    <a:pt x="226670" y="110549"/>
                  </a:lnTo>
                  <a:lnTo>
                    <a:pt x="229855" y="107496"/>
                  </a:lnTo>
                  <a:lnTo>
                    <a:pt x="232907" y="104444"/>
                  </a:lnTo>
                  <a:lnTo>
                    <a:pt x="235561" y="101259"/>
                  </a:lnTo>
                  <a:lnTo>
                    <a:pt x="237950" y="98074"/>
                  </a:lnTo>
                  <a:lnTo>
                    <a:pt x="240073" y="94889"/>
                  </a:lnTo>
                  <a:lnTo>
                    <a:pt x="241931" y="91571"/>
                  </a:lnTo>
                  <a:lnTo>
                    <a:pt x="243391" y="88253"/>
                  </a:lnTo>
                  <a:lnTo>
                    <a:pt x="244718" y="84936"/>
                  </a:lnTo>
                  <a:lnTo>
                    <a:pt x="245647" y="81485"/>
                  </a:lnTo>
                  <a:lnTo>
                    <a:pt x="246443" y="78167"/>
                  </a:lnTo>
                  <a:lnTo>
                    <a:pt x="246842" y="74717"/>
                  </a:lnTo>
                  <a:lnTo>
                    <a:pt x="246974" y="71266"/>
                  </a:lnTo>
                  <a:lnTo>
                    <a:pt x="246842" y="67949"/>
                  </a:lnTo>
                  <a:lnTo>
                    <a:pt x="246443" y="64498"/>
                  </a:lnTo>
                  <a:lnTo>
                    <a:pt x="245647" y="61048"/>
                  </a:lnTo>
                  <a:lnTo>
                    <a:pt x="244718" y="57730"/>
                  </a:lnTo>
                  <a:lnTo>
                    <a:pt x="243391" y="54279"/>
                  </a:lnTo>
                  <a:lnTo>
                    <a:pt x="241931" y="50962"/>
                  </a:lnTo>
                  <a:lnTo>
                    <a:pt x="240073" y="47777"/>
                  </a:lnTo>
                  <a:lnTo>
                    <a:pt x="237950" y="44459"/>
                  </a:lnTo>
                  <a:lnTo>
                    <a:pt x="235561" y="41274"/>
                  </a:lnTo>
                  <a:lnTo>
                    <a:pt x="232907" y="38089"/>
                  </a:lnTo>
                  <a:lnTo>
                    <a:pt x="229855" y="35036"/>
                  </a:lnTo>
                  <a:lnTo>
                    <a:pt x="226670" y="32117"/>
                  </a:lnTo>
                  <a:lnTo>
                    <a:pt x="223086" y="29197"/>
                  </a:lnTo>
                  <a:lnTo>
                    <a:pt x="219238" y="26278"/>
                  </a:lnTo>
                  <a:lnTo>
                    <a:pt x="215256" y="23623"/>
                  </a:lnTo>
                  <a:lnTo>
                    <a:pt x="210877" y="20836"/>
                  </a:lnTo>
                  <a:lnTo>
                    <a:pt x="206232" y="18315"/>
                  </a:lnTo>
                  <a:lnTo>
                    <a:pt x="201455" y="16059"/>
                  </a:lnTo>
                  <a:lnTo>
                    <a:pt x="196544" y="13803"/>
                  </a:lnTo>
                  <a:lnTo>
                    <a:pt x="191501" y="11812"/>
                  </a:lnTo>
                  <a:lnTo>
                    <a:pt x="186193" y="9954"/>
                  </a:lnTo>
                  <a:lnTo>
                    <a:pt x="180884" y="8229"/>
                  </a:lnTo>
                  <a:lnTo>
                    <a:pt x="175443" y="6636"/>
                  </a:lnTo>
                  <a:lnTo>
                    <a:pt x="170002" y="5309"/>
                  </a:lnTo>
                  <a:lnTo>
                    <a:pt x="164296" y="3982"/>
                  </a:lnTo>
                  <a:lnTo>
                    <a:pt x="158722" y="2920"/>
                  </a:lnTo>
                  <a:lnTo>
                    <a:pt x="152883" y="2124"/>
                  </a:lnTo>
                  <a:lnTo>
                    <a:pt x="147043" y="1328"/>
                  </a:lnTo>
                  <a:lnTo>
                    <a:pt x="141204" y="797"/>
                  </a:lnTo>
                  <a:lnTo>
                    <a:pt x="135365" y="399"/>
                  </a:lnTo>
                  <a:lnTo>
                    <a:pt x="129393" y="134"/>
                  </a:lnTo>
                  <a:lnTo>
                    <a:pt x="123553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4536944" y="2368866"/>
              <a:ext cx="4094846" cy="2363181"/>
            </a:xfrm>
            <a:custGeom>
              <a:rect b="b" l="l" r="r" t="t"/>
              <a:pathLst>
                <a:path extrusionOk="0" fill="none" h="142532" w="246975">
                  <a:moveTo>
                    <a:pt x="210877" y="20836"/>
                  </a:moveTo>
                  <a:lnTo>
                    <a:pt x="210877" y="20836"/>
                  </a:lnTo>
                  <a:lnTo>
                    <a:pt x="215256" y="23623"/>
                  </a:lnTo>
                  <a:lnTo>
                    <a:pt x="219238" y="26278"/>
                  </a:lnTo>
                  <a:lnTo>
                    <a:pt x="223086" y="29197"/>
                  </a:lnTo>
                  <a:lnTo>
                    <a:pt x="226670" y="32117"/>
                  </a:lnTo>
                  <a:lnTo>
                    <a:pt x="229855" y="35036"/>
                  </a:lnTo>
                  <a:lnTo>
                    <a:pt x="232907" y="38089"/>
                  </a:lnTo>
                  <a:lnTo>
                    <a:pt x="235561" y="41274"/>
                  </a:lnTo>
                  <a:lnTo>
                    <a:pt x="237950" y="44459"/>
                  </a:lnTo>
                  <a:lnTo>
                    <a:pt x="240073" y="47777"/>
                  </a:lnTo>
                  <a:lnTo>
                    <a:pt x="241931" y="50962"/>
                  </a:lnTo>
                  <a:lnTo>
                    <a:pt x="243391" y="54279"/>
                  </a:lnTo>
                  <a:lnTo>
                    <a:pt x="244718" y="57730"/>
                  </a:lnTo>
                  <a:lnTo>
                    <a:pt x="245647" y="61048"/>
                  </a:lnTo>
                  <a:lnTo>
                    <a:pt x="246443" y="64498"/>
                  </a:lnTo>
                  <a:lnTo>
                    <a:pt x="246842" y="67949"/>
                  </a:lnTo>
                  <a:lnTo>
                    <a:pt x="246974" y="71266"/>
                  </a:lnTo>
                  <a:lnTo>
                    <a:pt x="246842" y="74717"/>
                  </a:lnTo>
                  <a:lnTo>
                    <a:pt x="246443" y="78167"/>
                  </a:lnTo>
                  <a:lnTo>
                    <a:pt x="245647" y="81485"/>
                  </a:lnTo>
                  <a:lnTo>
                    <a:pt x="244718" y="84936"/>
                  </a:lnTo>
                  <a:lnTo>
                    <a:pt x="243391" y="88253"/>
                  </a:lnTo>
                  <a:lnTo>
                    <a:pt x="241931" y="91571"/>
                  </a:lnTo>
                  <a:lnTo>
                    <a:pt x="240073" y="94889"/>
                  </a:lnTo>
                  <a:lnTo>
                    <a:pt x="237950" y="98074"/>
                  </a:lnTo>
                  <a:lnTo>
                    <a:pt x="235561" y="101259"/>
                  </a:lnTo>
                  <a:lnTo>
                    <a:pt x="232907" y="104444"/>
                  </a:lnTo>
                  <a:lnTo>
                    <a:pt x="229855" y="107496"/>
                  </a:lnTo>
                  <a:lnTo>
                    <a:pt x="226670" y="110549"/>
                  </a:lnTo>
                  <a:lnTo>
                    <a:pt x="223086" y="113468"/>
                  </a:lnTo>
                  <a:lnTo>
                    <a:pt x="219238" y="116255"/>
                  </a:lnTo>
                  <a:lnTo>
                    <a:pt x="215256" y="119042"/>
                  </a:lnTo>
                  <a:lnTo>
                    <a:pt x="210877" y="121696"/>
                  </a:lnTo>
                  <a:lnTo>
                    <a:pt x="210877" y="121696"/>
                  </a:lnTo>
                  <a:lnTo>
                    <a:pt x="206232" y="124218"/>
                  </a:lnTo>
                  <a:lnTo>
                    <a:pt x="201455" y="126607"/>
                  </a:lnTo>
                  <a:lnTo>
                    <a:pt x="196544" y="128863"/>
                  </a:lnTo>
                  <a:lnTo>
                    <a:pt x="191501" y="130853"/>
                  </a:lnTo>
                  <a:lnTo>
                    <a:pt x="186193" y="132711"/>
                  </a:lnTo>
                  <a:lnTo>
                    <a:pt x="180884" y="134437"/>
                  </a:lnTo>
                  <a:lnTo>
                    <a:pt x="175443" y="136029"/>
                  </a:lnTo>
                  <a:lnTo>
                    <a:pt x="170002" y="137356"/>
                  </a:lnTo>
                  <a:lnTo>
                    <a:pt x="164296" y="138551"/>
                  </a:lnTo>
                  <a:lnTo>
                    <a:pt x="158722" y="139612"/>
                  </a:lnTo>
                  <a:lnTo>
                    <a:pt x="152883" y="140541"/>
                  </a:lnTo>
                  <a:lnTo>
                    <a:pt x="147043" y="141338"/>
                  </a:lnTo>
                  <a:lnTo>
                    <a:pt x="141204" y="141868"/>
                  </a:lnTo>
                  <a:lnTo>
                    <a:pt x="135365" y="142267"/>
                  </a:lnTo>
                  <a:lnTo>
                    <a:pt x="129393" y="142532"/>
                  </a:lnTo>
                  <a:lnTo>
                    <a:pt x="123553" y="142532"/>
                  </a:lnTo>
                  <a:lnTo>
                    <a:pt x="117582" y="142532"/>
                  </a:lnTo>
                  <a:lnTo>
                    <a:pt x="111742" y="142267"/>
                  </a:lnTo>
                  <a:lnTo>
                    <a:pt x="105770" y="141868"/>
                  </a:lnTo>
                  <a:lnTo>
                    <a:pt x="99931" y="141338"/>
                  </a:lnTo>
                  <a:lnTo>
                    <a:pt x="94092" y="140541"/>
                  </a:lnTo>
                  <a:lnTo>
                    <a:pt x="88385" y="139612"/>
                  </a:lnTo>
                  <a:lnTo>
                    <a:pt x="82679" y="138551"/>
                  </a:lnTo>
                  <a:lnTo>
                    <a:pt x="77105" y="137356"/>
                  </a:lnTo>
                  <a:lnTo>
                    <a:pt x="71531" y="136029"/>
                  </a:lnTo>
                  <a:lnTo>
                    <a:pt x="66090" y="134437"/>
                  </a:lnTo>
                  <a:lnTo>
                    <a:pt x="60781" y="132711"/>
                  </a:lnTo>
                  <a:lnTo>
                    <a:pt x="55606" y="130853"/>
                  </a:lnTo>
                  <a:lnTo>
                    <a:pt x="50563" y="128863"/>
                  </a:lnTo>
                  <a:lnTo>
                    <a:pt x="45652" y="126607"/>
                  </a:lnTo>
                  <a:lnTo>
                    <a:pt x="40875" y="124218"/>
                  </a:lnTo>
                  <a:lnTo>
                    <a:pt x="36230" y="121696"/>
                  </a:lnTo>
                  <a:lnTo>
                    <a:pt x="36230" y="121696"/>
                  </a:lnTo>
                  <a:lnTo>
                    <a:pt x="31851" y="119042"/>
                  </a:lnTo>
                  <a:lnTo>
                    <a:pt x="27736" y="116255"/>
                  </a:lnTo>
                  <a:lnTo>
                    <a:pt x="23888" y="113468"/>
                  </a:lnTo>
                  <a:lnTo>
                    <a:pt x="20437" y="110549"/>
                  </a:lnTo>
                  <a:lnTo>
                    <a:pt x="17120" y="107496"/>
                  </a:lnTo>
                  <a:lnTo>
                    <a:pt x="14200" y="104444"/>
                  </a:lnTo>
                  <a:lnTo>
                    <a:pt x="11546" y="101259"/>
                  </a:lnTo>
                  <a:lnTo>
                    <a:pt x="9157" y="98074"/>
                  </a:lnTo>
                  <a:lnTo>
                    <a:pt x="7034" y="94889"/>
                  </a:lnTo>
                  <a:lnTo>
                    <a:pt x="5176" y="91571"/>
                  </a:lnTo>
                  <a:lnTo>
                    <a:pt x="3583" y="88253"/>
                  </a:lnTo>
                  <a:lnTo>
                    <a:pt x="2256" y="84936"/>
                  </a:lnTo>
                  <a:lnTo>
                    <a:pt x="1327" y="81485"/>
                  </a:lnTo>
                  <a:lnTo>
                    <a:pt x="664" y="78167"/>
                  </a:lnTo>
                  <a:lnTo>
                    <a:pt x="265" y="74717"/>
                  </a:lnTo>
                  <a:lnTo>
                    <a:pt x="0" y="71266"/>
                  </a:lnTo>
                  <a:lnTo>
                    <a:pt x="265" y="67949"/>
                  </a:lnTo>
                  <a:lnTo>
                    <a:pt x="664" y="64498"/>
                  </a:lnTo>
                  <a:lnTo>
                    <a:pt x="1327" y="61048"/>
                  </a:lnTo>
                  <a:lnTo>
                    <a:pt x="2256" y="57730"/>
                  </a:lnTo>
                  <a:lnTo>
                    <a:pt x="3583" y="54279"/>
                  </a:lnTo>
                  <a:lnTo>
                    <a:pt x="5176" y="50962"/>
                  </a:lnTo>
                  <a:lnTo>
                    <a:pt x="7034" y="47777"/>
                  </a:lnTo>
                  <a:lnTo>
                    <a:pt x="9157" y="44459"/>
                  </a:lnTo>
                  <a:lnTo>
                    <a:pt x="11546" y="41274"/>
                  </a:lnTo>
                  <a:lnTo>
                    <a:pt x="14200" y="38089"/>
                  </a:lnTo>
                  <a:lnTo>
                    <a:pt x="17120" y="35036"/>
                  </a:lnTo>
                  <a:lnTo>
                    <a:pt x="20437" y="32117"/>
                  </a:lnTo>
                  <a:lnTo>
                    <a:pt x="23888" y="29197"/>
                  </a:lnTo>
                  <a:lnTo>
                    <a:pt x="27736" y="26278"/>
                  </a:lnTo>
                  <a:lnTo>
                    <a:pt x="31851" y="23623"/>
                  </a:lnTo>
                  <a:lnTo>
                    <a:pt x="36230" y="20836"/>
                  </a:lnTo>
                  <a:lnTo>
                    <a:pt x="36230" y="20836"/>
                  </a:lnTo>
                  <a:lnTo>
                    <a:pt x="40875" y="18315"/>
                  </a:lnTo>
                  <a:lnTo>
                    <a:pt x="45652" y="16059"/>
                  </a:lnTo>
                  <a:lnTo>
                    <a:pt x="50563" y="13803"/>
                  </a:lnTo>
                  <a:lnTo>
                    <a:pt x="55606" y="11812"/>
                  </a:lnTo>
                  <a:lnTo>
                    <a:pt x="60781" y="9954"/>
                  </a:lnTo>
                  <a:lnTo>
                    <a:pt x="66090" y="8229"/>
                  </a:lnTo>
                  <a:lnTo>
                    <a:pt x="71531" y="6636"/>
                  </a:lnTo>
                  <a:lnTo>
                    <a:pt x="77105" y="5309"/>
                  </a:lnTo>
                  <a:lnTo>
                    <a:pt x="82679" y="3982"/>
                  </a:lnTo>
                  <a:lnTo>
                    <a:pt x="88385" y="2920"/>
                  </a:lnTo>
                  <a:lnTo>
                    <a:pt x="94092" y="2124"/>
                  </a:lnTo>
                  <a:lnTo>
                    <a:pt x="99931" y="1328"/>
                  </a:lnTo>
                  <a:lnTo>
                    <a:pt x="105770" y="797"/>
                  </a:lnTo>
                  <a:lnTo>
                    <a:pt x="111742" y="399"/>
                  </a:lnTo>
                  <a:lnTo>
                    <a:pt x="117582" y="134"/>
                  </a:lnTo>
                  <a:lnTo>
                    <a:pt x="123553" y="1"/>
                  </a:lnTo>
                  <a:lnTo>
                    <a:pt x="129393" y="134"/>
                  </a:lnTo>
                  <a:lnTo>
                    <a:pt x="135365" y="399"/>
                  </a:lnTo>
                  <a:lnTo>
                    <a:pt x="141204" y="797"/>
                  </a:lnTo>
                  <a:lnTo>
                    <a:pt x="147043" y="1328"/>
                  </a:lnTo>
                  <a:lnTo>
                    <a:pt x="152883" y="2124"/>
                  </a:lnTo>
                  <a:lnTo>
                    <a:pt x="158722" y="2920"/>
                  </a:lnTo>
                  <a:lnTo>
                    <a:pt x="164296" y="3982"/>
                  </a:lnTo>
                  <a:lnTo>
                    <a:pt x="170002" y="5309"/>
                  </a:lnTo>
                  <a:lnTo>
                    <a:pt x="175443" y="6636"/>
                  </a:lnTo>
                  <a:lnTo>
                    <a:pt x="180884" y="8229"/>
                  </a:lnTo>
                  <a:lnTo>
                    <a:pt x="186193" y="9954"/>
                  </a:lnTo>
                  <a:lnTo>
                    <a:pt x="191501" y="11812"/>
                  </a:lnTo>
                  <a:lnTo>
                    <a:pt x="196544" y="13803"/>
                  </a:lnTo>
                  <a:lnTo>
                    <a:pt x="201455" y="16059"/>
                  </a:lnTo>
                  <a:lnTo>
                    <a:pt x="206232" y="18315"/>
                  </a:lnTo>
                  <a:lnTo>
                    <a:pt x="210877" y="208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6154191" y="2921163"/>
              <a:ext cx="2242163" cy="1296009"/>
            </a:xfrm>
            <a:custGeom>
              <a:rect b="b" l="l" r="r" t="t"/>
              <a:pathLst>
                <a:path extrusionOk="0" h="78167" w="135233">
                  <a:moveTo>
                    <a:pt x="35169" y="0"/>
                  </a:moveTo>
                  <a:lnTo>
                    <a:pt x="33841" y="133"/>
                  </a:lnTo>
                  <a:lnTo>
                    <a:pt x="33311" y="398"/>
                  </a:lnTo>
                  <a:lnTo>
                    <a:pt x="32780" y="531"/>
                  </a:lnTo>
                  <a:lnTo>
                    <a:pt x="929" y="19111"/>
                  </a:lnTo>
                  <a:lnTo>
                    <a:pt x="531" y="19376"/>
                  </a:lnTo>
                  <a:lnTo>
                    <a:pt x="133" y="19641"/>
                  </a:lnTo>
                  <a:lnTo>
                    <a:pt x="0" y="20039"/>
                  </a:lnTo>
                  <a:lnTo>
                    <a:pt x="0" y="20438"/>
                  </a:lnTo>
                  <a:lnTo>
                    <a:pt x="0" y="20836"/>
                  </a:lnTo>
                  <a:lnTo>
                    <a:pt x="133" y="21101"/>
                  </a:lnTo>
                  <a:lnTo>
                    <a:pt x="531" y="21499"/>
                  </a:lnTo>
                  <a:lnTo>
                    <a:pt x="929" y="21765"/>
                  </a:lnTo>
                  <a:lnTo>
                    <a:pt x="97675" y="77636"/>
                  </a:lnTo>
                  <a:lnTo>
                    <a:pt x="98206" y="77901"/>
                  </a:lnTo>
                  <a:lnTo>
                    <a:pt x="98737" y="78034"/>
                  </a:lnTo>
                  <a:lnTo>
                    <a:pt x="99931" y="78167"/>
                  </a:lnTo>
                  <a:lnTo>
                    <a:pt x="101126" y="78034"/>
                  </a:lnTo>
                  <a:lnTo>
                    <a:pt x="101789" y="77901"/>
                  </a:lnTo>
                  <a:lnTo>
                    <a:pt x="102187" y="77636"/>
                  </a:lnTo>
                  <a:lnTo>
                    <a:pt x="134303" y="59056"/>
                  </a:lnTo>
                  <a:lnTo>
                    <a:pt x="134701" y="58791"/>
                  </a:lnTo>
                  <a:lnTo>
                    <a:pt x="134967" y="58526"/>
                  </a:lnTo>
                  <a:lnTo>
                    <a:pt x="135232" y="58127"/>
                  </a:lnTo>
                  <a:lnTo>
                    <a:pt x="135232" y="57729"/>
                  </a:lnTo>
                  <a:lnTo>
                    <a:pt x="135232" y="57464"/>
                  </a:lnTo>
                  <a:lnTo>
                    <a:pt x="134967" y="57066"/>
                  </a:lnTo>
                  <a:lnTo>
                    <a:pt x="134701" y="56668"/>
                  </a:lnTo>
                  <a:lnTo>
                    <a:pt x="134303" y="56402"/>
                  </a:lnTo>
                  <a:lnTo>
                    <a:pt x="37425" y="531"/>
                  </a:lnTo>
                  <a:lnTo>
                    <a:pt x="36894" y="398"/>
                  </a:lnTo>
                  <a:lnTo>
                    <a:pt x="36363" y="133"/>
                  </a:lnTo>
                  <a:lnTo>
                    <a:pt x="3516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6154191" y="2921163"/>
              <a:ext cx="2242163" cy="1296009"/>
            </a:xfrm>
            <a:custGeom>
              <a:rect b="b" l="l" r="r" t="t"/>
              <a:pathLst>
                <a:path extrusionOk="0" fill="none" h="78167" w="135233">
                  <a:moveTo>
                    <a:pt x="929" y="21765"/>
                  </a:moveTo>
                  <a:lnTo>
                    <a:pt x="97675" y="77636"/>
                  </a:lnTo>
                  <a:lnTo>
                    <a:pt x="97675" y="77636"/>
                  </a:lnTo>
                  <a:lnTo>
                    <a:pt x="98206" y="77901"/>
                  </a:lnTo>
                  <a:lnTo>
                    <a:pt x="98737" y="78034"/>
                  </a:lnTo>
                  <a:lnTo>
                    <a:pt x="99931" y="78167"/>
                  </a:lnTo>
                  <a:lnTo>
                    <a:pt x="101126" y="78034"/>
                  </a:lnTo>
                  <a:lnTo>
                    <a:pt x="101789" y="77901"/>
                  </a:lnTo>
                  <a:lnTo>
                    <a:pt x="102187" y="77636"/>
                  </a:lnTo>
                  <a:lnTo>
                    <a:pt x="134303" y="59056"/>
                  </a:lnTo>
                  <a:lnTo>
                    <a:pt x="134303" y="59056"/>
                  </a:lnTo>
                  <a:lnTo>
                    <a:pt x="134701" y="58791"/>
                  </a:lnTo>
                  <a:lnTo>
                    <a:pt x="134967" y="58526"/>
                  </a:lnTo>
                  <a:lnTo>
                    <a:pt x="135232" y="58127"/>
                  </a:lnTo>
                  <a:lnTo>
                    <a:pt x="135232" y="57729"/>
                  </a:lnTo>
                  <a:lnTo>
                    <a:pt x="135232" y="57464"/>
                  </a:lnTo>
                  <a:lnTo>
                    <a:pt x="134967" y="57066"/>
                  </a:lnTo>
                  <a:lnTo>
                    <a:pt x="134701" y="56668"/>
                  </a:lnTo>
                  <a:lnTo>
                    <a:pt x="134303" y="56402"/>
                  </a:lnTo>
                  <a:lnTo>
                    <a:pt x="37425" y="531"/>
                  </a:lnTo>
                  <a:lnTo>
                    <a:pt x="37425" y="531"/>
                  </a:lnTo>
                  <a:lnTo>
                    <a:pt x="36894" y="398"/>
                  </a:lnTo>
                  <a:lnTo>
                    <a:pt x="36363" y="133"/>
                  </a:lnTo>
                  <a:lnTo>
                    <a:pt x="35169" y="0"/>
                  </a:lnTo>
                  <a:lnTo>
                    <a:pt x="33841" y="133"/>
                  </a:lnTo>
                  <a:lnTo>
                    <a:pt x="33311" y="398"/>
                  </a:lnTo>
                  <a:lnTo>
                    <a:pt x="32780" y="531"/>
                  </a:lnTo>
                  <a:lnTo>
                    <a:pt x="929" y="19111"/>
                  </a:lnTo>
                  <a:lnTo>
                    <a:pt x="929" y="19111"/>
                  </a:lnTo>
                  <a:lnTo>
                    <a:pt x="531" y="19376"/>
                  </a:lnTo>
                  <a:lnTo>
                    <a:pt x="133" y="19641"/>
                  </a:lnTo>
                  <a:lnTo>
                    <a:pt x="0" y="20039"/>
                  </a:lnTo>
                  <a:lnTo>
                    <a:pt x="0" y="20438"/>
                  </a:lnTo>
                  <a:lnTo>
                    <a:pt x="0" y="20836"/>
                  </a:lnTo>
                  <a:lnTo>
                    <a:pt x="133" y="21101"/>
                  </a:lnTo>
                  <a:lnTo>
                    <a:pt x="531" y="21499"/>
                  </a:lnTo>
                  <a:lnTo>
                    <a:pt x="929" y="217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4651346" y="2610918"/>
              <a:ext cx="1885710" cy="1089173"/>
            </a:xfrm>
            <a:custGeom>
              <a:rect b="b" l="l" r="r" t="t"/>
              <a:pathLst>
                <a:path extrusionOk="0" h="65692" w="113734">
                  <a:moveTo>
                    <a:pt x="76309" y="0"/>
                  </a:moveTo>
                  <a:lnTo>
                    <a:pt x="75115" y="265"/>
                  </a:lnTo>
                  <a:lnTo>
                    <a:pt x="74584" y="398"/>
                  </a:lnTo>
                  <a:lnTo>
                    <a:pt x="74053" y="664"/>
                  </a:lnTo>
                  <a:lnTo>
                    <a:pt x="930" y="42733"/>
                  </a:lnTo>
                  <a:lnTo>
                    <a:pt x="532" y="43131"/>
                  </a:lnTo>
                  <a:lnTo>
                    <a:pt x="266" y="43396"/>
                  </a:lnTo>
                  <a:lnTo>
                    <a:pt x="134" y="43795"/>
                  </a:lnTo>
                  <a:lnTo>
                    <a:pt x="1" y="44060"/>
                  </a:lnTo>
                  <a:lnTo>
                    <a:pt x="134" y="44458"/>
                  </a:lnTo>
                  <a:lnTo>
                    <a:pt x="266" y="44856"/>
                  </a:lnTo>
                  <a:lnTo>
                    <a:pt x="532" y="45122"/>
                  </a:lnTo>
                  <a:lnTo>
                    <a:pt x="930" y="45387"/>
                  </a:lnTo>
                  <a:lnTo>
                    <a:pt x="35169" y="65161"/>
                  </a:lnTo>
                  <a:lnTo>
                    <a:pt x="35700" y="65426"/>
                  </a:lnTo>
                  <a:lnTo>
                    <a:pt x="36231" y="65559"/>
                  </a:lnTo>
                  <a:lnTo>
                    <a:pt x="37558" y="65692"/>
                  </a:lnTo>
                  <a:lnTo>
                    <a:pt x="38752" y="65559"/>
                  </a:lnTo>
                  <a:lnTo>
                    <a:pt x="39283" y="65426"/>
                  </a:lnTo>
                  <a:lnTo>
                    <a:pt x="39814" y="65161"/>
                  </a:lnTo>
                  <a:lnTo>
                    <a:pt x="112805" y="22959"/>
                  </a:lnTo>
                  <a:lnTo>
                    <a:pt x="113203" y="22694"/>
                  </a:lnTo>
                  <a:lnTo>
                    <a:pt x="113601" y="22428"/>
                  </a:lnTo>
                  <a:lnTo>
                    <a:pt x="113734" y="22030"/>
                  </a:lnTo>
                  <a:lnTo>
                    <a:pt x="113734" y="21632"/>
                  </a:lnTo>
                  <a:lnTo>
                    <a:pt x="113734" y="21366"/>
                  </a:lnTo>
                  <a:lnTo>
                    <a:pt x="113601" y="20968"/>
                  </a:lnTo>
                  <a:lnTo>
                    <a:pt x="113203" y="20703"/>
                  </a:lnTo>
                  <a:lnTo>
                    <a:pt x="112805" y="20305"/>
                  </a:lnTo>
                  <a:lnTo>
                    <a:pt x="78566" y="664"/>
                  </a:lnTo>
                  <a:lnTo>
                    <a:pt x="78035" y="398"/>
                  </a:lnTo>
                  <a:lnTo>
                    <a:pt x="77504" y="265"/>
                  </a:lnTo>
                  <a:lnTo>
                    <a:pt x="7630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4651346" y="2610918"/>
              <a:ext cx="1885710" cy="1089173"/>
            </a:xfrm>
            <a:custGeom>
              <a:rect b="b" l="l" r="r" t="t"/>
              <a:pathLst>
                <a:path extrusionOk="0" fill="none" h="65692" w="113734">
                  <a:moveTo>
                    <a:pt x="930" y="45387"/>
                  </a:moveTo>
                  <a:lnTo>
                    <a:pt x="35169" y="65161"/>
                  </a:lnTo>
                  <a:lnTo>
                    <a:pt x="35169" y="65161"/>
                  </a:lnTo>
                  <a:lnTo>
                    <a:pt x="35700" y="65426"/>
                  </a:lnTo>
                  <a:lnTo>
                    <a:pt x="36231" y="65559"/>
                  </a:lnTo>
                  <a:lnTo>
                    <a:pt x="37558" y="65692"/>
                  </a:lnTo>
                  <a:lnTo>
                    <a:pt x="38752" y="65559"/>
                  </a:lnTo>
                  <a:lnTo>
                    <a:pt x="39283" y="65426"/>
                  </a:lnTo>
                  <a:lnTo>
                    <a:pt x="39814" y="65161"/>
                  </a:lnTo>
                  <a:lnTo>
                    <a:pt x="112805" y="22959"/>
                  </a:lnTo>
                  <a:lnTo>
                    <a:pt x="112805" y="22959"/>
                  </a:lnTo>
                  <a:lnTo>
                    <a:pt x="113203" y="22694"/>
                  </a:lnTo>
                  <a:lnTo>
                    <a:pt x="113601" y="22428"/>
                  </a:lnTo>
                  <a:lnTo>
                    <a:pt x="113734" y="22030"/>
                  </a:lnTo>
                  <a:lnTo>
                    <a:pt x="113734" y="21632"/>
                  </a:lnTo>
                  <a:lnTo>
                    <a:pt x="113734" y="21366"/>
                  </a:lnTo>
                  <a:lnTo>
                    <a:pt x="113601" y="20968"/>
                  </a:lnTo>
                  <a:lnTo>
                    <a:pt x="113203" y="20703"/>
                  </a:lnTo>
                  <a:lnTo>
                    <a:pt x="112805" y="20305"/>
                  </a:lnTo>
                  <a:lnTo>
                    <a:pt x="78566" y="664"/>
                  </a:lnTo>
                  <a:lnTo>
                    <a:pt x="78566" y="664"/>
                  </a:lnTo>
                  <a:lnTo>
                    <a:pt x="78035" y="398"/>
                  </a:lnTo>
                  <a:lnTo>
                    <a:pt x="77504" y="265"/>
                  </a:lnTo>
                  <a:lnTo>
                    <a:pt x="76309" y="0"/>
                  </a:lnTo>
                  <a:lnTo>
                    <a:pt x="75115" y="265"/>
                  </a:lnTo>
                  <a:lnTo>
                    <a:pt x="74584" y="398"/>
                  </a:lnTo>
                  <a:lnTo>
                    <a:pt x="74053" y="664"/>
                  </a:lnTo>
                  <a:lnTo>
                    <a:pt x="930" y="42733"/>
                  </a:lnTo>
                  <a:lnTo>
                    <a:pt x="930" y="42733"/>
                  </a:lnTo>
                  <a:lnTo>
                    <a:pt x="532" y="43131"/>
                  </a:lnTo>
                  <a:lnTo>
                    <a:pt x="266" y="43396"/>
                  </a:lnTo>
                  <a:lnTo>
                    <a:pt x="134" y="43795"/>
                  </a:lnTo>
                  <a:lnTo>
                    <a:pt x="1" y="44060"/>
                  </a:lnTo>
                  <a:lnTo>
                    <a:pt x="134" y="44458"/>
                  </a:lnTo>
                  <a:lnTo>
                    <a:pt x="266" y="44856"/>
                  </a:lnTo>
                  <a:lnTo>
                    <a:pt x="532" y="45122"/>
                  </a:lnTo>
                  <a:lnTo>
                    <a:pt x="930" y="4538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6231205" y="3825502"/>
              <a:ext cx="904356" cy="541304"/>
            </a:xfrm>
            <a:custGeom>
              <a:rect b="b" l="l" r="r" t="t"/>
              <a:pathLst>
                <a:path extrusionOk="0" h="32648" w="54545">
                  <a:moveTo>
                    <a:pt x="27206" y="11413"/>
                  </a:moveTo>
                  <a:lnTo>
                    <a:pt x="29196" y="11546"/>
                  </a:lnTo>
                  <a:lnTo>
                    <a:pt x="31187" y="11811"/>
                  </a:lnTo>
                  <a:lnTo>
                    <a:pt x="32912" y="12342"/>
                  </a:lnTo>
                  <a:lnTo>
                    <a:pt x="34372" y="13139"/>
                  </a:lnTo>
                  <a:lnTo>
                    <a:pt x="35434" y="13802"/>
                  </a:lnTo>
                  <a:lnTo>
                    <a:pt x="36230" y="14598"/>
                  </a:lnTo>
                  <a:lnTo>
                    <a:pt x="36761" y="15527"/>
                  </a:lnTo>
                  <a:lnTo>
                    <a:pt x="36894" y="15926"/>
                  </a:lnTo>
                  <a:lnTo>
                    <a:pt x="36894" y="16324"/>
                  </a:lnTo>
                  <a:lnTo>
                    <a:pt x="36894" y="16722"/>
                  </a:lnTo>
                  <a:lnTo>
                    <a:pt x="36761" y="17120"/>
                  </a:lnTo>
                  <a:lnTo>
                    <a:pt x="36230" y="18049"/>
                  </a:lnTo>
                  <a:lnTo>
                    <a:pt x="35434" y="18845"/>
                  </a:lnTo>
                  <a:lnTo>
                    <a:pt x="34372" y="19509"/>
                  </a:lnTo>
                  <a:lnTo>
                    <a:pt x="32912" y="20305"/>
                  </a:lnTo>
                  <a:lnTo>
                    <a:pt x="31187" y="20836"/>
                  </a:lnTo>
                  <a:lnTo>
                    <a:pt x="29196" y="21101"/>
                  </a:lnTo>
                  <a:lnTo>
                    <a:pt x="27206" y="21234"/>
                  </a:lnTo>
                  <a:lnTo>
                    <a:pt x="25215" y="21101"/>
                  </a:lnTo>
                  <a:lnTo>
                    <a:pt x="23357" y="20836"/>
                  </a:lnTo>
                  <a:lnTo>
                    <a:pt x="21632" y="20305"/>
                  </a:lnTo>
                  <a:lnTo>
                    <a:pt x="20172" y="19509"/>
                  </a:lnTo>
                  <a:lnTo>
                    <a:pt x="19110" y="18845"/>
                  </a:lnTo>
                  <a:lnTo>
                    <a:pt x="18314" y="18049"/>
                  </a:lnTo>
                  <a:lnTo>
                    <a:pt x="17783" y="17120"/>
                  </a:lnTo>
                  <a:lnTo>
                    <a:pt x="17651" y="16722"/>
                  </a:lnTo>
                  <a:lnTo>
                    <a:pt x="17651" y="16324"/>
                  </a:lnTo>
                  <a:lnTo>
                    <a:pt x="17651" y="15926"/>
                  </a:lnTo>
                  <a:lnTo>
                    <a:pt x="17783" y="15527"/>
                  </a:lnTo>
                  <a:lnTo>
                    <a:pt x="18314" y="14598"/>
                  </a:lnTo>
                  <a:lnTo>
                    <a:pt x="19110" y="13802"/>
                  </a:lnTo>
                  <a:lnTo>
                    <a:pt x="20172" y="13139"/>
                  </a:lnTo>
                  <a:lnTo>
                    <a:pt x="21632" y="12342"/>
                  </a:lnTo>
                  <a:lnTo>
                    <a:pt x="23357" y="11811"/>
                  </a:lnTo>
                  <a:lnTo>
                    <a:pt x="25215" y="11546"/>
                  </a:lnTo>
                  <a:lnTo>
                    <a:pt x="27206" y="11413"/>
                  </a:lnTo>
                  <a:close/>
                  <a:moveTo>
                    <a:pt x="23888" y="0"/>
                  </a:moveTo>
                  <a:lnTo>
                    <a:pt x="23092" y="133"/>
                  </a:lnTo>
                  <a:lnTo>
                    <a:pt x="22428" y="531"/>
                  </a:lnTo>
                  <a:lnTo>
                    <a:pt x="21897" y="1062"/>
                  </a:lnTo>
                  <a:lnTo>
                    <a:pt x="21632" y="1725"/>
                  </a:lnTo>
                  <a:lnTo>
                    <a:pt x="21234" y="4380"/>
                  </a:lnTo>
                  <a:lnTo>
                    <a:pt x="19376" y="4778"/>
                  </a:lnTo>
                  <a:lnTo>
                    <a:pt x="17783" y="5309"/>
                  </a:lnTo>
                  <a:lnTo>
                    <a:pt x="17783" y="5176"/>
                  </a:lnTo>
                  <a:lnTo>
                    <a:pt x="13006" y="3053"/>
                  </a:lnTo>
                  <a:lnTo>
                    <a:pt x="12608" y="2920"/>
                  </a:lnTo>
                  <a:lnTo>
                    <a:pt x="11944" y="2787"/>
                  </a:lnTo>
                  <a:lnTo>
                    <a:pt x="11280" y="2920"/>
                  </a:lnTo>
                  <a:lnTo>
                    <a:pt x="10617" y="3185"/>
                  </a:lnTo>
                  <a:lnTo>
                    <a:pt x="5972" y="5840"/>
                  </a:lnTo>
                  <a:lnTo>
                    <a:pt x="5574" y="6105"/>
                  </a:lnTo>
                  <a:lnTo>
                    <a:pt x="5309" y="6503"/>
                  </a:lnTo>
                  <a:lnTo>
                    <a:pt x="5176" y="6901"/>
                  </a:lnTo>
                  <a:lnTo>
                    <a:pt x="5043" y="7432"/>
                  </a:lnTo>
                  <a:lnTo>
                    <a:pt x="5043" y="7830"/>
                  </a:lnTo>
                  <a:lnTo>
                    <a:pt x="5176" y="8228"/>
                  </a:lnTo>
                  <a:lnTo>
                    <a:pt x="5441" y="8626"/>
                  </a:lnTo>
                  <a:lnTo>
                    <a:pt x="5839" y="9025"/>
                  </a:lnTo>
                  <a:lnTo>
                    <a:pt x="8626" y="11015"/>
                  </a:lnTo>
                  <a:lnTo>
                    <a:pt x="7963" y="12077"/>
                  </a:lnTo>
                  <a:lnTo>
                    <a:pt x="1991" y="12475"/>
                  </a:lnTo>
                  <a:lnTo>
                    <a:pt x="1593" y="12475"/>
                  </a:lnTo>
                  <a:lnTo>
                    <a:pt x="1194" y="12740"/>
                  </a:lnTo>
                  <a:lnTo>
                    <a:pt x="664" y="13139"/>
                  </a:lnTo>
                  <a:lnTo>
                    <a:pt x="133" y="13802"/>
                  </a:lnTo>
                  <a:lnTo>
                    <a:pt x="133" y="14200"/>
                  </a:lnTo>
                  <a:lnTo>
                    <a:pt x="0" y="14598"/>
                  </a:lnTo>
                  <a:lnTo>
                    <a:pt x="0" y="18049"/>
                  </a:lnTo>
                  <a:lnTo>
                    <a:pt x="133" y="18447"/>
                  </a:lnTo>
                  <a:lnTo>
                    <a:pt x="133" y="18845"/>
                  </a:lnTo>
                  <a:lnTo>
                    <a:pt x="664" y="19509"/>
                  </a:lnTo>
                  <a:lnTo>
                    <a:pt x="1194" y="19907"/>
                  </a:lnTo>
                  <a:lnTo>
                    <a:pt x="1593" y="20040"/>
                  </a:lnTo>
                  <a:lnTo>
                    <a:pt x="1991" y="20172"/>
                  </a:lnTo>
                  <a:lnTo>
                    <a:pt x="7963" y="20570"/>
                  </a:lnTo>
                  <a:lnTo>
                    <a:pt x="8626" y="21632"/>
                  </a:lnTo>
                  <a:lnTo>
                    <a:pt x="5839" y="23623"/>
                  </a:lnTo>
                  <a:lnTo>
                    <a:pt x="5441" y="24021"/>
                  </a:lnTo>
                  <a:lnTo>
                    <a:pt x="5176" y="24286"/>
                  </a:lnTo>
                  <a:lnTo>
                    <a:pt x="5043" y="24817"/>
                  </a:lnTo>
                  <a:lnTo>
                    <a:pt x="5043" y="25215"/>
                  </a:lnTo>
                  <a:lnTo>
                    <a:pt x="5176" y="25746"/>
                  </a:lnTo>
                  <a:lnTo>
                    <a:pt x="5309" y="26144"/>
                  </a:lnTo>
                  <a:lnTo>
                    <a:pt x="5574" y="26542"/>
                  </a:lnTo>
                  <a:lnTo>
                    <a:pt x="5972" y="26808"/>
                  </a:lnTo>
                  <a:lnTo>
                    <a:pt x="10617" y="29462"/>
                  </a:lnTo>
                  <a:lnTo>
                    <a:pt x="11280" y="29727"/>
                  </a:lnTo>
                  <a:lnTo>
                    <a:pt x="11944" y="29860"/>
                  </a:lnTo>
                  <a:lnTo>
                    <a:pt x="12608" y="29727"/>
                  </a:lnTo>
                  <a:lnTo>
                    <a:pt x="13006" y="29595"/>
                  </a:lnTo>
                  <a:lnTo>
                    <a:pt x="17783" y="27471"/>
                  </a:lnTo>
                  <a:lnTo>
                    <a:pt x="19509" y="27869"/>
                  </a:lnTo>
                  <a:lnTo>
                    <a:pt x="21234" y="28268"/>
                  </a:lnTo>
                  <a:lnTo>
                    <a:pt x="21632" y="30922"/>
                  </a:lnTo>
                  <a:lnTo>
                    <a:pt x="21897" y="31585"/>
                  </a:lnTo>
                  <a:lnTo>
                    <a:pt x="22428" y="32116"/>
                  </a:lnTo>
                  <a:lnTo>
                    <a:pt x="23092" y="32514"/>
                  </a:lnTo>
                  <a:lnTo>
                    <a:pt x="23888" y="32647"/>
                  </a:lnTo>
                  <a:lnTo>
                    <a:pt x="30656" y="32647"/>
                  </a:lnTo>
                  <a:lnTo>
                    <a:pt x="31452" y="32514"/>
                  </a:lnTo>
                  <a:lnTo>
                    <a:pt x="32116" y="32116"/>
                  </a:lnTo>
                  <a:lnTo>
                    <a:pt x="32514" y="31585"/>
                  </a:lnTo>
                  <a:lnTo>
                    <a:pt x="32912" y="30922"/>
                  </a:lnTo>
                  <a:lnTo>
                    <a:pt x="33310" y="28268"/>
                  </a:lnTo>
                  <a:lnTo>
                    <a:pt x="35036" y="27869"/>
                  </a:lnTo>
                  <a:lnTo>
                    <a:pt x="36761" y="27339"/>
                  </a:lnTo>
                  <a:lnTo>
                    <a:pt x="36761" y="27471"/>
                  </a:lnTo>
                  <a:lnTo>
                    <a:pt x="41406" y="29595"/>
                  </a:lnTo>
                  <a:lnTo>
                    <a:pt x="41937" y="29727"/>
                  </a:lnTo>
                  <a:lnTo>
                    <a:pt x="42600" y="29860"/>
                  </a:lnTo>
                  <a:lnTo>
                    <a:pt x="43264" y="29727"/>
                  </a:lnTo>
                  <a:lnTo>
                    <a:pt x="43927" y="29462"/>
                  </a:lnTo>
                  <a:lnTo>
                    <a:pt x="48572" y="26808"/>
                  </a:lnTo>
                  <a:lnTo>
                    <a:pt x="48970" y="26542"/>
                  </a:lnTo>
                  <a:lnTo>
                    <a:pt x="49236" y="26144"/>
                  </a:lnTo>
                  <a:lnTo>
                    <a:pt x="49368" y="25746"/>
                  </a:lnTo>
                  <a:lnTo>
                    <a:pt x="49501" y="25215"/>
                  </a:lnTo>
                  <a:lnTo>
                    <a:pt x="49501" y="24817"/>
                  </a:lnTo>
                  <a:lnTo>
                    <a:pt x="49368" y="24286"/>
                  </a:lnTo>
                  <a:lnTo>
                    <a:pt x="49103" y="24021"/>
                  </a:lnTo>
                  <a:lnTo>
                    <a:pt x="48705" y="23623"/>
                  </a:lnTo>
                  <a:lnTo>
                    <a:pt x="45918" y="21632"/>
                  </a:lnTo>
                  <a:lnTo>
                    <a:pt x="46581" y="20570"/>
                  </a:lnTo>
                  <a:lnTo>
                    <a:pt x="52553" y="20172"/>
                  </a:lnTo>
                  <a:lnTo>
                    <a:pt x="53350" y="19907"/>
                  </a:lnTo>
                  <a:lnTo>
                    <a:pt x="53881" y="19509"/>
                  </a:lnTo>
                  <a:lnTo>
                    <a:pt x="54279" y="18845"/>
                  </a:lnTo>
                  <a:lnTo>
                    <a:pt x="54411" y="18447"/>
                  </a:lnTo>
                  <a:lnTo>
                    <a:pt x="54544" y="18049"/>
                  </a:lnTo>
                  <a:lnTo>
                    <a:pt x="54544" y="14598"/>
                  </a:lnTo>
                  <a:lnTo>
                    <a:pt x="54411" y="14200"/>
                  </a:lnTo>
                  <a:lnTo>
                    <a:pt x="54279" y="13802"/>
                  </a:lnTo>
                  <a:lnTo>
                    <a:pt x="53881" y="13139"/>
                  </a:lnTo>
                  <a:lnTo>
                    <a:pt x="53217" y="12740"/>
                  </a:lnTo>
                  <a:lnTo>
                    <a:pt x="52952" y="12475"/>
                  </a:lnTo>
                  <a:lnTo>
                    <a:pt x="52553" y="12475"/>
                  </a:lnTo>
                  <a:lnTo>
                    <a:pt x="46581" y="12077"/>
                  </a:lnTo>
                  <a:lnTo>
                    <a:pt x="45918" y="11015"/>
                  </a:lnTo>
                  <a:lnTo>
                    <a:pt x="48705" y="9025"/>
                  </a:lnTo>
                  <a:lnTo>
                    <a:pt x="49103" y="8626"/>
                  </a:lnTo>
                  <a:lnTo>
                    <a:pt x="49368" y="8228"/>
                  </a:lnTo>
                  <a:lnTo>
                    <a:pt x="49501" y="7830"/>
                  </a:lnTo>
                  <a:lnTo>
                    <a:pt x="49501" y="7432"/>
                  </a:lnTo>
                  <a:lnTo>
                    <a:pt x="49368" y="6901"/>
                  </a:lnTo>
                  <a:lnTo>
                    <a:pt x="49236" y="6503"/>
                  </a:lnTo>
                  <a:lnTo>
                    <a:pt x="48970" y="6105"/>
                  </a:lnTo>
                  <a:lnTo>
                    <a:pt x="48572" y="5840"/>
                  </a:lnTo>
                  <a:lnTo>
                    <a:pt x="43927" y="3185"/>
                  </a:lnTo>
                  <a:lnTo>
                    <a:pt x="43264" y="2920"/>
                  </a:lnTo>
                  <a:lnTo>
                    <a:pt x="42600" y="2787"/>
                  </a:lnTo>
                  <a:lnTo>
                    <a:pt x="41937" y="2920"/>
                  </a:lnTo>
                  <a:lnTo>
                    <a:pt x="41406" y="3053"/>
                  </a:lnTo>
                  <a:lnTo>
                    <a:pt x="36761" y="5176"/>
                  </a:lnTo>
                  <a:lnTo>
                    <a:pt x="35036" y="4778"/>
                  </a:lnTo>
                  <a:lnTo>
                    <a:pt x="33310" y="4380"/>
                  </a:lnTo>
                  <a:lnTo>
                    <a:pt x="32912" y="1725"/>
                  </a:lnTo>
                  <a:lnTo>
                    <a:pt x="32514" y="1062"/>
                  </a:lnTo>
                  <a:lnTo>
                    <a:pt x="32116" y="531"/>
                  </a:lnTo>
                  <a:lnTo>
                    <a:pt x="31452" y="133"/>
                  </a:lnTo>
                  <a:lnTo>
                    <a:pt x="306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6231205" y="3825502"/>
              <a:ext cx="904356" cy="541304"/>
            </a:xfrm>
            <a:custGeom>
              <a:rect b="b" l="l" r="r" t="t"/>
              <a:pathLst>
                <a:path extrusionOk="0" fill="none" h="32648" w="54545">
                  <a:moveTo>
                    <a:pt x="23888" y="32647"/>
                  </a:moveTo>
                  <a:lnTo>
                    <a:pt x="23888" y="32647"/>
                  </a:lnTo>
                  <a:lnTo>
                    <a:pt x="23092" y="32514"/>
                  </a:lnTo>
                  <a:lnTo>
                    <a:pt x="22428" y="32116"/>
                  </a:lnTo>
                  <a:lnTo>
                    <a:pt x="21897" y="31585"/>
                  </a:lnTo>
                  <a:lnTo>
                    <a:pt x="21632" y="30922"/>
                  </a:lnTo>
                  <a:lnTo>
                    <a:pt x="21234" y="28268"/>
                  </a:lnTo>
                  <a:lnTo>
                    <a:pt x="21234" y="28268"/>
                  </a:lnTo>
                  <a:lnTo>
                    <a:pt x="19509" y="27869"/>
                  </a:lnTo>
                  <a:lnTo>
                    <a:pt x="17783" y="27471"/>
                  </a:lnTo>
                  <a:lnTo>
                    <a:pt x="17783" y="27471"/>
                  </a:lnTo>
                  <a:lnTo>
                    <a:pt x="13006" y="29595"/>
                  </a:lnTo>
                  <a:lnTo>
                    <a:pt x="13006" y="29595"/>
                  </a:lnTo>
                  <a:lnTo>
                    <a:pt x="12608" y="29727"/>
                  </a:lnTo>
                  <a:lnTo>
                    <a:pt x="11944" y="29860"/>
                  </a:lnTo>
                  <a:lnTo>
                    <a:pt x="11944" y="29860"/>
                  </a:lnTo>
                  <a:lnTo>
                    <a:pt x="11280" y="29727"/>
                  </a:lnTo>
                  <a:lnTo>
                    <a:pt x="10617" y="29462"/>
                  </a:lnTo>
                  <a:lnTo>
                    <a:pt x="5972" y="26808"/>
                  </a:lnTo>
                  <a:lnTo>
                    <a:pt x="5972" y="26808"/>
                  </a:lnTo>
                  <a:lnTo>
                    <a:pt x="5574" y="26542"/>
                  </a:lnTo>
                  <a:lnTo>
                    <a:pt x="5309" y="26144"/>
                  </a:lnTo>
                  <a:lnTo>
                    <a:pt x="5176" y="25746"/>
                  </a:lnTo>
                  <a:lnTo>
                    <a:pt x="5043" y="25215"/>
                  </a:lnTo>
                  <a:lnTo>
                    <a:pt x="5043" y="25215"/>
                  </a:lnTo>
                  <a:lnTo>
                    <a:pt x="5043" y="24817"/>
                  </a:lnTo>
                  <a:lnTo>
                    <a:pt x="5176" y="24286"/>
                  </a:lnTo>
                  <a:lnTo>
                    <a:pt x="5441" y="24021"/>
                  </a:lnTo>
                  <a:lnTo>
                    <a:pt x="5839" y="23623"/>
                  </a:lnTo>
                  <a:lnTo>
                    <a:pt x="8626" y="21632"/>
                  </a:lnTo>
                  <a:lnTo>
                    <a:pt x="8626" y="21632"/>
                  </a:lnTo>
                  <a:lnTo>
                    <a:pt x="7963" y="20570"/>
                  </a:lnTo>
                  <a:lnTo>
                    <a:pt x="1991" y="20172"/>
                  </a:lnTo>
                  <a:lnTo>
                    <a:pt x="1991" y="20172"/>
                  </a:lnTo>
                  <a:lnTo>
                    <a:pt x="1593" y="20040"/>
                  </a:lnTo>
                  <a:lnTo>
                    <a:pt x="1194" y="19907"/>
                  </a:lnTo>
                  <a:lnTo>
                    <a:pt x="664" y="19509"/>
                  </a:lnTo>
                  <a:lnTo>
                    <a:pt x="133" y="18845"/>
                  </a:lnTo>
                  <a:lnTo>
                    <a:pt x="133" y="18447"/>
                  </a:lnTo>
                  <a:lnTo>
                    <a:pt x="0" y="18049"/>
                  </a:lnTo>
                  <a:lnTo>
                    <a:pt x="0" y="14598"/>
                  </a:lnTo>
                  <a:lnTo>
                    <a:pt x="0" y="14598"/>
                  </a:lnTo>
                  <a:lnTo>
                    <a:pt x="133" y="14200"/>
                  </a:lnTo>
                  <a:lnTo>
                    <a:pt x="133" y="13802"/>
                  </a:lnTo>
                  <a:lnTo>
                    <a:pt x="664" y="13139"/>
                  </a:lnTo>
                  <a:lnTo>
                    <a:pt x="1194" y="12740"/>
                  </a:lnTo>
                  <a:lnTo>
                    <a:pt x="1593" y="12475"/>
                  </a:lnTo>
                  <a:lnTo>
                    <a:pt x="1991" y="12475"/>
                  </a:lnTo>
                  <a:lnTo>
                    <a:pt x="7963" y="12077"/>
                  </a:lnTo>
                  <a:lnTo>
                    <a:pt x="7963" y="12077"/>
                  </a:lnTo>
                  <a:lnTo>
                    <a:pt x="8626" y="11015"/>
                  </a:lnTo>
                  <a:lnTo>
                    <a:pt x="5839" y="9025"/>
                  </a:lnTo>
                  <a:lnTo>
                    <a:pt x="5839" y="9025"/>
                  </a:lnTo>
                  <a:lnTo>
                    <a:pt x="5441" y="8626"/>
                  </a:lnTo>
                  <a:lnTo>
                    <a:pt x="5176" y="8228"/>
                  </a:lnTo>
                  <a:lnTo>
                    <a:pt x="5043" y="7830"/>
                  </a:lnTo>
                  <a:lnTo>
                    <a:pt x="5043" y="7432"/>
                  </a:lnTo>
                  <a:lnTo>
                    <a:pt x="5043" y="7432"/>
                  </a:lnTo>
                  <a:lnTo>
                    <a:pt x="5176" y="6901"/>
                  </a:lnTo>
                  <a:lnTo>
                    <a:pt x="5309" y="6503"/>
                  </a:lnTo>
                  <a:lnTo>
                    <a:pt x="5574" y="6105"/>
                  </a:lnTo>
                  <a:lnTo>
                    <a:pt x="5972" y="5840"/>
                  </a:lnTo>
                  <a:lnTo>
                    <a:pt x="10617" y="3185"/>
                  </a:lnTo>
                  <a:lnTo>
                    <a:pt x="10617" y="3185"/>
                  </a:lnTo>
                  <a:lnTo>
                    <a:pt x="11280" y="2920"/>
                  </a:lnTo>
                  <a:lnTo>
                    <a:pt x="11944" y="2787"/>
                  </a:lnTo>
                  <a:lnTo>
                    <a:pt x="11944" y="2787"/>
                  </a:lnTo>
                  <a:lnTo>
                    <a:pt x="12608" y="2920"/>
                  </a:lnTo>
                  <a:lnTo>
                    <a:pt x="13006" y="3053"/>
                  </a:lnTo>
                  <a:lnTo>
                    <a:pt x="17783" y="5176"/>
                  </a:lnTo>
                  <a:lnTo>
                    <a:pt x="17783" y="5176"/>
                  </a:lnTo>
                  <a:lnTo>
                    <a:pt x="17783" y="5309"/>
                  </a:lnTo>
                  <a:lnTo>
                    <a:pt x="17783" y="5309"/>
                  </a:lnTo>
                  <a:lnTo>
                    <a:pt x="19376" y="4778"/>
                  </a:lnTo>
                  <a:lnTo>
                    <a:pt x="21234" y="4380"/>
                  </a:lnTo>
                  <a:lnTo>
                    <a:pt x="21632" y="1725"/>
                  </a:lnTo>
                  <a:lnTo>
                    <a:pt x="21632" y="1725"/>
                  </a:lnTo>
                  <a:lnTo>
                    <a:pt x="21897" y="1062"/>
                  </a:lnTo>
                  <a:lnTo>
                    <a:pt x="22428" y="531"/>
                  </a:lnTo>
                  <a:lnTo>
                    <a:pt x="23092" y="133"/>
                  </a:lnTo>
                  <a:lnTo>
                    <a:pt x="23888" y="0"/>
                  </a:lnTo>
                  <a:lnTo>
                    <a:pt x="30656" y="0"/>
                  </a:lnTo>
                  <a:lnTo>
                    <a:pt x="30656" y="0"/>
                  </a:lnTo>
                  <a:lnTo>
                    <a:pt x="31452" y="133"/>
                  </a:lnTo>
                  <a:lnTo>
                    <a:pt x="32116" y="531"/>
                  </a:lnTo>
                  <a:lnTo>
                    <a:pt x="32514" y="1062"/>
                  </a:lnTo>
                  <a:lnTo>
                    <a:pt x="32912" y="1725"/>
                  </a:lnTo>
                  <a:lnTo>
                    <a:pt x="33310" y="4380"/>
                  </a:lnTo>
                  <a:lnTo>
                    <a:pt x="33310" y="4380"/>
                  </a:lnTo>
                  <a:lnTo>
                    <a:pt x="35036" y="4778"/>
                  </a:lnTo>
                  <a:lnTo>
                    <a:pt x="36761" y="5176"/>
                  </a:lnTo>
                  <a:lnTo>
                    <a:pt x="36761" y="5176"/>
                  </a:lnTo>
                  <a:lnTo>
                    <a:pt x="41406" y="3053"/>
                  </a:lnTo>
                  <a:lnTo>
                    <a:pt x="41406" y="3053"/>
                  </a:lnTo>
                  <a:lnTo>
                    <a:pt x="41937" y="2920"/>
                  </a:lnTo>
                  <a:lnTo>
                    <a:pt x="42600" y="2787"/>
                  </a:lnTo>
                  <a:lnTo>
                    <a:pt x="42600" y="2787"/>
                  </a:lnTo>
                  <a:lnTo>
                    <a:pt x="43264" y="2920"/>
                  </a:lnTo>
                  <a:lnTo>
                    <a:pt x="43927" y="3185"/>
                  </a:lnTo>
                  <a:lnTo>
                    <a:pt x="48572" y="5840"/>
                  </a:lnTo>
                  <a:lnTo>
                    <a:pt x="48572" y="5840"/>
                  </a:lnTo>
                  <a:lnTo>
                    <a:pt x="48970" y="6105"/>
                  </a:lnTo>
                  <a:lnTo>
                    <a:pt x="49236" y="6503"/>
                  </a:lnTo>
                  <a:lnTo>
                    <a:pt x="49368" y="6901"/>
                  </a:lnTo>
                  <a:lnTo>
                    <a:pt x="49501" y="7432"/>
                  </a:lnTo>
                  <a:lnTo>
                    <a:pt x="49501" y="7432"/>
                  </a:lnTo>
                  <a:lnTo>
                    <a:pt x="49501" y="7830"/>
                  </a:lnTo>
                  <a:lnTo>
                    <a:pt x="49368" y="8228"/>
                  </a:lnTo>
                  <a:lnTo>
                    <a:pt x="49103" y="8626"/>
                  </a:lnTo>
                  <a:lnTo>
                    <a:pt x="48705" y="9025"/>
                  </a:lnTo>
                  <a:lnTo>
                    <a:pt x="45918" y="11015"/>
                  </a:lnTo>
                  <a:lnTo>
                    <a:pt x="45918" y="11015"/>
                  </a:lnTo>
                  <a:lnTo>
                    <a:pt x="46581" y="12077"/>
                  </a:lnTo>
                  <a:lnTo>
                    <a:pt x="52553" y="12475"/>
                  </a:lnTo>
                  <a:lnTo>
                    <a:pt x="52553" y="12475"/>
                  </a:lnTo>
                  <a:lnTo>
                    <a:pt x="52952" y="12475"/>
                  </a:lnTo>
                  <a:lnTo>
                    <a:pt x="53217" y="12740"/>
                  </a:lnTo>
                  <a:lnTo>
                    <a:pt x="53881" y="13139"/>
                  </a:lnTo>
                  <a:lnTo>
                    <a:pt x="54279" y="13802"/>
                  </a:lnTo>
                  <a:lnTo>
                    <a:pt x="54411" y="14200"/>
                  </a:lnTo>
                  <a:lnTo>
                    <a:pt x="54544" y="14598"/>
                  </a:lnTo>
                  <a:lnTo>
                    <a:pt x="54544" y="18049"/>
                  </a:lnTo>
                  <a:lnTo>
                    <a:pt x="54544" y="18049"/>
                  </a:lnTo>
                  <a:lnTo>
                    <a:pt x="54411" y="18447"/>
                  </a:lnTo>
                  <a:lnTo>
                    <a:pt x="54279" y="18845"/>
                  </a:lnTo>
                  <a:lnTo>
                    <a:pt x="53881" y="19509"/>
                  </a:lnTo>
                  <a:lnTo>
                    <a:pt x="53350" y="19907"/>
                  </a:lnTo>
                  <a:lnTo>
                    <a:pt x="52553" y="20172"/>
                  </a:lnTo>
                  <a:lnTo>
                    <a:pt x="46581" y="20570"/>
                  </a:lnTo>
                  <a:lnTo>
                    <a:pt x="46581" y="20570"/>
                  </a:lnTo>
                  <a:lnTo>
                    <a:pt x="45918" y="21632"/>
                  </a:lnTo>
                  <a:lnTo>
                    <a:pt x="48705" y="23623"/>
                  </a:lnTo>
                  <a:lnTo>
                    <a:pt x="48705" y="23623"/>
                  </a:lnTo>
                  <a:lnTo>
                    <a:pt x="49103" y="24021"/>
                  </a:lnTo>
                  <a:lnTo>
                    <a:pt x="49368" y="24286"/>
                  </a:lnTo>
                  <a:lnTo>
                    <a:pt x="49501" y="24817"/>
                  </a:lnTo>
                  <a:lnTo>
                    <a:pt x="49501" y="25215"/>
                  </a:lnTo>
                  <a:lnTo>
                    <a:pt x="49501" y="25215"/>
                  </a:lnTo>
                  <a:lnTo>
                    <a:pt x="49368" y="25746"/>
                  </a:lnTo>
                  <a:lnTo>
                    <a:pt x="49236" y="26144"/>
                  </a:lnTo>
                  <a:lnTo>
                    <a:pt x="48970" y="26542"/>
                  </a:lnTo>
                  <a:lnTo>
                    <a:pt x="48572" y="26808"/>
                  </a:lnTo>
                  <a:lnTo>
                    <a:pt x="43927" y="29462"/>
                  </a:lnTo>
                  <a:lnTo>
                    <a:pt x="43927" y="29462"/>
                  </a:lnTo>
                  <a:lnTo>
                    <a:pt x="43264" y="29727"/>
                  </a:lnTo>
                  <a:lnTo>
                    <a:pt x="42600" y="29860"/>
                  </a:lnTo>
                  <a:lnTo>
                    <a:pt x="42600" y="29860"/>
                  </a:lnTo>
                  <a:lnTo>
                    <a:pt x="41937" y="29727"/>
                  </a:lnTo>
                  <a:lnTo>
                    <a:pt x="41406" y="29595"/>
                  </a:lnTo>
                  <a:lnTo>
                    <a:pt x="36761" y="27471"/>
                  </a:lnTo>
                  <a:lnTo>
                    <a:pt x="36761" y="27471"/>
                  </a:lnTo>
                  <a:lnTo>
                    <a:pt x="36761" y="27339"/>
                  </a:lnTo>
                  <a:lnTo>
                    <a:pt x="36761" y="27339"/>
                  </a:lnTo>
                  <a:lnTo>
                    <a:pt x="35036" y="27869"/>
                  </a:lnTo>
                  <a:lnTo>
                    <a:pt x="33310" y="28268"/>
                  </a:lnTo>
                  <a:lnTo>
                    <a:pt x="32912" y="30922"/>
                  </a:lnTo>
                  <a:lnTo>
                    <a:pt x="32912" y="30922"/>
                  </a:lnTo>
                  <a:lnTo>
                    <a:pt x="32514" y="31585"/>
                  </a:lnTo>
                  <a:lnTo>
                    <a:pt x="32116" y="32116"/>
                  </a:lnTo>
                  <a:lnTo>
                    <a:pt x="31452" y="32514"/>
                  </a:lnTo>
                  <a:lnTo>
                    <a:pt x="30656" y="32647"/>
                  </a:lnTo>
                  <a:lnTo>
                    <a:pt x="23888" y="3264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6523842" y="4014730"/>
              <a:ext cx="319066" cy="162832"/>
            </a:xfrm>
            <a:custGeom>
              <a:rect b="b" l="l" r="r" t="t"/>
              <a:pathLst>
                <a:path extrusionOk="0" fill="none" h="9821" w="19244">
                  <a:moveTo>
                    <a:pt x="9556" y="0"/>
                  </a:moveTo>
                  <a:lnTo>
                    <a:pt x="9556" y="0"/>
                  </a:lnTo>
                  <a:lnTo>
                    <a:pt x="7565" y="133"/>
                  </a:lnTo>
                  <a:lnTo>
                    <a:pt x="5707" y="398"/>
                  </a:lnTo>
                  <a:lnTo>
                    <a:pt x="3982" y="929"/>
                  </a:lnTo>
                  <a:lnTo>
                    <a:pt x="2522" y="1726"/>
                  </a:lnTo>
                  <a:lnTo>
                    <a:pt x="2522" y="1726"/>
                  </a:lnTo>
                  <a:lnTo>
                    <a:pt x="1460" y="2389"/>
                  </a:lnTo>
                  <a:lnTo>
                    <a:pt x="664" y="3185"/>
                  </a:lnTo>
                  <a:lnTo>
                    <a:pt x="133" y="4114"/>
                  </a:lnTo>
                  <a:lnTo>
                    <a:pt x="1" y="4513"/>
                  </a:lnTo>
                  <a:lnTo>
                    <a:pt x="1" y="4911"/>
                  </a:lnTo>
                  <a:lnTo>
                    <a:pt x="1" y="4911"/>
                  </a:lnTo>
                  <a:lnTo>
                    <a:pt x="1" y="5309"/>
                  </a:lnTo>
                  <a:lnTo>
                    <a:pt x="133" y="5707"/>
                  </a:lnTo>
                  <a:lnTo>
                    <a:pt x="664" y="6636"/>
                  </a:lnTo>
                  <a:lnTo>
                    <a:pt x="1460" y="7432"/>
                  </a:lnTo>
                  <a:lnTo>
                    <a:pt x="2522" y="8096"/>
                  </a:lnTo>
                  <a:lnTo>
                    <a:pt x="2522" y="8096"/>
                  </a:lnTo>
                  <a:lnTo>
                    <a:pt x="3982" y="8892"/>
                  </a:lnTo>
                  <a:lnTo>
                    <a:pt x="5707" y="9423"/>
                  </a:lnTo>
                  <a:lnTo>
                    <a:pt x="7565" y="9688"/>
                  </a:lnTo>
                  <a:lnTo>
                    <a:pt x="9556" y="9821"/>
                  </a:lnTo>
                  <a:lnTo>
                    <a:pt x="9556" y="9821"/>
                  </a:lnTo>
                  <a:lnTo>
                    <a:pt x="11546" y="9688"/>
                  </a:lnTo>
                  <a:lnTo>
                    <a:pt x="13537" y="9423"/>
                  </a:lnTo>
                  <a:lnTo>
                    <a:pt x="15262" y="8892"/>
                  </a:lnTo>
                  <a:lnTo>
                    <a:pt x="16722" y="8096"/>
                  </a:lnTo>
                  <a:lnTo>
                    <a:pt x="16722" y="8096"/>
                  </a:lnTo>
                  <a:lnTo>
                    <a:pt x="17784" y="7432"/>
                  </a:lnTo>
                  <a:lnTo>
                    <a:pt x="18580" y="6636"/>
                  </a:lnTo>
                  <a:lnTo>
                    <a:pt x="19111" y="5707"/>
                  </a:lnTo>
                  <a:lnTo>
                    <a:pt x="19244" y="5309"/>
                  </a:lnTo>
                  <a:lnTo>
                    <a:pt x="19244" y="4911"/>
                  </a:lnTo>
                  <a:lnTo>
                    <a:pt x="19244" y="4911"/>
                  </a:lnTo>
                  <a:lnTo>
                    <a:pt x="19244" y="4513"/>
                  </a:lnTo>
                  <a:lnTo>
                    <a:pt x="19111" y="4114"/>
                  </a:lnTo>
                  <a:lnTo>
                    <a:pt x="18580" y="3185"/>
                  </a:lnTo>
                  <a:lnTo>
                    <a:pt x="17784" y="2389"/>
                  </a:lnTo>
                  <a:lnTo>
                    <a:pt x="16722" y="1726"/>
                  </a:lnTo>
                  <a:lnTo>
                    <a:pt x="16722" y="1726"/>
                  </a:lnTo>
                  <a:lnTo>
                    <a:pt x="15262" y="929"/>
                  </a:lnTo>
                  <a:lnTo>
                    <a:pt x="13537" y="398"/>
                  </a:lnTo>
                  <a:lnTo>
                    <a:pt x="11546" y="133"/>
                  </a:lnTo>
                  <a:lnTo>
                    <a:pt x="955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5621707" y="3455835"/>
              <a:ext cx="734925" cy="446698"/>
            </a:xfrm>
            <a:custGeom>
              <a:rect b="b" l="l" r="r" t="t"/>
              <a:pathLst>
                <a:path extrusionOk="0" h="26942" w="44326">
                  <a:moveTo>
                    <a:pt x="23357" y="9689"/>
                  </a:moveTo>
                  <a:lnTo>
                    <a:pt x="24552" y="9954"/>
                  </a:lnTo>
                  <a:lnTo>
                    <a:pt x="25613" y="10087"/>
                  </a:lnTo>
                  <a:lnTo>
                    <a:pt x="26542" y="10485"/>
                  </a:lnTo>
                  <a:lnTo>
                    <a:pt x="27471" y="10750"/>
                  </a:lnTo>
                  <a:lnTo>
                    <a:pt x="28268" y="11281"/>
                  </a:lnTo>
                  <a:lnTo>
                    <a:pt x="28931" y="11812"/>
                  </a:lnTo>
                  <a:lnTo>
                    <a:pt x="29462" y="12343"/>
                  </a:lnTo>
                  <a:lnTo>
                    <a:pt x="29727" y="12741"/>
                  </a:lnTo>
                  <a:lnTo>
                    <a:pt x="29860" y="13272"/>
                  </a:lnTo>
                  <a:lnTo>
                    <a:pt x="29860" y="13670"/>
                  </a:lnTo>
                  <a:lnTo>
                    <a:pt x="29727" y="14068"/>
                  </a:lnTo>
                  <a:lnTo>
                    <a:pt x="29727" y="14201"/>
                  </a:lnTo>
                  <a:lnTo>
                    <a:pt x="29595" y="14466"/>
                  </a:lnTo>
                  <a:lnTo>
                    <a:pt x="29064" y="14997"/>
                  </a:lnTo>
                  <a:lnTo>
                    <a:pt x="28533" y="15528"/>
                  </a:lnTo>
                  <a:lnTo>
                    <a:pt x="27869" y="15926"/>
                  </a:lnTo>
                  <a:lnTo>
                    <a:pt x="26675" y="16457"/>
                  </a:lnTo>
                  <a:lnTo>
                    <a:pt x="25348" y="16855"/>
                  </a:lnTo>
                  <a:lnTo>
                    <a:pt x="23755" y="17121"/>
                  </a:lnTo>
                  <a:lnTo>
                    <a:pt x="22163" y="17253"/>
                  </a:lnTo>
                  <a:lnTo>
                    <a:pt x="20570" y="17121"/>
                  </a:lnTo>
                  <a:lnTo>
                    <a:pt x="19111" y="16855"/>
                  </a:lnTo>
                  <a:lnTo>
                    <a:pt x="17783" y="16457"/>
                  </a:lnTo>
                  <a:lnTo>
                    <a:pt x="16456" y="15926"/>
                  </a:lnTo>
                  <a:lnTo>
                    <a:pt x="15926" y="15528"/>
                  </a:lnTo>
                  <a:lnTo>
                    <a:pt x="15395" y="15130"/>
                  </a:lnTo>
                  <a:lnTo>
                    <a:pt x="14997" y="14599"/>
                  </a:lnTo>
                  <a:lnTo>
                    <a:pt x="14731" y="14068"/>
                  </a:lnTo>
                  <a:lnTo>
                    <a:pt x="14598" y="13670"/>
                  </a:lnTo>
                  <a:lnTo>
                    <a:pt x="14598" y="13139"/>
                  </a:lnTo>
                  <a:lnTo>
                    <a:pt x="14864" y="12608"/>
                  </a:lnTo>
                  <a:lnTo>
                    <a:pt x="14864" y="12476"/>
                  </a:lnTo>
                  <a:lnTo>
                    <a:pt x="14997" y="12210"/>
                  </a:lnTo>
                  <a:lnTo>
                    <a:pt x="15129" y="12078"/>
                  </a:lnTo>
                  <a:lnTo>
                    <a:pt x="15262" y="11945"/>
                  </a:lnTo>
                  <a:lnTo>
                    <a:pt x="16058" y="11281"/>
                  </a:lnTo>
                  <a:lnTo>
                    <a:pt x="16855" y="10883"/>
                  </a:lnTo>
                  <a:lnTo>
                    <a:pt x="17916" y="10352"/>
                  </a:lnTo>
                  <a:lnTo>
                    <a:pt x="19111" y="10087"/>
                  </a:lnTo>
                  <a:lnTo>
                    <a:pt x="20570" y="9821"/>
                  </a:lnTo>
                  <a:lnTo>
                    <a:pt x="22163" y="9689"/>
                  </a:lnTo>
                  <a:close/>
                  <a:moveTo>
                    <a:pt x="16855" y="1"/>
                  </a:moveTo>
                  <a:lnTo>
                    <a:pt x="16191" y="134"/>
                  </a:lnTo>
                  <a:lnTo>
                    <a:pt x="11281" y="1328"/>
                  </a:lnTo>
                  <a:lnTo>
                    <a:pt x="10617" y="1593"/>
                  </a:lnTo>
                  <a:lnTo>
                    <a:pt x="10086" y="1992"/>
                  </a:lnTo>
                  <a:lnTo>
                    <a:pt x="9821" y="2522"/>
                  </a:lnTo>
                  <a:lnTo>
                    <a:pt x="9688" y="3186"/>
                  </a:lnTo>
                  <a:lnTo>
                    <a:pt x="9688" y="3584"/>
                  </a:lnTo>
                  <a:lnTo>
                    <a:pt x="9954" y="3982"/>
                  </a:lnTo>
                  <a:lnTo>
                    <a:pt x="10750" y="5575"/>
                  </a:lnTo>
                  <a:lnTo>
                    <a:pt x="10484" y="5707"/>
                  </a:lnTo>
                  <a:lnTo>
                    <a:pt x="9423" y="6504"/>
                  </a:lnTo>
                  <a:lnTo>
                    <a:pt x="4645" y="5707"/>
                  </a:lnTo>
                  <a:lnTo>
                    <a:pt x="4247" y="5575"/>
                  </a:lnTo>
                  <a:lnTo>
                    <a:pt x="3716" y="5707"/>
                  </a:lnTo>
                  <a:lnTo>
                    <a:pt x="3185" y="5840"/>
                  </a:lnTo>
                  <a:lnTo>
                    <a:pt x="2787" y="6238"/>
                  </a:lnTo>
                  <a:lnTo>
                    <a:pt x="2389" y="6636"/>
                  </a:lnTo>
                  <a:lnTo>
                    <a:pt x="531" y="9291"/>
                  </a:lnTo>
                  <a:lnTo>
                    <a:pt x="133" y="9821"/>
                  </a:lnTo>
                  <a:lnTo>
                    <a:pt x="133" y="10352"/>
                  </a:lnTo>
                  <a:lnTo>
                    <a:pt x="133" y="10618"/>
                  </a:lnTo>
                  <a:lnTo>
                    <a:pt x="133" y="10750"/>
                  </a:lnTo>
                  <a:lnTo>
                    <a:pt x="266" y="11149"/>
                  </a:lnTo>
                  <a:lnTo>
                    <a:pt x="531" y="11547"/>
                  </a:lnTo>
                  <a:lnTo>
                    <a:pt x="929" y="11945"/>
                  </a:lnTo>
                  <a:lnTo>
                    <a:pt x="1327" y="12078"/>
                  </a:lnTo>
                  <a:lnTo>
                    <a:pt x="5043" y="13272"/>
                  </a:lnTo>
                  <a:lnTo>
                    <a:pt x="5043" y="13670"/>
                  </a:lnTo>
                  <a:lnTo>
                    <a:pt x="1460" y="14864"/>
                  </a:lnTo>
                  <a:lnTo>
                    <a:pt x="797" y="15130"/>
                  </a:lnTo>
                  <a:lnTo>
                    <a:pt x="398" y="15661"/>
                  </a:lnTo>
                  <a:lnTo>
                    <a:pt x="266" y="15661"/>
                  </a:lnTo>
                  <a:lnTo>
                    <a:pt x="133" y="16059"/>
                  </a:lnTo>
                  <a:lnTo>
                    <a:pt x="133" y="16192"/>
                  </a:lnTo>
                  <a:lnTo>
                    <a:pt x="0" y="17386"/>
                  </a:lnTo>
                  <a:lnTo>
                    <a:pt x="398" y="17651"/>
                  </a:lnTo>
                  <a:lnTo>
                    <a:pt x="2522" y="20438"/>
                  </a:lnTo>
                  <a:lnTo>
                    <a:pt x="2787" y="20836"/>
                  </a:lnTo>
                  <a:lnTo>
                    <a:pt x="3185" y="21102"/>
                  </a:lnTo>
                  <a:lnTo>
                    <a:pt x="3716" y="21235"/>
                  </a:lnTo>
                  <a:lnTo>
                    <a:pt x="4247" y="21367"/>
                  </a:lnTo>
                  <a:lnTo>
                    <a:pt x="4645" y="21367"/>
                  </a:lnTo>
                  <a:lnTo>
                    <a:pt x="9423" y="20571"/>
                  </a:lnTo>
                  <a:lnTo>
                    <a:pt x="10750" y="21367"/>
                  </a:lnTo>
                  <a:lnTo>
                    <a:pt x="9954" y="22960"/>
                  </a:lnTo>
                  <a:lnTo>
                    <a:pt x="9821" y="23358"/>
                  </a:lnTo>
                  <a:lnTo>
                    <a:pt x="9688" y="23756"/>
                  </a:lnTo>
                  <a:lnTo>
                    <a:pt x="9821" y="24154"/>
                  </a:lnTo>
                  <a:lnTo>
                    <a:pt x="9954" y="24552"/>
                  </a:lnTo>
                  <a:lnTo>
                    <a:pt x="10086" y="24950"/>
                  </a:lnTo>
                  <a:lnTo>
                    <a:pt x="10352" y="25216"/>
                  </a:lnTo>
                  <a:lnTo>
                    <a:pt x="10750" y="25481"/>
                  </a:lnTo>
                  <a:lnTo>
                    <a:pt x="11148" y="25614"/>
                  </a:lnTo>
                  <a:lnTo>
                    <a:pt x="16324" y="26808"/>
                  </a:lnTo>
                  <a:lnTo>
                    <a:pt x="16855" y="26941"/>
                  </a:lnTo>
                  <a:lnTo>
                    <a:pt x="17253" y="26808"/>
                  </a:lnTo>
                  <a:lnTo>
                    <a:pt x="17783" y="26676"/>
                  </a:lnTo>
                  <a:lnTo>
                    <a:pt x="18182" y="26410"/>
                  </a:lnTo>
                  <a:lnTo>
                    <a:pt x="18580" y="26145"/>
                  </a:lnTo>
                  <a:lnTo>
                    <a:pt x="20703" y="24021"/>
                  </a:lnTo>
                  <a:lnTo>
                    <a:pt x="23755" y="24021"/>
                  </a:lnTo>
                  <a:lnTo>
                    <a:pt x="25879" y="26278"/>
                  </a:lnTo>
                  <a:lnTo>
                    <a:pt x="26277" y="26543"/>
                  </a:lnTo>
                  <a:lnTo>
                    <a:pt x="26675" y="26676"/>
                  </a:lnTo>
                  <a:lnTo>
                    <a:pt x="27073" y="26808"/>
                  </a:lnTo>
                  <a:lnTo>
                    <a:pt x="27604" y="26941"/>
                  </a:lnTo>
                  <a:lnTo>
                    <a:pt x="28135" y="26808"/>
                  </a:lnTo>
                  <a:lnTo>
                    <a:pt x="33178" y="25614"/>
                  </a:lnTo>
                  <a:lnTo>
                    <a:pt x="33576" y="25481"/>
                  </a:lnTo>
                  <a:lnTo>
                    <a:pt x="33974" y="25216"/>
                  </a:lnTo>
                  <a:lnTo>
                    <a:pt x="34240" y="24950"/>
                  </a:lnTo>
                  <a:lnTo>
                    <a:pt x="34505" y="24552"/>
                  </a:lnTo>
                  <a:lnTo>
                    <a:pt x="34638" y="24154"/>
                  </a:lnTo>
                  <a:lnTo>
                    <a:pt x="34638" y="23756"/>
                  </a:lnTo>
                  <a:lnTo>
                    <a:pt x="34638" y="23358"/>
                  </a:lnTo>
                  <a:lnTo>
                    <a:pt x="34505" y="22960"/>
                  </a:lnTo>
                  <a:lnTo>
                    <a:pt x="33709" y="21367"/>
                  </a:lnTo>
                  <a:lnTo>
                    <a:pt x="35036" y="20571"/>
                  </a:lnTo>
                  <a:lnTo>
                    <a:pt x="39813" y="21367"/>
                  </a:lnTo>
                  <a:lnTo>
                    <a:pt x="40079" y="21367"/>
                  </a:lnTo>
                  <a:lnTo>
                    <a:pt x="40610" y="21235"/>
                  </a:lnTo>
                  <a:lnTo>
                    <a:pt x="41141" y="21102"/>
                  </a:lnTo>
                  <a:lnTo>
                    <a:pt x="41671" y="20704"/>
                  </a:lnTo>
                  <a:lnTo>
                    <a:pt x="42070" y="20306"/>
                  </a:lnTo>
                  <a:lnTo>
                    <a:pt x="43927" y="17651"/>
                  </a:lnTo>
                  <a:lnTo>
                    <a:pt x="44193" y="17121"/>
                  </a:lnTo>
                  <a:lnTo>
                    <a:pt x="44326" y="16590"/>
                  </a:lnTo>
                  <a:lnTo>
                    <a:pt x="44193" y="15926"/>
                  </a:lnTo>
                  <a:lnTo>
                    <a:pt x="43927" y="15528"/>
                  </a:lnTo>
                  <a:lnTo>
                    <a:pt x="43529" y="15130"/>
                  </a:lnTo>
                  <a:lnTo>
                    <a:pt x="42998" y="14864"/>
                  </a:lnTo>
                  <a:lnTo>
                    <a:pt x="39283" y="13670"/>
                  </a:lnTo>
                  <a:lnTo>
                    <a:pt x="39283" y="13272"/>
                  </a:lnTo>
                  <a:lnTo>
                    <a:pt x="42866" y="12210"/>
                  </a:lnTo>
                  <a:lnTo>
                    <a:pt x="43529" y="11945"/>
                  </a:lnTo>
                  <a:lnTo>
                    <a:pt x="43927" y="11547"/>
                  </a:lnTo>
                  <a:lnTo>
                    <a:pt x="44193" y="11016"/>
                  </a:lnTo>
                  <a:lnTo>
                    <a:pt x="44326" y="10485"/>
                  </a:lnTo>
                  <a:lnTo>
                    <a:pt x="44326" y="10352"/>
                  </a:lnTo>
                  <a:lnTo>
                    <a:pt x="44193" y="9821"/>
                  </a:lnTo>
                  <a:lnTo>
                    <a:pt x="44060" y="9423"/>
                  </a:lnTo>
                  <a:lnTo>
                    <a:pt x="41937" y="6504"/>
                  </a:lnTo>
                  <a:lnTo>
                    <a:pt x="41539" y="6106"/>
                  </a:lnTo>
                  <a:lnTo>
                    <a:pt x="41141" y="5840"/>
                  </a:lnTo>
                  <a:lnTo>
                    <a:pt x="40610" y="5707"/>
                  </a:lnTo>
                  <a:lnTo>
                    <a:pt x="40079" y="5575"/>
                  </a:lnTo>
                  <a:lnTo>
                    <a:pt x="39681" y="5707"/>
                  </a:lnTo>
                  <a:lnTo>
                    <a:pt x="35036" y="6504"/>
                  </a:lnTo>
                  <a:lnTo>
                    <a:pt x="33974" y="5707"/>
                  </a:lnTo>
                  <a:lnTo>
                    <a:pt x="33709" y="5575"/>
                  </a:lnTo>
                  <a:lnTo>
                    <a:pt x="34505" y="4115"/>
                  </a:lnTo>
                  <a:lnTo>
                    <a:pt x="34638" y="3717"/>
                  </a:lnTo>
                  <a:lnTo>
                    <a:pt x="34638" y="3186"/>
                  </a:lnTo>
                  <a:lnTo>
                    <a:pt x="34638" y="2921"/>
                  </a:lnTo>
                  <a:lnTo>
                    <a:pt x="34505" y="2390"/>
                  </a:lnTo>
                  <a:lnTo>
                    <a:pt x="34240" y="1859"/>
                  </a:lnTo>
                  <a:lnTo>
                    <a:pt x="33841" y="1593"/>
                  </a:lnTo>
                  <a:lnTo>
                    <a:pt x="33311" y="1328"/>
                  </a:lnTo>
                  <a:lnTo>
                    <a:pt x="28002" y="134"/>
                  </a:lnTo>
                  <a:lnTo>
                    <a:pt x="27604" y="1"/>
                  </a:lnTo>
                  <a:lnTo>
                    <a:pt x="27073" y="134"/>
                  </a:lnTo>
                  <a:lnTo>
                    <a:pt x="26542" y="266"/>
                  </a:lnTo>
                  <a:lnTo>
                    <a:pt x="26144" y="532"/>
                  </a:lnTo>
                  <a:lnTo>
                    <a:pt x="25746" y="797"/>
                  </a:lnTo>
                  <a:lnTo>
                    <a:pt x="23755" y="3053"/>
                  </a:lnTo>
                  <a:lnTo>
                    <a:pt x="22163" y="2921"/>
                  </a:lnTo>
                  <a:lnTo>
                    <a:pt x="20703" y="3053"/>
                  </a:lnTo>
                  <a:lnTo>
                    <a:pt x="18447" y="664"/>
                  </a:lnTo>
                  <a:lnTo>
                    <a:pt x="18182" y="399"/>
                  </a:lnTo>
                  <a:lnTo>
                    <a:pt x="17783" y="266"/>
                  </a:lnTo>
                  <a:lnTo>
                    <a:pt x="17385" y="134"/>
                  </a:lnTo>
                  <a:lnTo>
                    <a:pt x="1685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5621707" y="3455835"/>
              <a:ext cx="734925" cy="446698"/>
            </a:xfrm>
            <a:custGeom>
              <a:rect b="b" l="l" r="r" t="t"/>
              <a:pathLst>
                <a:path extrusionOk="0" fill="none" h="26942" w="44326">
                  <a:moveTo>
                    <a:pt x="16855" y="26941"/>
                  </a:moveTo>
                  <a:lnTo>
                    <a:pt x="16855" y="26941"/>
                  </a:lnTo>
                  <a:lnTo>
                    <a:pt x="16324" y="26808"/>
                  </a:lnTo>
                  <a:lnTo>
                    <a:pt x="11148" y="25614"/>
                  </a:lnTo>
                  <a:lnTo>
                    <a:pt x="11148" y="25614"/>
                  </a:lnTo>
                  <a:lnTo>
                    <a:pt x="10750" y="25481"/>
                  </a:lnTo>
                  <a:lnTo>
                    <a:pt x="10352" y="25216"/>
                  </a:lnTo>
                  <a:lnTo>
                    <a:pt x="10086" y="24950"/>
                  </a:lnTo>
                  <a:lnTo>
                    <a:pt x="9954" y="24552"/>
                  </a:lnTo>
                  <a:lnTo>
                    <a:pt x="9954" y="24552"/>
                  </a:lnTo>
                  <a:lnTo>
                    <a:pt x="9821" y="24154"/>
                  </a:lnTo>
                  <a:lnTo>
                    <a:pt x="9688" y="23756"/>
                  </a:lnTo>
                  <a:lnTo>
                    <a:pt x="9821" y="23358"/>
                  </a:lnTo>
                  <a:lnTo>
                    <a:pt x="9954" y="22960"/>
                  </a:lnTo>
                  <a:lnTo>
                    <a:pt x="10750" y="21367"/>
                  </a:lnTo>
                  <a:lnTo>
                    <a:pt x="10750" y="21367"/>
                  </a:lnTo>
                  <a:lnTo>
                    <a:pt x="9423" y="20571"/>
                  </a:lnTo>
                  <a:lnTo>
                    <a:pt x="4645" y="21367"/>
                  </a:lnTo>
                  <a:lnTo>
                    <a:pt x="4645" y="21367"/>
                  </a:lnTo>
                  <a:lnTo>
                    <a:pt x="4247" y="21367"/>
                  </a:lnTo>
                  <a:lnTo>
                    <a:pt x="4247" y="21367"/>
                  </a:lnTo>
                  <a:lnTo>
                    <a:pt x="3716" y="21235"/>
                  </a:lnTo>
                  <a:lnTo>
                    <a:pt x="3185" y="21102"/>
                  </a:lnTo>
                  <a:lnTo>
                    <a:pt x="2787" y="20836"/>
                  </a:lnTo>
                  <a:lnTo>
                    <a:pt x="2522" y="20438"/>
                  </a:lnTo>
                  <a:lnTo>
                    <a:pt x="398" y="17651"/>
                  </a:lnTo>
                  <a:lnTo>
                    <a:pt x="0" y="17386"/>
                  </a:lnTo>
                  <a:lnTo>
                    <a:pt x="133" y="16192"/>
                  </a:lnTo>
                  <a:lnTo>
                    <a:pt x="133" y="16059"/>
                  </a:lnTo>
                  <a:lnTo>
                    <a:pt x="133" y="16059"/>
                  </a:lnTo>
                  <a:lnTo>
                    <a:pt x="266" y="15661"/>
                  </a:lnTo>
                  <a:lnTo>
                    <a:pt x="398" y="15661"/>
                  </a:lnTo>
                  <a:lnTo>
                    <a:pt x="398" y="15661"/>
                  </a:lnTo>
                  <a:lnTo>
                    <a:pt x="797" y="15130"/>
                  </a:lnTo>
                  <a:lnTo>
                    <a:pt x="1460" y="14864"/>
                  </a:lnTo>
                  <a:lnTo>
                    <a:pt x="5043" y="13670"/>
                  </a:lnTo>
                  <a:lnTo>
                    <a:pt x="5043" y="13670"/>
                  </a:lnTo>
                  <a:lnTo>
                    <a:pt x="5043" y="13272"/>
                  </a:lnTo>
                  <a:lnTo>
                    <a:pt x="1327" y="12078"/>
                  </a:lnTo>
                  <a:lnTo>
                    <a:pt x="1327" y="12078"/>
                  </a:lnTo>
                  <a:lnTo>
                    <a:pt x="929" y="11945"/>
                  </a:lnTo>
                  <a:lnTo>
                    <a:pt x="531" y="11547"/>
                  </a:lnTo>
                  <a:lnTo>
                    <a:pt x="266" y="11149"/>
                  </a:lnTo>
                  <a:lnTo>
                    <a:pt x="133" y="10750"/>
                  </a:lnTo>
                  <a:lnTo>
                    <a:pt x="133" y="10618"/>
                  </a:lnTo>
                  <a:lnTo>
                    <a:pt x="133" y="10618"/>
                  </a:lnTo>
                  <a:lnTo>
                    <a:pt x="133" y="10618"/>
                  </a:lnTo>
                  <a:lnTo>
                    <a:pt x="133" y="10352"/>
                  </a:lnTo>
                  <a:lnTo>
                    <a:pt x="133" y="10352"/>
                  </a:lnTo>
                  <a:lnTo>
                    <a:pt x="133" y="9821"/>
                  </a:lnTo>
                  <a:lnTo>
                    <a:pt x="531" y="9291"/>
                  </a:lnTo>
                  <a:lnTo>
                    <a:pt x="2389" y="6636"/>
                  </a:lnTo>
                  <a:lnTo>
                    <a:pt x="2389" y="6636"/>
                  </a:lnTo>
                  <a:lnTo>
                    <a:pt x="2787" y="6238"/>
                  </a:lnTo>
                  <a:lnTo>
                    <a:pt x="3185" y="5840"/>
                  </a:lnTo>
                  <a:lnTo>
                    <a:pt x="3716" y="5707"/>
                  </a:lnTo>
                  <a:lnTo>
                    <a:pt x="4247" y="5575"/>
                  </a:lnTo>
                  <a:lnTo>
                    <a:pt x="4247" y="5575"/>
                  </a:lnTo>
                  <a:lnTo>
                    <a:pt x="4645" y="5707"/>
                  </a:lnTo>
                  <a:lnTo>
                    <a:pt x="9423" y="6504"/>
                  </a:lnTo>
                  <a:lnTo>
                    <a:pt x="9423" y="6504"/>
                  </a:lnTo>
                  <a:lnTo>
                    <a:pt x="9423" y="6504"/>
                  </a:lnTo>
                  <a:lnTo>
                    <a:pt x="10484" y="5707"/>
                  </a:lnTo>
                  <a:lnTo>
                    <a:pt x="10484" y="5707"/>
                  </a:lnTo>
                  <a:lnTo>
                    <a:pt x="10750" y="5575"/>
                  </a:lnTo>
                  <a:lnTo>
                    <a:pt x="9954" y="3982"/>
                  </a:lnTo>
                  <a:lnTo>
                    <a:pt x="9954" y="3982"/>
                  </a:lnTo>
                  <a:lnTo>
                    <a:pt x="9688" y="3584"/>
                  </a:lnTo>
                  <a:lnTo>
                    <a:pt x="9688" y="3186"/>
                  </a:lnTo>
                  <a:lnTo>
                    <a:pt x="9688" y="3186"/>
                  </a:lnTo>
                  <a:lnTo>
                    <a:pt x="9821" y="2522"/>
                  </a:lnTo>
                  <a:lnTo>
                    <a:pt x="10086" y="1992"/>
                  </a:lnTo>
                  <a:lnTo>
                    <a:pt x="10617" y="1593"/>
                  </a:lnTo>
                  <a:lnTo>
                    <a:pt x="11281" y="1328"/>
                  </a:lnTo>
                  <a:lnTo>
                    <a:pt x="16191" y="134"/>
                  </a:lnTo>
                  <a:lnTo>
                    <a:pt x="16191" y="134"/>
                  </a:lnTo>
                  <a:lnTo>
                    <a:pt x="16855" y="1"/>
                  </a:lnTo>
                  <a:lnTo>
                    <a:pt x="16855" y="1"/>
                  </a:lnTo>
                  <a:lnTo>
                    <a:pt x="17385" y="134"/>
                  </a:lnTo>
                  <a:lnTo>
                    <a:pt x="17783" y="266"/>
                  </a:lnTo>
                  <a:lnTo>
                    <a:pt x="18182" y="399"/>
                  </a:lnTo>
                  <a:lnTo>
                    <a:pt x="18447" y="664"/>
                  </a:lnTo>
                  <a:lnTo>
                    <a:pt x="20703" y="3053"/>
                  </a:lnTo>
                  <a:lnTo>
                    <a:pt x="20703" y="3053"/>
                  </a:lnTo>
                  <a:lnTo>
                    <a:pt x="22163" y="2921"/>
                  </a:lnTo>
                  <a:lnTo>
                    <a:pt x="22163" y="2921"/>
                  </a:lnTo>
                  <a:lnTo>
                    <a:pt x="23755" y="3053"/>
                  </a:lnTo>
                  <a:lnTo>
                    <a:pt x="25746" y="797"/>
                  </a:lnTo>
                  <a:lnTo>
                    <a:pt x="25746" y="797"/>
                  </a:lnTo>
                  <a:lnTo>
                    <a:pt x="26144" y="532"/>
                  </a:lnTo>
                  <a:lnTo>
                    <a:pt x="26542" y="266"/>
                  </a:lnTo>
                  <a:lnTo>
                    <a:pt x="27073" y="134"/>
                  </a:lnTo>
                  <a:lnTo>
                    <a:pt x="27604" y="1"/>
                  </a:lnTo>
                  <a:lnTo>
                    <a:pt x="27604" y="1"/>
                  </a:lnTo>
                  <a:lnTo>
                    <a:pt x="28002" y="134"/>
                  </a:lnTo>
                  <a:lnTo>
                    <a:pt x="33311" y="1328"/>
                  </a:lnTo>
                  <a:lnTo>
                    <a:pt x="33311" y="1328"/>
                  </a:lnTo>
                  <a:lnTo>
                    <a:pt x="33841" y="1593"/>
                  </a:lnTo>
                  <a:lnTo>
                    <a:pt x="34240" y="1859"/>
                  </a:lnTo>
                  <a:lnTo>
                    <a:pt x="34505" y="2390"/>
                  </a:lnTo>
                  <a:lnTo>
                    <a:pt x="34638" y="2921"/>
                  </a:lnTo>
                  <a:lnTo>
                    <a:pt x="34638" y="2921"/>
                  </a:lnTo>
                  <a:lnTo>
                    <a:pt x="34638" y="3186"/>
                  </a:lnTo>
                  <a:lnTo>
                    <a:pt x="34638" y="3186"/>
                  </a:lnTo>
                  <a:lnTo>
                    <a:pt x="34638" y="3717"/>
                  </a:lnTo>
                  <a:lnTo>
                    <a:pt x="34505" y="4115"/>
                  </a:lnTo>
                  <a:lnTo>
                    <a:pt x="33709" y="5575"/>
                  </a:lnTo>
                  <a:lnTo>
                    <a:pt x="33709" y="5575"/>
                  </a:lnTo>
                  <a:lnTo>
                    <a:pt x="33974" y="5707"/>
                  </a:lnTo>
                  <a:lnTo>
                    <a:pt x="33974" y="5707"/>
                  </a:lnTo>
                  <a:lnTo>
                    <a:pt x="35036" y="6504"/>
                  </a:lnTo>
                  <a:lnTo>
                    <a:pt x="39681" y="5707"/>
                  </a:lnTo>
                  <a:lnTo>
                    <a:pt x="39681" y="5707"/>
                  </a:lnTo>
                  <a:lnTo>
                    <a:pt x="40079" y="5575"/>
                  </a:lnTo>
                  <a:lnTo>
                    <a:pt x="40079" y="5575"/>
                  </a:lnTo>
                  <a:lnTo>
                    <a:pt x="40610" y="5707"/>
                  </a:lnTo>
                  <a:lnTo>
                    <a:pt x="41141" y="5840"/>
                  </a:lnTo>
                  <a:lnTo>
                    <a:pt x="41539" y="6106"/>
                  </a:lnTo>
                  <a:lnTo>
                    <a:pt x="41937" y="6504"/>
                  </a:lnTo>
                  <a:lnTo>
                    <a:pt x="44060" y="9423"/>
                  </a:lnTo>
                  <a:lnTo>
                    <a:pt x="44060" y="9423"/>
                  </a:lnTo>
                  <a:lnTo>
                    <a:pt x="44193" y="9821"/>
                  </a:lnTo>
                  <a:lnTo>
                    <a:pt x="44326" y="10352"/>
                  </a:lnTo>
                  <a:lnTo>
                    <a:pt x="44326" y="10485"/>
                  </a:lnTo>
                  <a:lnTo>
                    <a:pt x="44326" y="10485"/>
                  </a:lnTo>
                  <a:lnTo>
                    <a:pt x="44326" y="10485"/>
                  </a:lnTo>
                  <a:lnTo>
                    <a:pt x="44193" y="11016"/>
                  </a:lnTo>
                  <a:lnTo>
                    <a:pt x="43927" y="11547"/>
                  </a:lnTo>
                  <a:lnTo>
                    <a:pt x="43529" y="11945"/>
                  </a:lnTo>
                  <a:lnTo>
                    <a:pt x="42866" y="12210"/>
                  </a:lnTo>
                  <a:lnTo>
                    <a:pt x="39283" y="13272"/>
                  </a:lnTo>
                  <a:lnTo>
                    <a:pt x="39283" y="13272"/>
                  </a:lnTo>
                  <a:lnTo>
                    <a:pt x="39283" y="13670"/>
                  </a:lnTo>
                  <a:lnTo>
                    <a:pt x="42998" y="14864"/>
                  </a:lnTo>
                  <a:lnTo>
                    <a:pt x="42998" y="14864"/>
                  </a:lnTo>
                  <a:lnTo>
                    <a:pt x="43529" y="15130"/>
                  </a:lnTo>
                  <a:lnTo>
                    <a:pt x="43927" y="15528"/>
                  </a:lnTo>
                  <a:lnTo>
                    <a:pt x="44193" y="15926"/>
                  </a:lnTo>
                  <a:lnTo>
                    <a:pt x="44326" y="16590"/>
                  </a:lnTo>
                  <a:lnTo>
                    <a:pt x="44326" y="16590"/>
                  </a:lnTo>
                  <a:lnTo>
                    <a:pt x="44193" y="17121"/>
                  </a:lnTo>
                  <a:lnTo>
                    <a:pt x="43927" y="17651"/>
                  </a:lnTo>
                  <a:lnTo>
                    <a:pt x="42070" y="20306"/>
                  </a:lnTo>
                  <a:lnTo>
                    <a:pt x="42070" y="20306"/>
                  </a:lnTo>
                  <a:lnTo>
                    <a:pt x="41671" y="20704"/>
                  </a:lnTo>
                  <a:lnTo>
                    <a:pt x="41141" y="21102"/>
                  </a:lnTo>
                  <a:lnTo>
                    <a:pt x="40610" y="21235"/>
                  </a:lnTo>
                  <a:lnTo>
                    <a:pt x="40079" y="21367"/>
                  </a:lnTo>
                  <a:lnTo>
                    <a:pt x="40079" y="21367"/>
                  </a:lnTo>
                  <a:lnTo>
                    <a:pt x="39813" y="21367"/>
                  </a:lnTo>
                  <a:lnTo>
                    <a:pt x="35036" y="20571"/>
                  </a:lnTo>
                  <a:lnTo>
                    <a:pt x="35036" y="20571"/>
                  </a:lnTo>
                  <a:lnTo>
                    <a:pt x="35036" y="20571"/>
                  </a:lnTo>
                  <a:lnTo>
                    <a:pt x="33709" y="21367"/>
                  </a:lnTo>
                  <a:lnTo>
                    <a:pt x="34505" y="22960"/>
                  </a:lnTo>
                  <a:lnTo>
                    <a:pt x="34505" y="22960"/>
                  </a:lnTo>
                  <a:lnTo>
                    <a:pt x="34638" y="23358"/>
                  </a:lnTo>
                  <a:lnTo>
                    <a:pt x="34638" y="23756"/>
                  </a:lnTo>
                  <a:lnTo>
                    <a:pt x="34638" y="24154"/>
                  </a:lnTo>
                  <a:lnTo>
                    <a:pt x="34505" y="24552"/>
                  </a:lnTo>
                  <a:lnTo>
                    <a:pt x="34505" y="24552"/>
                  </a:lnTo>
                  <a:lnTo>
                    <a:pt x="34240" y="24950"/>
                  </a:lnTo>
                  <a:lnTo>
                    <a:pt x="33974" y="25216"/>
                  </a:lnTo>
                  <a:lnTo>
                    <a:pt x="33576" y="25481"/>
                  </a:lnTo>
                  <a:lnTo>
                    <a:pt x="33178" y="25614"/>
                  </a:lnTo>
                  <a:lnTo>
                    <a:pt x="28135" y="26808"/>
                  </a:lnTo>
                  <a:lnTo>
                    <a:pt x="28135" y="26808"/>
                  </a:lnTo>
                  <a:lnTo>
                    <a:pt x="27604" y="26941"/>
                  </a:lnTo>
                  <a:lnTo>
                    <a:pt x="27604" y="26941"/>
                  </a:lnTo>
                  <a:lnTo>
                    <a:pt x="27073" y="26808"/>
                  </a:lnTo>
                  <a:lnTo>
                    <a:pt x="26675" y="26676"/>
                  </a:lnTo>
                  <a:lnTo>
                    <a:pt x="26277" y="26543"/>
                  </a:lnTo>
                  <a:lnTo>
                    <a:pt x="25879" y="26278"/>
                  </a:lnTo>
                  <a:lnTo>
                    <a:pt x="23755" y="24021"/>
                  </a:lnTo>
                  <a:lnTo>
                    <a:pt x="23755" y="24021"/>
                  </a:lnTo>
                  <a:lnTo>
                    <a:pt x="22163" y="24021"/>
                  </a:lnTo>
                  <a:lnTo>
                    <a:pt x="22163" y="24021"/>
                  </a:lnTo>
                  <a:lnTo>
                    <a:pt x="20703" y="24021"/>
                  </a:lnTo>
                  <a:lnTo>
                    <a:pt x="18580" y="26145"/>
                  </a:lnTo>
                  <a:lnTo>
                    <a:pt x="18580" y="26145"/>
                  </a:lnTo>
                  <a:lnTo>
                    <a:pt x="18182" y="26410"/>
                  </a:lnTo>
                  <a:lnTo>
                    <a:pt x="17783" y="26676"/>
                  </a:lnTo>
                  <a:lnTo>
                    <a:pt x="17253" y="26808"/>
                  </a:lnTo>
                  <a:lnTo>
                    <a:pt x="16855" y="2694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5863742" y="3616462"/>
              <a:ext cx="253061" cy="125444"/>
            </a:xfrm>
            <a:custGeom>
              <a:rect b="b" l="l" r="r" t="t"/>
              <a:pathLst>
                <a:path extrusionOk="0" fill="none" h="7566" w="15263">
                  <a:moveTo>
                    <a:pt x="531" y="2390"/>
                  </a:moveTo>
                  <a:lnTo>
                    <a:pt x="531" y="2390"/>
                  </a:lnTo>
                  <a:lnTo>
                    <a:pt x="399" y="2522"/>
                  </a:lnTo>
                  <a:lnTo>
                    <a:pt x="399" y="2522"/>
                  </a:lnTo>
                  <a:lnTo>
                    <a:pt x="266" y="2788"/>
                  </a:lnTo>
                  <a:lnTo>
                    <a:pt x="266" y="2920"/>
                  </a:lnTo>
                  <a:lnTo>
                    <a:pt x="266" y="2920"/>
                  </a:lnTo>
                  <a:lnTo>
                    <a:pt x="0" y="3451"/>
                  </a:lnTo>
                  <a:lnTo>
                    <a:pt x="0" y="3982"/>
                  </a:lnTo>
                  <a:lnTo>
                    <a:pt x="133" y="4380"/>
                  </a:lnTo>
                  <a:lnTo>
                    <a:pt x="399" y="4911"/>
                  </a:lnTo>
                  <a:lnTo>
                    <a:pt x="399" y="4911"/>
                  </a:lnTo>
                  <a:lnTo>
                    <a:pt x="797" y="5442"/>
                  </a:lnTo>
                  <a:lnTo>
                    <a:pt x="1328" y="5840"/>
                  </a:lnTo>
                  <a:lnTo>
                    <a:pt x="1328" y="5840"/>
                  </a:lnTo>
                  <a:lnTo>
                    <a:pt x="1858" y="6238"/>
                  </a:lnTo>
                  <a:lnTo>
                    <a:pt x="1858" y="6238"/>
                  </a:lnTo>
                  <a:lnTo>
                    <a:pt x="3185" y="6769"/>
                  </a:lnTo>
                  <a:lnTo>
                    <a:pt x="4513" y="7167"/>
                  </a:lnTo>
                  <a:lnTo>
                    <a:pt x="5972" y="7433"/>
                  </a:lnTo>
                  <a:lnTo>
                    <a:pt x="7565" y="7565"/>
                  </a:lnTo>
                  <a:lnTo>
                    <a:pt x="7565" y="7565"/>
                  </a:lnTo>
                  <a:lnTo>
                    <a:pt x="9157" y="7433"/>
                  </a:lnTo>
                  <a:lnTo>
                    <a:pt x="10750" y="7167"/>
                  </a:lnTo>
                  <a:lnTo>
                    <a:pt x="10750" y="7167"/>
                  </a:lnTo>
                  <a:lnTo>
                    <a:pt x="12077" y="6769"/>
                  </a:lnTo>
                  <a:lnTo>
                    <a:pt x="13271" y="6238"/>
                  </a:lnTo>
                  <a:lnTo>
                    <a:pt x="13271" y="6238"/>
                  </a:lnTo>
                  <a:lnTo>
                    <a:pt x="13935" y="5840"/>
                  </a:lnTo>
                  <a:lnTo>
                    <a:pt x="13935" y="5840"/>
                  </a:lnTo>
                  <a:lnTo>
                    <a:pt x="14466" y="5309"/>
                  </a:lnTo>
                  <a:lnTo>
                    <a:pt x="14997" y="4778"/>
                  </a:lnTo>
                  <a:lnTo>
                    <a:pt x="14997" y="4778"/>
                  </a:lnTo>
                  <a:lnTo>
                    <a:pt x="15129" y="4513"/>
                  </a:lnTo>
                  <a:lnTo>
                    <a:pt x="15129" y="4380"/>
                  </a:lnTo>
                  <a:lnTo>
                    <a:pt x="15129" y="4380"/>
                  </a:lnTo>
                  <a:lnTo>
                    <a:pt x="15262" y="3982"/>
                  </a:lnTo>
                  <a:lnTo>
                    <a:pt x="15262" y="3584"/>
                  </a:lnTo>
                  <a:lnTo>
                    <a:pt x="15129" y="3053"/>
                  </a:lnTo>
                  <a:lnTo>
                    <a:pt x="14864" y="2655"/>
                  </a:lnTo>
                  <a:lnTo>
                    <a:pt x="14864" y="2655"/>
                  </a:lnTo>
                  <a:lnTo>
                    <a:pt x="14333" y="2124"/>
                  </a:lnTo>
                  <a:lnTo>
                    <a:pt x="13670" y="1593"/>
                  </a:lnTo>
                  <a:lnTo>
                    <a:pt x="12873" y="1062"/>
                  </a:lnTo>
                  <a:lnTo>
                    <a:pt x="11944" y="797"/>
                  </a:lnTo>
                  <a:lnTo>
                    <a:pt x="11015" y="399"/>
                  </a:lnTo>
                  <a:lnTo>
                    <a:pt x="9954" y="266"/>
                  </a:lnTo>
                  <a:lnTo>
                    <a:pt x="8759" y="1"/>
                  </a:lnTo>
                  <a:lnTo>
                    <a:pt x="7565" y="1"/>
                  </a:lnTo>
                  <a:lnTo>
                    <a:pt x="7565" y="1"/>
                  </a:lnTo>
                  <a:lnTo>
                    <a:pt x="5972" y="133"/>
                  </a:lnTo>
                  <a:lnTo>
                    <a:pt x="4513" y="399"/>
                  </a:lnTo>
                  <a:lnTo>
                    <a:pt x="4513" y="399"/>
                  </a:lnTo>
                  <a:lnTo>
                    <a:pt x="3318" y="664"/>
                  </a:lnTo>
                  <a:lnTo>
                    <a:pt x="2257" y="1195"/>
                  </a:lnTo>
                  <a:lnTo>
                    <a:pt x="1460" y="1593"/>
                  </a:lnTo>
                  <a:lnTo>
                    <a:pt x="664" y="2257"/>
                  </a:lnTo>
                  <a:lnTo>
                    <a:pt x="531" y="239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5465474" y="3986129"/>
              <a:ext cx="734942" cy="444477"/>
            </a:xfrm>
            <a:custGeom>
              <a:rect b="b" l="l" r="r" t="t"/>
              <a:pathLst>
                <a:path extrusionOk="0" h="26808" w="44327">
                  <a:moveTo>
                    <a:pt x="23358" y="9688"/>
                  </a:moveTo>
                  <a:lnTo>
                    <a:pt x="24420" y="9821"/>
                  </a:lnTo>
                  <a:lnTo>
                    <a:pt x="25481" y="10086"/>
                  </a:lnTo>
                  <a:lnTo>
                    <a:pt x="26543" y="10352"/>
                  </a:lnTo>
                  <a:lnTo>
                    <a:pt x="27472" y="10750"/>
                  </a:lnTo>
                  <a:lnTo>
                    <a:pt x="28135" y="11281"/>
                  </a:lnTo>
                  <a:lnTo>
                    <a:pt x="28799" y="11679"/>
                  </a:lnTo>
                  <a:lnTo>
                    <a:pt x="29330" y="12342"/>
                  </a:lnTo>
                  <a:lnTo>
                    <a:pt x="29595" y="12740"/>
                  </a:lnTo>
                  <a:lnTo>
                    <a:pt x="29728" y="13138"/>
                  </a:lnTo>
                  <a:lnTo>
                    <a:pt x="29728" y="13669"/>
                  </a:lnTo>
                  <a:lnTo>
                    <a:pt x="29595" y="14067"/>
                  </a:lnTo>
                  <a:lnTo>
                    <a:pt x="29595" y="14200"/>
                  </a:lnTo>
                  <a:lnTo>
                    <a:pt x="29463" y="14466"/>
                  </a:lnTo>
                  <a:lnTo>
                    <a:pt x="29064" y="14996"/>
                  </a:lnTo>
                  <a:lnTo>
                    <a:pt x="28401" y="15527"/>
                  </a:lnTo>
                  <a:lnTo>
                    <a:pt x="27870" y="15925"/>
                  </a:lnTo>
                  <a:lnTo>
                    <a:pt x="26676" y="16456"/>
                  </a:lnTo>
                  <a:lnTo>
                    <a:pt x="25216" y="16854"/>
                  </a:lnTo>
                  <a:lnTo>
                    <a:pt x="23756" y="17120"/>
                  </a:lnTo>
                  <a:lnTo>
                    <a:pt x="22163" y="17252"/>
                  </a:lnTo>
                  <a:lnTo>
                    <a:pt x="20571" y="17120"/>
                  </a:lnTo>
                  <a:lnTo>
                    <a:pt x="19111" y="16854"/>
                  </a:lnTo>
                  <a:lnTo>
                    <a:pt x="17651" y="16456"/>
                  </a:lnTo>
                  <a:lnTo>
                    <a:pt x="16457" y="15925"/>
                  </a:lnTo>
                  <a:lnTo>
                    <a:pt x="15793" y="15527"/>
                  </a:lnTo>
                  <a:lnTo>
                    <a:pt x="15263" y="14996"/>
                  </a:lnTo>
                  <a:lnTo>
                    <a:pt x="14864" y="14598"/>
                  </a:lnTo>
                  <a:lnTo>
                    <a:pt x="14599" y="14067"/>
                  </a:lnTo>
                  <a:lnTo>
                    <a:pt x="14466" y="13537"/>
                  </a:lnTo>
                  <a:lnTo>
                    <a:pt x="14599" y="13006"/>
                  </a:lnTo>
                  <a:lnTo>
                    <a:pt x="14732" y="12608"/>
                  </a:lnTo>
                  <a:lnTo>
                    <a:pt x="14864" y="12342"/>
                  </a:lnTo>
                  <a:lnTo>
                    <a:pt x="14997" y="12209"/>
                  </a:lnTo>
                  <a:lnTo>
                    <a:pt x="15130" y="12077"/>
                  </a:lnTo>
                  <a:lnTo>
                    <a:pt x="15263" y="11944"/>
                  </a:lnTo>
                  <a:lnTo>
                    <a:pt x="15926" y="11281"/>
                  </a:lnTo>
                  <a:lnTo>
                    <a:pt x="16855" y="10750"/>
                  </a:lnTo>
                  <a:lnTo>
                    <a:pt x="17784" y="10352"/>
                  </a:lnTo>
                  <a:lnTo>
                    <a:pt x="18978" y="10086"/>
                  </a:lnTo>
                  <a:lnTo>
                    <a:pt x="20571" y="9688"/>
                  </a:lnTo>
                  <a:close/>
                  <a:moveTo>
                    <a:pt x="16722" y="0"/>
                  </a:moveTo>
                  <a:lnTo>
                    <a:pt x="16192" y="133"/>
                  </a:lnTo>
                  <a:lnTo>
                    <a:pt x="11149" y="1327"/>
                  </a:lnTo>
                  <a:lnTo>
                    <a:pt x="10618" y="1593"/>
                  </a:lnTo>
                  <a:lnTo>
                    <a:pt x="10087" y="1991"/>
                  </a:lnTo>
                  <a:lnTo>
                    <a:pt x="9689" y="2522"/>
                  </a:lnTo>
                  <a:lnTo>
                    <a:pt x="9689" y="3052"/>
                  </a:lnTo>
                  <a:lnTo>
                    <a:pt x="9689" y="3451"/>
                  </a:lnTo>
                  <a:lnTo>
                    <a:pt x="9821" y="3849"/>
                  </a:lnTo>
                  <a:lnTo>
                    <a:pt x="10618" y="5574"/>
                  </a:lnTo>
                  <a:lnTo>
                    <a:pt x="10352" y="5707"/>
                  </a:lnTo>
                  <a:lnTo>
                    <a:pt x="9291" y="6370"/>
                  </a:lnTo>
                  <a:lnTo>
                    <a:pt x="4513" y="5574"/>
                  </a:lnTo>
                  <a:lnTo>
                    <a:pt x="4248" y="5574"/>
                  </a:lnTo>
                  <a:lnTo>
                    <a:pt x="3717" y="5707"/>
                  </a:lnTo>
                  <a:lnTo>
                    <a:pt x="3186" y="5839"/>
                  </a:lnTo>
                  <a:lnTo>
                    <a:pt x="2655" y="6105"/>
                  </a:lnTo>
                  <a:lnTo>
                    <a:pt x="2257" y="6636"/>
                  </a:lnTo>
                  <a:lnTo>
                    <a:pt x="399" y="9157"/>
                  </a:lnTo>
                  <a:lnTo>
                    <a:pt x="134" y="9821"/>
                  </a:lnTo>
                  <a:lnTo>
                    <a:pt x="1" y="10352"/>
                  </a:lnTo>
                  <a:lnTo>
                    <a:pt x="1" y="10484"/>
                  </a:lnTo>
                  <a:lnTo>
                    <a:pt x="1" y="10617"/>
                  </a:lnTo>
                  <a:lnTo>
                    <a:pt x="1" y="10750"/>
                  </a:lnTo>
                  <a:lnTo>
                    <a:pt x="266" y="11148"/>
                  </a:lnTo>
                  <a:lnTo>
                    <a:pt x="532" y="11546"/>
                  </a:lnTo>
                  <a:lnTo>
                    <a:pt x="797" y="11811"/>
                  </a:lnTo>
                  <a:lnTo>
                    <a:pt x="1328" y="12077"/>
                  </a:lnTo>
                  <a:lnTo>
                    <a:pt x="5044" y="13271"/>
                  </a:lnTo>
                  <a:lnTo>
                    <a:pt x="5044" y="13669"/>
                  </a:lnTo>
                  <a:lnTo>
                    <a:pt x="1461" y="14731"/>
                  </a:lnTo>
                  <a:lnTo>
                    <a:pt x="797" y="15129"/>
                  </a:lnTo>
                  <a:lnTo>
                    <a:pt x="266" y="15660"/>
                  </a:lnTo>
                  <a:lnTo>
                    <a:pt x="134" y="15925"/>
                  </a:lnTo>
                  <a:lnTo>
                    <a:pt x="1" y="16058"/>
                  </a:lnTo>
                  <a:lnTo>
                    <a:pt x="1" y="17385"/>
                  </a:lnTo>
                  <a:lnTo>
                    <a:pt x="399" y="17651"/>
                  </a:lnTo>
                  <a:lnTo>
                    <a:pt x="2390" y="20438"/>
                  </a:lnTo>
                  <a:lnTo>
                    <a:pt x="2788" y="20836"/>
                  </a:lnTo>
                  <a:lnTo>
                    <a:pt x="3186" y="21101"/>
                  </a:lnTo>
                  <a:lnTo>
                    <a:pt x="3717" y="21234"/>
                  </a:lnTo>
                  <a:lnTo>
                    <a:pt x="4646" y="21234"/>
                  </a:lnTo>
                  <a:lnTo>
                    <a:pt x="9291" y="20438"/>
                  </a:lnTo>
                  <a:lnTo>
                    <a:pt x="10618" y="21367"/>
                  </a:lnTo>
                  <a:lnTo>
                    <a:pt x="9821" y="22826"/>
                  </a:lnTo>
                  <a:lnTo>
                    <a:pt x="9689" y="23357"/>
                  </a:lnTo>
                  <a:lnTo>
                    <a:pt x="9689" y="23755"/>
                  </a:lnTo>
                  <a:lnTo>
                    <a:pt x="9689" y="24153"/>
                  </a:lnTo>
                  <a:lnTo>
                    <a:pt x="9821" y="24552"/>
                  </a:lnTo>
                  <a:lnTo>
                    <a:pt x="10087" y="24950"/>
                  </a:lnTo>
                  <a:lnTo>
                    <a:pt x="10352" y="25215"/>
                  </a:lnTo>
                  <a:lnTo>
                    <a:pt x="10750" y="25481"/>
                  </a:lnTo>
                  <a:lnTo>
                    <a:pt x="11016" y="25613"/>
                  </a:lnTo>
                  <a:lnTo>
                    <a:pt x="16324" y="26808"/>
                  </a:lnTo>
                  <a:lnTo>
                    <a:pt x="17253" y="26808"/>
                  </a:lnTo>
                  <a:lnTo>
                    <a:pt x="17784" y="26675"/>
                  </a:lnTo>
                  <a:lnTo>
                    <a:pt x="18182" y="26410"/>
                  </a:lnTo>
                  <a:lnTo>
                    <a:pt x="18580" y="26011"/>
                  </a:lnTo>
                  <a:lnTo>
                    <a:pt x="20571" y="23888"/>
                  </a:lnTo>
                  <a:lnTo>
                    <a:pt x="22163" y="24021"/>
                  </a:lnTo>
                  <a:lnTo>
                    <a:pt x="23623" y="23888"/>
                  </a:lnTo>
                  <a:lnTo>
                    <a:pt x="25879" y="26144"/>
                  </a:lnTo>
                  <a:lnTo>
                    <a:pt x="26145" y="26542"/>
                  </a:lnTo>
                  <a:lnTo>
                    <a:pt x="26543" y="26675"/>
                  </a:lnTo>
                  <a:lnTo>
                    <a:pt x="26941" y="26808"/>
                  </a:lnTo>
                  <a:lnTo>
                    <a:pt x="28135" y="26808"/>
                  </a:lnTo>
                  <a:lnTo>
                    <a:pt x="33046" y="25613"/>
                  </a:lnTo>
                  <a:lnTo>
                    <a:pt x="33577" y="25481"/>
                  </a:lnTo>
                  <a:lnTo>
                    <a:pt x="33975" y="25215"/>
                  </a:lnTo>
                  <a:lnTo>
                    <a:pt x="34240" y="24817"/>
                  </a:lnTo>
                  <a:lnTo>
                    <a:pt x="34506" y="24552"/>
                  </a:lnTo>
                  <a:lnTo>
                    <a:pt x="34638" y="24153"/>
                  </a:lnTo>
                  <a:lnTo>
                    <a:pt x="34638" y="23755"/>
                  </a:lnTo>
                  <a:lnTo>
                    <a:pt x="34638" y="23357"/>
                  </a:lnTo>
                  <a:lnTo>
                    <a:pt x="34506" y="22959"/>
                  </a:lnTo>
                  <a:lnTo>
                    <a:pt x="33577" y="21367"/>
                  </a:lnTo>
                  <a:lnTo>
                    <a:pt x="34904" y="20438"/>
                  </a:lnTo>
                  <a:lnTo>
                    <a:pt x="39681" y="21234"/>
                  </a:lnTo>
                  <a:lnTo>
                    <a:pt x="40079" y="21367"/>
                  </a:lnTo>
                  <a:lnTo>
                    <a:pt x="40610" y="21234"/>
                  </a:lnTo>
                  <a:lnTo>
                    <a:pt x="41141" y="20968"/>
                  </a:lnTo>
                  <a:lnTo>
                    <a:pt x="41539" y="20703"/>
                  </a:lnTo>
                  <a:lnTo>
                    <a:pt x="41937" y="20305"/>
                  </a:lnTo>
                  <a:lnTo>
                    <a:pt x="43928" y="17651"/>
                  </a:lnTo>
                  <a:lnTo>
                    <a:pt x="44193" y="17120"/>
                  </a:lnTo>
                  <a:lnTo>
                    <a:pt x="44193" y="16456"/>
                  </a:lnTo>
                  <a:lnTo>
                    <a:pt x="44193" y="15925"/>
                  </a:lnTo>
                  <a:lnTo>
                    <a:pt x="43928" y="15395"/>
                  </a:lnTo>
                  <a:lnTo>
                    <a:pt x="43530" y="14996"/>
                  </a:lnTo>
                  <a:lnTo>
                    <a:pt x="42999" y="14731"/>
                  </a:lnTo>
                  <a:lnTo>
                    <a:pt x="39283" y="13669"/>
                  </a:lnTo>
                  <a:lnTo>
                    <a:pt x="39283" y="13271"/>
                  </a:lnTo>
                  <a:lnTo>
                    <a:pt x="42866" y="12077"/>
                  </a:lnTo>
                  <a:lnTo>
                    <a:pt x="43397" y="11811"/>
                  </a:lnTo>
                  <a:lnTo>
                    <a:pt x="43795" y="11413"/>
                  </a:lnTo>
                  <a:lnTo>
                    <a:pt x="44193" y="11015"/>
                  </a:lnTo>
                  <a:lnTo>
                    <a:pt x="44326" y="10484"/>
                  </a:lnTo>
                  <a:lnTo>
                    <a:pt x="44326" y="10352"/>
                  </a:lnTo>
                  <a:lnTo>
                    <a:pt x="44193" y="9821"/>
                  </a:lnTo>
                  <a:lnTo>
                    <a:pt x="43928" y="9290"/>
                  </a:lnTo>
                  <a:lnTo>
                    <a:pt x="41805" y="6503"/>
                  </a:lnTo>
                  <a:lnTo>
                    <a:pt x="41539" y="6105"/>
                  </a:lnTo>
                  <a:lnTo>
                    <a:pt x="41141" y="5839"/>
                  </a:lnTo>
                  <a:lnTo>
                    <a:pt x="40610" y="5574"/>
                  </a:lnTo>
                  <a:lnTo>
                    <a:pt x="39681" y="5574"/>
                  </a:lnTo>
                  <a:lnTo>
                    <a:pt x="34904" y="6370"/>
                  </a:lnTo>
                  <a:lnTo>
                    <a:pt x="33842" y="5707"/>
                  </a:lnTo>
                  <a:lnTo>
                    <a:pt x="33577" y="5574"/>
                  </a:lnTo>
                  <a:lnTo>
                    <a:pt x="34373" y="3981"/>
                  </a:lnTo>
                  <a:lnTo>
                    <a:pt x="34506" y="3583"/>
                  </a:lnTo>
                  <a:lnTo>
                    <a:pt x="34638" y="3185"/>
                  </a:lnTo>
                  <a:lnTo>
                    <a:pt x="34638" y="2920"/>
                  </a:lnTo>
                  <a:lnTo>
                    <a:pt x="34506" y="2389"/>
                  </a:lnTo>
                  <a:lnTo>
                    <a:pt x="34107" y="1858"/>
                  </a:lnTo>
                  <a:lnTo>
                    <a:pt x="33709" y="1593"/>
                  </a:lnTo>
                  <a:lnTo>
                    <a:pt x="33178" y="1327"/>
                  </a:lnTo>
                  <a:lnTo>
                    <a:pt x="28003" y="133"/>
                  </a:lnTo>
                  <a:lnTo>
                    <a:pt x="27472" y="0"/>
                  </a:lnTo>
                  <a:lnTo>
                    <a:pt x="27074" y="133"/>
                  </a:lnTo>
                  <a:lnTo>
                    <a:pt x="26543" y="266"/>
                  </a:lnTo>
                  <a:lnTo>
                    <a:pt x="26145" y="531"/>
                  </a:lnTo>
                  <a:lnTo>
                    <a:pt x="25747" y="796"/>
                  </a:lnTo>
                  <a:lnTo>
                    <a:pt x="23623" y="2920"/>
                  </a:lnTo>
                  <a:lnTo>
                    <a:pt x="20571" y="2920"/>
                  </a:lnTo>
                  <a:lnTo>
                    <a:pt x="18448" y="664"/>
                  </a:lnTo>
                  <a:lnTo>
                    <a:pt x="18049" y="398"/>
                  </a:lnTo>
                  <a:lnTo>
                    <a:pt x="17651" y="133"/>
                  </a:lnTo>
                  <a:lnTo>
                    <a:pt x="1725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5465474" y="3986129"/>
              <a:ext cx="734942" cy="444477"/>
            </a:xfrm>
            <a:custGeom>
              <a:rect b="b" l="l" r="r" t="t"/>
              <a:pathLst>
                <a:path extrusionOk="0" fill="none" h="26808" w="44327">
                  <a:moveTo>
                    <a:pt x="16722" y="26808"/>
                  </a:moveTo>
                  <a:lnTo>
                    <a:pt x="16722" y="26808"/>
                  </a:lnTo>
                  <a:lnTo>
                    <a:pt x="16324" y="26808"/>
                  </a:lnTo>
                  <a:lnTo>
                    <a:pt x="11016" y="25613"/>
                  </a:lnTo>
                  <a:lnTo>
                    <a:pt x="11016" y="25613"/>
                  </a:lnTo>
                  <a:lnTo>
                    <a:pt x="10750" y="25481"/>
                  </a:lnTo>
                  <a:lnTo>
                    <a:pt x="10352" y="25215"/>
                  </a:lnTo>
                  <a:lnTo>
                    <a:pt x="10087" y="24950"/>
                  </a:lnTo>
                  <a:lnTo>
                    <a:pt x="9821" y="24552"/>
                  </a:lnTo>
                  <a:lnTo>
                    <a:pt x="9821" y="24552"/>
                  </a:lnTo>
                  <a:lnTo>
                    <a:pt x="9689" y="24153"/>
                  </a:lnTo>
                  <a:lnTo>
                    <a:pt x="9689" y="23755"/>
                  </a:lnTo>
                  <a:lnTo>
                    <a:pt x="9689" y="23357"/>
                  </a:lnTo>
                  <a:lnTo>
                    <a:pt x="9821" y="22826"/>
                  </a:lnTo>
                  <a:lnTo>
                    <a:pt x="10618" y="21367"/>
                  </a:lnTo>
                  <a:lnTo>
                    <a:pt x="10618" y="21367"/>
                  </a:lnTo>
                  <a:lnTo>
                    <a:pt x="9291" y="20438"/>
                  </a:lnTo>
                  <a:lnTo>
                    <a:pt x="4646" y="21234"/>
                  </a:lnTo>
                  <a:lnTo>
                    <a:pt x="4646" y="21234"/>
                  </a:lnTo>
                  <a:lnTo>
                    <a:pt x="4248" y="21234"/>
                  </a:lnTo>
                  <a:lnTo>
                    <a:pt x="4248" y="21234"/>
                  </a:lnTo>
                  <a:lnTo>
                    <a:pt x="3717" y="21234"/>
                  </a:lnTo>
                  <a:lnTo>
                    <a:pt x="3186" y="21101"/>
                  </a:lnTo>
                  <a:lnTo>
                    <a:pt x="2788" y="20836"/>
                  </a:lnTo>
                  <a:lnTo>
                    <a:pt x="2390" y="20438"/>
                  </a:lnTo>
                  <a:lnTo>
                    <a:pt x="399" y="17651"/>
                  </a:lnTo>
                  <a:lnTo>
                    <a:pt x="1" y="17385"/>
                  </a:lnTo>
                  <a:lnTo>
                    <a:pt x="1" y="16058"/>
                  </a:lnTo>
                  <a:lnTo>
                    <a:pt x="134" y="15925"/>
                  </a:lnTo>
                  <a:lnTo>
                    <a:pt x="134" y="15925"/>
                  </a:lnTo>
                  <a:lnTo>
                    <a:pt x="266" y="15660"/>
                  </a:lnTo>
                  <a:lnTo>
                    <a:pt x="266" y="15660"/>
                  </a:lnTo>
                  <a:lnTo>
                    <a:pt x="266" y="15660"/>
                  </a:lnTo>
                  <a:lnTo>
                    <a:pt x="797" y="15129"/>
                  </a:lnTo>
                  <a:lnTo>
                    <a:pt x="1461" y="14731"/>
                  </a:lnTo>
                  <a:lnTo>
                    <a:pt x="5044" y="13669"/>
                  </a:lnTo>
                  <a:lnTo>
                    <a:pt x="5044" y="13669"/>
                  </a:lnTo>
                  <a:lnTo>
                    <a:pt x="5044" y="13271"/>
                  </a:lnTo>
                  <a:lnTo>
                    <a:pt x="1328" y="12077"/>
                  </a:lnTo>
                  <a:lnTo>
                    <a:pt x="1328" y="12077"/>
                  </a:lnTo>
                  <a:lnTo>
                    <a:pt x="797" y="11811"/>
                  </a:lnTo>
                  <a:lnTo>
                    <a:pt x="532" y="11546"/>
                  </a:lnTo>
                  <a:lnTo>
                    <a:pt x="266" y="11148"/>
                  </a:lnTo>
                  <a:lnTo>
                    <a:pt x="1" y="10750"/>
                  </a:lnTo>
                  <a:lnTo>
                    <a:pt x="1" y="10617"/>
                  </a:lnTo>
                  <a:lnTo>
                    <a:pt x="1" y="10484"/>
                  </a:lnTo>
                  <a:lnTo>
                    <a:pt x="1" y="10484"/>
                  </a:lnTo>
                  <a:lnTo>
                    <a:pt x="1" y="10352"/>
                  </a:lnTo>
                  <a:lnTo>
                    <a:pt x="1" y="10352"/>
                  </a:lnTo>
                  <a:lnTo>
                    <a:pt x="134" y="9821"/>
                  </a:lnTo>
                  <a:lnTo>
                    <a:pt x="399" y="9157"/>
                  </a:lnTo>
                  <a:lnTo>
                    <a:pt x="2257" y="6636"/>
                  </a:lnTo>
                  <a:lnTo>
                    <a:pt x="2257" y="6636"/>
                  </a:lnTo>
                  <a:lnTo>
                    <a:pt x="2655" y="6105"/>
                  </a:lnTo>
                  <a:lnTo>
                    <a:pt x="3186" y="5839"/>
                  </a:lnTo>
                  <a:lnTo>
                    <a:pt x="3717" y="5707"/>
                  </a:lnTo>
                  <a:lnTo>
                    <a:pt x="4248" y="5574"/>
                  </a:lnTo>
                  <a:lnTo>
                    <a:pt x="4248" y="5574"/>
                  </a:lnTo>
                  <a:lnTo>
                    <a:pt x="4513" y="5574"/>
                  </a:lnTo>
                  <a:lnTo>
                    <a:pt x="9291" y="6370"/>
                  </a:lnTo>
                  <a:lnTo>
                    <a:pt x="9291" y="6370"/>
                  </a:lnTo>
                  <a:lnTo>
                    <a:pt x="9291" y="6370"/>
                  </a:lnTo>
                  <a:lnTo>
                    <a:pt x="10352" y="5707"/>
                  </a:lnTo>
                  <a:lnTo>
                    <a:pt x="10352" y="5707"/>
                  </a:lnTo>
                  <a:lnTo>
                    <a:pt x="10618" y="5574"/>
                  </a:lnTo>
                  <a:lnTo>
                    <a:pt x="9821" y="3849"/>
                  </a:lnTo>
                  <a:lnTo>
                    <a:pt x="9821" y="3849"/>
                  </a:lnTo>
                  <a:lnTo>
                    <a:pt x="9689" y="3451"/>
                  </a:lnTo>
                  <a:lnTo>
                    <a:pt x="9689" y="3052"/>
                  </a:lnTo>
                  <a:lnTo>
                    <a:pt x="9689" y="3052"/>
                  </a:lnTo>
                  <a:lnTo>
                    <a:pt x="9689" y="2522"/>
                  </a:lnTo>
                  <a:lnTo>
                    <a:pt x="10087" y="1991"/>
                  </a:lnTo>
                  <a:lnTo>
                    <a:pt x="10618" y="1593"/>
                  </a:lnTo>
                  <a:lnTo>
                    <a:pt x="11149" y="1327"/>
                  </a:lnTo>
                  <a:lnTo>
                    <a:pt x="16192" y="133"/>
                  </a:lnTo>
                  <a:lnTo>
                    <a:pt x="16192" y="133"/>
                  </a:lnTo>
                  <a:lnTo>
                    <a:pt x="16722" y="0"/>
                  </a:lnTo>
                  <a:lnTo>
                    <a:pt x="16722" y="0"/>
                  </a:lnTo>
                  <a:lnTo>
                    <a:pt x="17253" y="0"/>
                  </a:lnTo>
                  <a:lnTo>
                    <a:pt x="17651" y="133"/>
                  </a:lnTo>
                  <a:lnTo>
                    <a:pt x="18049" y="398"/>
                  </a:lnTo>
                  <a:lnTo>
                    <a:pt x="18448" y="664"/>
                  </a:lnTo>
                  <a:lnTo>
                    <a:pt x="20571" y="2920"/>
                  </a:lnTo>
                  <a:lnTo>
                    <a:pt x="20571" y="2920"/>
                  </a:lnTo>
                  <a:lnTo>
                    <a:pt x="22031" y="2920"/>
                  </a:lnTo>
                  <a:lnTo>
                    <a:pt x="22031" y="2920"/>
                  </a:lnTo>
                  <a:lnTo>
                    <a:pt x="23623" y="2920"/>
                  </a:lnTo>
                  <a:lnTo>
                    <a:pt x="25747" y="796"/>
                  </a:lnTo>
                  <a:lnTo>
                    <a:pt x="25747" y="796"/>
                  </a:lnTo>
                  <a:lnTo>
                    <a:pt x="26145" y="531"/>
                  </a:lnTo>
                  <a:lnTo>
                    <a:pt x="26543" y="266"/>
                  </a:lnTo>
                  <a:lnTo>
                    <a:pt x="27074" y="133"/>
                  </a:lnTo>
                  <a:lnTo>
                    <a:pt x="27472" y="0"/>
                  </a:lnTo>
                  <a:lnTo>
                    <a:pt x="27472" y="0"/>
                  </a:lnTo>
                  <a:lnTo>
                    <a:pt x="28003" y="133"/>
                  </a:lnTo>
                  <a:lnTo>
                    <a:pt x="33178" y="1327"/>
                  </a:lnTo>
                  <a:lnTo>
                    <a:pt x="33178" y="1327"/>
                  </a:lnTo>
                  <a:lnTo>
                    <a:pt x="33709" y="1593"/>
                  </a:lnTo>
                  <a:lnTo>
                    <a:pt x="34107" y="1858"/>
                  </a:lnTo>
                  <a:lnTo>
                    <a:pt x="34506" y="2389"/>
                  </a:lnTo>
                  <a:lnTo>
                    <a:pt x="34638" y="2920"/>
                  </a:lnTo>
                  <a:lnTo>
                    <a:pt x="34638" y="2920"/>
                  </a:lnTo>
                  <a:lnTo>
                    <a:pt x="34638" y="3185"/>
                  </a:lnTo>
                  <a:lnTo>
                    <a:pt x="34638" y="3185"/>
                  </a:lnTo>
                  <a:lnTo>
                    <a:pt x="34506" y="3583"/>
                  </a:lnTo>
                  <a:lnTo>
                    <a:pt x="34373" y="3981"/>
                  </a:lnTo>
                  <a:lnTo>
                    <a:pt x="33577" y="5574"/>
                  </a:lnTo>
                  <a:lnTo>
                    <a:pt x="33577" y="5574"/>
                  </a:lnTo>
                  <a:lnTo>
                    <a:pt x="33842" y="5707"/>
                  </a:lnTo>
                  <a:lnTo>
                    <a:pt x="33842" y="5707"/>
                  </a:lnTo>
                  <a:lnTo>
                    <a:pt x="34904" y="6370"/>
                  </a:lnTo>
                  <a:lnTo>
                    <a:pt x="39681" y="5574"/>
                  </a:lnTo>
                  <a:lnTo>
                    <a:pt x="39681" y="5574"/>
                  </a:lnTo>
                  <a:lnTo>
                    <a:pt x="40079" y="5574"/>
                  </a:lnTo>
                  <a:lnTo>
                    <a:pt x="40079" y="5574"/>
                  </a:lnTo>
                  <a:lnTo>
                    <a:pt x="40610" y="5574"/>
                  </a:lnTo>
                  <a:lnTo>
                    <a:pt x="41141" y="5839"/>
                  </a:lnTo>
                  <a:lnTo>
                    <a:pt x="41539" y="6105"/>
                  </a:lnTo>
                  <a:lnTo>
                    <a:pt x="41805" y="6503"/>
                  </a:lnTo>
                  <a:lnTo>
                    <a:pt x="43928" y="9290"/>
                  </a:lnTo>
                  <a:lnTo>
                    <a:pt x="43928" y="9290"/>
                  </a:lnTo>
                  <a:lnTo>
                    <a:pt x="44193" y="9821"/>
                  </a:lnTo>
                  <a:lnTo>
                    <a:pt x="44326" y="10352"/>
                  </a:lnTo>
                  <a:lnTo>
                    <a:pt x="44326" y="10352"/>
                  </a:lnTo>
                  <a:lnTo>
                    <a:pt x="44326" y="10484"/>
                  </a:lnTo>
                  <a:lnTo>
                    <a:pt x="44326" y="10484"/>
                  </a:lnTo>
                  <a:lnTo>
                    <a:pt x="44193" y="11015"/>
                  </a:lnTo>
                  <a:lnTo>
                    <a:pt x="43795" y="11413"/>
                  </a:lnTo>
                  <a:lnTo>
                    <a:pt x="43397" y="11811"/>
                  </a:lnTo>
                  <a:lnTo>
                    <a:pt x="42866" y="12077"/>
                  </a:lnTo>
                  <a:lnTo>
                    <a:pt x="39283" y="13271"/>
                  </a:lnTo>
                  <a:lnTo>
                    <a:pt x="39283" y="13271"/>
                  </a:lnTo>
                  <a:lnTo>
                    <a:pt x="39283" y="13669"/>
                  </a:lnTo>
                  <a:lnTo>
                    <a:pt x="42999" y="14731"/>
                  </a:lnTo>
                  <a:lnTo>
                    <a:pt x="42999" y="14731"/>
                  </a:lnTo>
                  <a:lnTo>
                    <a:pt x="43530" y="14996"/>
                  </a:lnTo>
                  <a:lnTo>
                    <a:pt x="43928" y="15395"/>
                  </a:lnTo>
                  <a:lnTo>
                    <a:pt x="44193" y="15925"/>
                  </a:lnTo>
                  <a:lnTo>
                    <a:pt x="44193" y="16456"/>
                  </a:lnTo>
                  <a:lnTo>
                    <a:pt x="44193" y="16456"/>
                  </a:lnTo>
                  <a:lnTo>
                    <a:pt x="44193" y="17120"/>
                  </a:lnTo>
                  <a:lnTo>
                    <a:pt x="43928" y="17651"/>
                  </a:lnTo>
                  <a:lnTo>
                    <a:pt x="41937" y="20305"/>
                  </a:lnTo>
                  <a:lnTo>
                    <a:pt x="41937" y="20305"/>
                  </a:lnTo>
                  <a:lnTo>
                    <a:pt x="41539" y="20703"/>
                  </a:lnTo>
                  <a:lnTo>
                    <a:pt x="41141" y="20968"/>
                  </a:lnTo>
                  <a:lnTo>
                    <a:pt x="40610" y="21234"/>
                  </a:lnTo>
                  <a:lnTo>
                    <a:pt x="40079" y="21367"/>
                  </a:lnTo>
                  <a:lnTo>
                    <a:pt x="40079" y="21367"/>
                  </a:lnTo>
                  <a:lnTo>
                    <a:pt x="39681" y="21234"/>
                  </a:lnTo>
                  <a:lnTo>
                    <a:pt x="34904" y="20438"/>
                  </a:lnTo>
                  <a:lnTo>
                    <a:pt x="34904" y="20438"/>
                  </a:lnTo>
                  <a:lnTo>
                    <a:pt x="34904" y="20438"/>
                  </a:lnTo>
                  <a:lnTo>
                    <a:pt x="33577" y="21367"/>
                  </a:lnTo>
                  <a:lnTo>
                    <a:pt x="34506" y="22959"/>
                  </a:lnTo>
                  <a:lnTo>
                    <a:pt x="34506" y="22959"/>
                  </a:lnTo>
                  <a:lnTo>
                    <a:pt x="34638" y="23357"/>
                  </a:lnTo>
                  <a:lnTo>
                    <a:pt x="34638" y="23755"/>
                  </a:lnTo>
                  <a:lnTo>
                    <a:pt x="34638" y="24153"/>
                  </a:lnTo>
                  <a:lnTo>
                    <a:pt x="34506" y="24552"/>
                  </a:lnTo>
                  <a:lnTo>
                    <a:pt x="34506" y="24552"/>
                  </a:lnTo>
                  <a:lnTo>
                    <a:pt x="34240" y="24817"/>
                  </a:lnTo>
                  <a:lnTo>
                    <a:pt x="33975" y="25215"/>
                  </a:lnTo>
                  <a:lnTo>
                    <a:pt x="33577" y="25481"/>
                  </a:lnTo>
                  <a:lnTo>
                    <a:pt x="33046" y="25613"/>
                  </a:lnTo>
                  <a:lnTo>
                    <a:pt x="28135" y="26808"/>
                  </a:lnTo>
                  <a:lnTo>
                    <a:pt x="28135" y="26808"/>
                  </a:lnTo>
                  <a:lnTo>
                    <a:pt x="27472" y="26808"/>
                  </a:lnTo>
                  <a:lnTo>
                    <a:pt x="27472" y="26808"/>
                  </a:lnTo>
                  <a:lnTo>
                    <a:pt x="26941" y="26808"/>
                  </a:lnTo>
                  <a:lnTo>
                    <a:pt x="26543" y="26675"/>
                  </a:lnTo>
                  <a:lnTo>
                    <a:pt x="26145" y="26542"/>
                  </a:lnTo>
                  <a:lnTo>
                    <a:pt x="25879" y="26144"/>
                  </a:lnTo>
                  <a:lnTo>
                    <a:pt x="23623" y="23888"/>
                  </a:lnTo>
                  <a:lnTo>
                    <a:pt x="23623" y="23888"/>
                  </a:lnTo>
                  <a:lnTo>
                    <a:pt x="22163" y="24021"/>
                  </a:lnTo>
                  <a:lnTo>
                    <a:pt x="22163" y="24021"/>
                  </a:lnTo>
                  <a:lnTo>
                    <a:pt x="20571" y="23888"/>
                  </a:lnTo>
                  <a:lnTo>
                    <a:pt x="18580" y="26011"/>
                  </a:lnTo>
                  <a:lnTo>
                    <a:pt x="18580" y="26011"/>
                  </a:lnTo>
                  <a:lnTo>
                    <a:pt x="18182" y="26410"/>
                  </a:lnTo>
                  <a:lnTo>
                    <a:pt x="17784" y="26675"/>
                  </a:lnTo>
                  <a:lnTo>
                    <a:pt x="17253" y="26808"/>
                  </a:lnTo>
                  <a:lnTo>
                    <a:pt x="16722" y="26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5705320" y="4146740"/>
              <a:ext cx="253044" cy="125444"/>
            </a:xfrm>
            <a:custGeom>
              <a:rect b="b" l="l" r="r" t="t"/>
              <a:pathLst>
                <a:path extrusionOk="0" fill="none" h="7566" w="15262">
                  <a:moveTo>
                    <a:pt x="7697" y="1"/>
                  </a:moveTo>
                  <a:lnTo>
                    <a:pt x="7697" y="1"/>
                  </a:lnTo>
                  <a:lnTo>
                    <a:pt x="6105" y="1"/>
                  </a:lnTo>
                  <a:lnTo>
                    <a:pt x="4512" y="399"/>
                  </a:lnTo>
                  <a:lnTo>
                    <a:pt x="4512" y="399"/>
                  </a:lnTo>
                  <a:lnTo>
                    <a:pt x="3318" y="665"/>
                  </a:lnTo>
                  <a:lnTo>
                    <a:pt x="2389" y="1063"/>
                  </a:lnTo>
                  <a:lnTo>
                    <a:pt x="1460" y="1594"/>
                  </a:lnTo>
                  <a:lnTo>
                    <a:pt x="797" y="2257"/>
                  </a:lnTo>
                  <a:lnTo>
                    <a:pt x="664" y="2390"/>
                  </a:lnTo>
                  <a:lnTo>
                    <a:pt x="664" y="2390"/>
                  </a:lnTo>
                  <a:lnTo>
                    <a:pt x="531" y="2522"/>
                  </a:lnTo>
                  <a:lnTo>
                    <a:pt x="531" y="2522"/>
                  </a:lnTo>
                  <a:lnTo>
                    <a:pt x="398" y="2655"/>
                  </a:lnTo>
                  <a:lnTo>
                    <a:pt x="266" y="2921"/>
                  </a:lnTo>
                  <a:lnTo>
                    <a:pt x="266" y="2921"/>
                  </a:lnTo>
                  <a:lnTo>
                    <a:pt x="133" y="3319"/>
                  </a:lnTo>
                  <a:lnTo>
                    <a:pt x="0" y="3850"/>
                  </a:lnTo>
                  <a:lnTo>
                    <a:pt x="133" y="4380"/>
                  </a:lnTo>
                  <a:lnTo>
                    <a:pt x="398" y="4911"/>
                  </a:lnTo>
                  <a:lnTo>
                    <a:pt x="398" y="4911"/>
                  </a:lnTo>
                  <a:lnTo>
                    <a:pt x="797" y="5309"/>
                  </a:lnTo>
                  <a:lnTo>
                    <a:pt x="1327" y="5840"/>
                  </a:lnTo>
                  <a:lnTo>
                    <a:pt x="1327" y="5840"/>
                  </a:lnTo>
                  <a:lnTo>
                    <a:pt x="1991" y="6238"/>
                  </a:lnTo>
                  <a:lnTo>
                    <a:pt x="1991" y="6238"/>
                  </a:lnTo>
                  <a:lnTo>
                    <a:pt x="3185" y="6769"/>
                  </a:lnTo>
                  <a:lnTo>
                    <a:pt x="4645" y="7167"/>
                  </a:lnTo>
                  <a:lnTo>
                    <a:pt x="6105" y="7433"/>
                  </a:lnTo>
                  <a:lnTo>
                    <a:pt x="7697" y="7565"/>
                  </a:lnTo>
                  <a:lnTo>
                    <a:pt x="7697" y="7565"/>
                  </a:lnTo>
                  <a:lnTo>
                    <a:pt x="9290" y="7433"/>
                  </a:lnTo>
                  <a:lnTo>
                    <a:pt x="10750" y="7167"/>
                  </a:lnTo>
                  <a:lnTo>
                    <a:pt x="10750" y="7167"/>
                  </a:lnTo>
                  <a:lnTo>
                    <a:pt x="12210" y="6769"/>
                  </a:lnTo>
                  <a:lnTo>
                    <a:pt x="13404" y="6238"/>
                  </a:lnTo>
                  <a:lnTo>
                    <a:pt x="13404" y="6238"/>
                  </a:lnTo>
                  <a:lnTo>
                    <a:pt x="13935" y="5840"/>
                  </a:lnTo>
                  <a:lnTo>
                    <a:pt x="13935" y="5840"/>
                  </a:lnTo>
                  <a:lnTo>
                    <a:pt x="14598" y="5309"/>
                  </a:lnTo>
                  <a:lnTo>
                    <a:pt x="14997" y="4779"/>
                  </a:lnTo>
                  <a:lnTo>
                    <a:pt x="14997" y="4779"/>
                  </a:lnTo>
                  <a:lnTo>
                    <a:pt x="15129" y="4513"/>
                  </a:lnTo>
                  <a:lnTo>
                    <a:pt x="15129" y="4380"/>
                  </a:lnTo>
                  <a:lnTo>
                    <a:pt x="15129" y="4380"/>
                  </a:lnTo>
                  <a:lnTo>
                    <a:pt x="15129" y="4380"/>
                  </a:lnTo>
                  <a:lnTo>
                    <a:pt x="15262" y="3982"/>
                  </a:lnTo>
                  <a:lnTo>
                    <a:pt x="15262" y="3451"/>
                  </a:lnTo>
                  <a:lnTo>
                    <a:pt x="15129" y="3053"/>
                  </a:lnTo>
                  <a:lnTo>
                    <a:pt x="14864" y="2655"/>
                  </a:lnTo>
                  <a:lnTo>
                    <a:pt x="14864" y="2655"/>
                  </a:lnTo>
                  <a:lnTo>
                    <a:pt x="14333" y="1992"/>
                  </a:lnTo>
                  <a:lnTo>
                    <a:pt x="13669" y="1594"/>
                  </a:lnTo>
                  <a:lnTo>
                    <a:pt x="13006" y="1063"/>
                  </a:lnTo>
                  <a:lnTo>
                    <a:pt x="12077" y="665"/>
                  </a:lnTo>
                  <a:lnTo>
                    <a:pt x="11015" y="399"/>
                  </a:lnTo>
                  <a:lnTo>
                    <a:pt x="9954" y="134"/>
                  </a:lnTo>
                  <a:lnTo>
                    <a:pt x="8892" y="1"/>
                  </a:lnTo>
                  <a:lnTo>
                    <a:pt x="769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8235710" y="2483285"/>
              <a:ext cx="321271" cy="426885"/>
            </a:xfrm>
            <a:custGeom>
              <a:rect b="b" l="l" r="r" t="t"/>
              <a:pathLst>
                <a:path extrusionOk="0" h="25747" w="19377">
                  <a:moveTo>
                    <a:pt x="16058" y="1"/>
                  </a:moveTo>
                  <a:lnTo>
                    <a:pt x="15527" y="266"/>
                  </a:lnTo>
                  <a:lnTo>
                    <a:pt x="0" y="22694"/>
                  </a:lnTo>
                  <a:lnTo>
                    <a:pt x="6370" y="25747"/>
                  </a:lnTo>
                  <a:lnTo>
                    <a:pt x="19376" y="2390"/>
                  </a:lnTo>
                  <a:lnTo>
                    <a:pt x="19243" y="1859"/>
                  </a:lnTo>
                  <a:lnTo>
                    <a:pt x="18978" y="1461"/>
                  </a:lnTo>
                  <a:lnTo>
                    <a:pt x="18447" y="930"/>
                  </a:lnTo>
                  <a:lnTo>
                    <a:pt x="17916" y="532"/>
                  </a:lnTo>
                  <a:lnTo>
                    <a:pt x="17253" y="134"/>
                  </a:lnTo>
                  <a:lnTo>
                    <a:pt x="1658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8235710" y="2483285"/>
              <a:ext cx="321271" cy="426885"/>
            </a:xfrm>
            <a:custGeom>
              <a:rect b="b" l="l" r="r" t="t"/>
              <a:pathLst>
                <a:path extrusionOk="0" fill="none" h="25747" w="19377">
                  <a:moveTo>
                    <a:pt x="15527" y="266"/>
                  </a:moveTo>
                  <a:lnTo>
                    <a:pt x="15527" y="266"/>
                  </a:lnTo>
                  <a:lnTo>
                    <a:pt x="16058" y="1"/>
                  </a:lnTo>
                  <a:lnTo>
                    <a:pt x="16589" y="1"/>
                  </a:lnTo>
                  <a:lnTo>
                    <a:pt x="17253" y="134"/>
                  </a:lnTo>
                  <a:lnTo>
                    <a:pt x="17916" y="532"/>
                  </a:lnTo>
                  <a:lnTo>
                    <a:pt x="18447" y="930"/>
                  </a:lnTo>
                  <a:lnTo>
                    <a:pt x="18978" y="1461"/>
                  </a:lnTo>
                  <a:lnTo>
                    <a:pt x="19243" y="1859"/>
                  </a:lnTo>
                  <a:lnTo>
                    <a:pt x="19376" y="2390"/>
                  </a:lnTo>
                  <a:lnTo>
                    <a:pt x="6370" y="25747"/>
                  </a:lnTo>
                  <a:lnTo>
                    <a:pt x="0" y="22694"/>
                  </a:lnTo>
                  <a:lnTo>
                    <a:pt x="15527" y="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8270910" y="2498688"/>
              <a:ext cx="281661" cy="365274"/>
            </a:xfrm>
            <a:custGeom>
              <a:rect b="b" l="l" r="r" t="t"/>
              <a:pathLst>
                <a:path extrusionOk="0" h="22031" w="16988">
                  <a:moveTo>
                    <a:pt x="13006" y="1"/>
                  </a:moveTo>
                  <a:lnTo>
                    <a:pt x="1" y="18713"/>
                  </a:lnTo>
                  <a:lnTo>
                    <a:pt x="1593" y="19111"/>
                  </a:lnTo>
                  <a:lnTo>
                    <a:pt x="3186" y="19907"/>
                  </a:lnTo>
                  <a:lnTo>
                    <a:pt x="4646" y="20836"/>
                  </a:lnTo>
                  <a:lnTo>
                    <a:pt x="5840" y="22031"/>
                  </a:lnTo>
                  <a:lnTo>
                    <a:pt x="16988" y="1859"/>
                  </a:lnTo>
                  <a:lnTo>
                    <a:pt x="13006" y="1"/>
                  </a:ln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8270910" y="2498688"/>
              <a:ext cx="281661" cy="365274"/>
            </a:xfrm>
            <a:custGeom>
              <a:rect b="b" l="l" r="r" t="t"/>
              <a:pathLst>
                <a:path extrusionOk="0" fill="none" h="22031" w="16988">
                  <a:moveTo>
                    <a:pt x="13006" y="1"/>
                  </a:moveTo>
                  <a:lnTo>
                    <a:pt x="1" y="18713"/>
                  </a:lnTo>
                  <a:lnTo>
                    <a:pt x="1" y="18713"/>
                  </a:lnTo>
                  <a:lnTo>
                    <a:pt x="1593" y="19111"/>
                  </a:lnTo>
                  <a:lnTo>
                    <a:pt x="3186" y="19907"/>
                  </a:lnTo>
                  <a:lnTo>
                    <a:pt x="4646" y="20836"/>
                  </a:lnTo>
                  <a:lnTo>
                    <a:pt x="5840" y="22031"/>
                  </a:lnTo>
                  <a:lnTo>
                    <a:pt x="16988" y="1859"/>
                  </a:lnTo>
                  <a:lnTo>
                    <a:pt x="1300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8055287" y="2811138"/>
              <a:ext cx="129821" cy="171653"/>
            </a:xfrm>
            <a:custGeom>
              <a:rect b="b" l="l" r="r" t="t"/>
              <a:pathLst>
                <a:path extrusionOk="0" h="10353" w="7830">
                  <a:moveTo>
                    <a:pt x="5441" y="1"/>
                  </a:moveTo>
                  <a:lnTo>
                    <a:pt x="4645" y="133"/>
                  </a:lnTo>
                  <a:lnTo>
                    <a:pt x="3849" y="532"/>
                  </a:lnTo>
                  <a:lnTo>
                    <a:pt x="3052" y="1062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133" y="8229"/>
                  </a:lnTo>
                  <a:lnTo>
                    <a:pt x="398" y="8892"/>
                  </a:lnTo>
                  <a:lnTo>
                    <a:pt x="796" y="9556"/>
                  </a:lnTo>
                  <a:lnTo>
                    <a:pt x="1327" y="9821"/>
                  </a:lnTo>
                  <a:lnTo>
                    <a:pt x="2123" y="10352"/>
                  </a:lnTo>
                  <a:lnTo>
                    <a:pt x="2389" y="10087"/>
                  </a:lnTo>
                  <a:lnTo>
                    <a:pt x="3052" y="9954"/>
                  </a:lnTo>
                  <a:lnTo>
                    <a:pt x="3981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166" y="5575"/>
                  </a:lnTo>
                  <a:lnTo>
                    <a:pt x="7565" y="4646"/>
                  </a:lnTo>
                  <a:lnTo>
                    <a:pt x="7697" y="3717"/>
                  </a:lnTo>
                  <a:lnTo>
                    <a:pt x="7830" y="2655"/>
                  </a:lnTo>
                  <a:lnTo>
                    <a:pt x="7697" y="1726"/>
                  </a:lnTo>
                  <a:lnTo>
                    <a:pt x="7432" y="1062"/>
                  </a:lnTo>
                  <a:lnTo>
                    <a:pt x="7565" y="664"/>
                  </a:lnTo>
                  <a:lnTo>
                    <a:pt x="6636" y="266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8"/>
            <p:cNvSpPr/>
            <p:nvPr/>
          </p:nvSpPr>
          <p:spPr>
            <a:xfrm>
              <a:off x="8055287" y="2811138"/>
              <a:ext cx="129821" cy="171653"/>
            </a:xfrm>
            <a:custGeom>
              <a:rect b="b" l="l" r="r" t="t"/>
              <a:pathLst>
                <a:path extrusionOk="0" fill="none" h="10353" w="7830">
                  <a:moveTo>
                    <a:pt x="7830" y="2655"/>
                  </a:moveTo>
                  <a:lnTo>
                    <a:pt x="7830" y="2655"/>
                  </a:lnTo>
                  <a:lnTo>
                    <a:pt x="7697" y="1726"/>
                  </a:lnTo>
                  <a:lnTo>
                    <a:pt x="7432" y="1062"/>
                  </a:lnTo>
                  <a:lnTo>
                    <a:pt x="7565" y="664"/>
                  </a:lnTo>
                  <a:lnTo>
                    <a:pt x="6636" y="266"/>
                  </a:lnTo>
                  <a:lnTo>
                    <a:pt x="6636" y="266"/>
                  </a:lnTo>
                  <a:lnTo>
                    <a:pt x="6105" y="1"/>
                  </a:lnTo>
                  <a:lnTo>
                    <a:pt x="5441" y="1"/>
                  </a:lnTo>
                  <a:lnTo>
                    <a:pt x="4645" y="133"/>
                  </a:lnTo>
                  <a:lnTo>
                    <a:pt x="3849" y="532"/>
                  </a:lnTo>
                  <a:lnTo>
                    <a:pt x="3849" y="532"/>
                  </a:lnTo>
                  <a:lnTo>
                    <a:pt x="3052" y="1062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133" y="8229"/>
                  </a:lnTo>
                  <a:lnTo>
                    <a:pt x="398" y="8892"/>
                  </a:lnTo>
                  <a:lnTo>
                    <a:pt x="796" y="9556"/>
                  </a:lnTo>
                  <a:lnTo>
                    <a:pt x="1327" y="9821"/>
                  </a:lnTo>
                  <a:lnTo>
                    <a:pt x="2123" y="10352"/>
                  </a:lnTo>
                  <a:lnTo>
                    <a:pt x="2389" y="10087"/>
                  </a:lnTo>
                  <a:lnTo>
                    <a:pt x="2389" y="10087"/>
                  </a:lnTo>
                  <a:lnTo>
                    <a:pt x="3052" y="9954"/>
                  </a:lnTo>
                  <a:lnTo>
                    <a:pt x="3981" y="9556"/>
                  </a:lnTo>
                  <a:lnTo>
                    <a:pt x="3981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166" y="5575"/>
                  </a:lnTo>
                  <a:lnTo>
                    <a:pt x="7565" y="4646"/>
                  </a:lnTo>
                  <a:lnTo>
                    <a:pt x="7697" y="3717"/>
                  </a:lnTo>
                  <a:lnTo>
                    <a:pt x="7830" y="26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58"/>
            <p:cNvSpPr/>
            <p:nvPr/>
          </p:nvSpPr>
          <p:spPr>
            <a:xfrm>
              <a:off x="8055287" y="2811138"/>
              <a:ext cx="121034" cy="165037"/>
            </a:xfrm>
            <a:custGeom>
              <a:rect b="b" l="l" r="r" t="t"/>
              <a:pathLst>
                <a:path extrusionOk="0" h="9954" w="7300">
                  <a:moveTo>
                    <a:pt x="5574" y="1"/>
                  </a:moveTo>
                  <a:lnTo>
                    <a:pt x="4778" y="133"/>
                  </a:lnTo>
                  <a:lnTo>
                    <a:pt x="3849" y="532"/>
                  </a:lnTo>
                  <a:lnTo>
                    <a:pt x="3052" y="1062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133" y="8229"/>
                  </a:lnTo>
                  <a:lnTo>
                    <a:pt x="398" y="8892"/>
                  </a:lnTo>
                  <a:lnTo>
                    <a:pt x="796" y="9556"/>
                  </a:lnTo>
                  <a:lnTo>
                    <a:pt x="1327" y="9821"/>
                  </a:lnTo>
                  <a:lnTo>
                    <a:pt x="1460" y="9954"/>
                  </a:lnTo>
                  <a:lnTo>
                    <a:pt x="1460" y="9556"/>
                  </a:lnTo>
                  <a:lnTo>
                    <a:pt x="1194" y="8892"/>
                  </a:lnTo>
                  <a:lnTo>
                    <a:pt x="1062" y="7831"/>
                  </a:lnTo>
                  <a:lnTo>
                    <a:pt x="1062" y="6902"/>
                  </a:lnTo>
                  <a:lnTo>
                    <a:pt x="1327" y="5840"/>
                  </a:lnTo>
                  <a:lnTo>
                    <a:pt x="1725" y="4911"/>
                  </a:lnTo>
                  <a:lnTo>
                    <a:pt x="2123" y="3982"/>
                  </a:lnTo>
                  <a:lnTo>
                    <a:pt x="2654" y="3053"/>
                  </a:lnTo>
                  <a:lnTo>
                    <a:pt x="3318" y="2257"/>
                  </a:lnTo>
                  <a:lnTo>
                    <a:pt x="4114" y="1593"/>
                  </a:lnTo>
                  <a:lnTo>
                    <a:pt x="4778" y="1062"/>
                  </a:lnTo>
                  <a:lnTo>
                    <a:pt x="5707" y="664"/>
                  </a:lnTo>
                  <a:lnTo>
                    <a:pt x="6636" y="532"/>
                  </a:lnTo>
                  <a:lnTo>
                    <a:pt x="7299" y="532"/>
                  </a:lnTo>
                  <a:lnTo>
                    <a:pt x="6636" y="266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58"/>
            <p:cNvSpPr/>
            <p:nvPr/>
          </p:nvSpPr>
          <p:spPr>
            <a:xfrm>
              <a:off x="8055287" y="2811138"/>
              <a:ext cx="121034" cy="165037"/>
            </a:xfrm>
            <a:custGeom>
              <a:rect b="b" l="l" r="r" t="t"/>
              <a:pathLst>
                <a:path extrusionOk="0" fill="none" h="9954" w="7300">
                  <a:moveTo>
                    <a:pt x="5574" y="1"/>
                  </a:moveTo>
                  <a:lnTo>
                    <a:pt x="5574" y="1"/>
                  </a:lnTo>
                  <a:lnTo>
                    <a:pt x="4778" y="133"/>
                  </a:lnTo>
                  <a:lnTo>
                    <a:pt x="3849" y="532"/>
                  </a:lnTo>
                  <a:lnTo>
                    <a:pt x="3849" y="532"/>
                  </a:lnTo>
                  <a:lnTo>
                    <a:pt x="3052" y="1062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133" y="8229"/>
                  </a:lnTo>
                  <a:lnTo>
                    <a:pt x="398" y="8892"/>
                  </a:lnTo>
                  <a:lnTo>
                    <a:pt x="796" y="9556"/>
                  </a:lnTo>
                  <a:lnTo>
                    <a:pt x="1327" y="9821"/>
                  </a:lnTo>
                  <a:lnTo>
                    <a:pt x="1460" y="9954"/>
                  </a:lnTo>
                  <a:lnTo>
                    <a:pt x="1460" y="9556"/>
                  </a:lnTo>
                  <a:lnTo>
                    <a:pt x="1460" y="9556"/>
                  </a:lnTo>
                  <a:lnTo>
                    <a:pt x="1194" y="8892"/>
                  </a:lnTo>
                  <a:lnTo>
                    <a:pt x="1062" y="7831"/>
                  </a:lnTo>
                  <a:lnTo>
                    <a:pt x="1062" y="7831"/>
                  </a:lnTo>
                  <a:lnTo>
                    <a:pt x="1062" y="7831"/>
                  </a:lnTo>
                  <a:lnTo>
                    <a:pt x="1062" y="7831"/>
                  </a:lnTo>
                  <a:lnTo>
                    <a:pt x="1062" y="6902"/>
                  </a:lnTo>
                  <a:lnTo>
                    <a:pt x="1327" y="5840"/>
                  </a:lnTo>
                  <a:lnTo>
                    <a:pt x="1725" y="4911"/>
                  </a:lnTo>
                  <a:lnTo>
                    <a:pt x="2123" y="3982"/>
                  </a:lnTo>
                  <a:lnTo>
                    <a:pt x="2654" y="3053"/>
                  </a:lnTo>
                  <a:lnTo>
                    <a:pt x="3318" y="2257"/>
                  </a:lnTo>
                  <a:lnTo>
                    <a:pt x="4114" y="1593"/>
                  </a:lnTo>
                  <a:lnTo>
                    <a:pt x="4778" y="1062"/>
                  </a:lnTo>
                  <a:lnTo>
                    <a:pt x="4778" y="1062"/>
                  </a:lnTo>
                  <a:lnTo>
                    <a:pt x="5707" y="664"/>
                  </a:lnTo>
                  <a:lnTo>
                    <a:pt x="6636" y="532"/>
                  </a:lnTo>
                  <a:lnTo>
                    <a:pt x="6636" y="532"/>
                  </a:lnTo>
                  <a:lnTo>
                    <a:pt x="7166" y="532"/>
                  </a:lnTo>
                  <a:lnTo>
                    <a:pt x="7166" y="532"/>
                  </a:lnTo>
                  <a:lnTo>
                    <a:pt x="7299" y="532"/>
                  </a:lnTo>
                  <a:lnTo>
                    <a:pt x="6636" y="266"/>
                  </a:lnTo>
                  <a:lnTo>
                    <a:pt x="6636" y="266"/>
                  </a:lnTo>
                  <a:lnTo>
                    <a:pt x="6237" y="1"/>
                  </a:lnTo>
                  <a:lnTo>
                    <a:pt x="55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8"/>
            <p:cNvSpPr/>
            <p:nvPr/>
          </p:nvSpPr>
          <p:spPr>
            <a:xfrm>
              <a:off x="8072878" y="2819942"/>
              <a:ext cx="127633" cy="167242"/>
            </a:xfrm>
            <a:custGeom>
              <a:rect b="b" l="l" r="r" t="t"/>
              <a:pathLst>
                <a:path extrusionOk="0" h="10087" w="7698">
                  <a:moveTo>
                    <a:pt x="5309" y="1"/>
                  </a:moveTo>
                  <a:lnTo>
                    <a:pt x="4513" y="133"/>
                  </a:lnTo>
                  <a:lnTo>
                    <a:pt x="3717" y="531"/>
                  </a:lnTo>
                  <a:lnTo>
                    <a:pt x="3053" y="1062"/>
                  </a:lnTo>
                  <a:lnTo>
                    <a:pt x="2257" y="1726"/>
                  </a:lnTo>
                  <a:lnTo>
                    <a:pt x="1593" y="2522"/>
                  </a:lnTo>
                  <a:lnTo>
                    <a:pt x="1062" y="3451"/>
                  </a:lnTo>
                  <a:lnTo>
                    <a:pt x="532" y="4380"/>
                  </a:lnTo>
                  <a:lnTo>
                    <a:pt x="266" y="5442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8229"/>
                  </a:lnTo>
                  <a:lnTo>
                    <a:pt x="266" y="8892"/>
                  </a:lnTo>
                  <a:lnTo>
                    <a:pt x="664" y="9423"/>
                  </a:lnTo>
                  <a:lnTo>
                    <a:pt x="1195" y="9821"/>
                  </a:lnTo>
                  <a:lnTo>
                    <a:pt x="1726" y="10087"/>
                  </a:lnTo>
                  <a:lnTo>
                    <a:pt x="2390" y="10087"/>
                  </a:lnTo>
                  <a:lnTo>
                    <a:pt x="3053" y="9954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361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034" y="5707"/>
                  </a:lnTo>
                  <a:lnTo>
                    <a:pt x="7433" y="4645"/>
                  </a:lnTo>
                  <a:lnTo>
                    <a:pt x="7698" y="3716"/>
                  </a:lnTo>
                  <a:lnTo>
                    <a:pt x="7698" y="2787"/>
                  </a:lnTo>
                  <a:lnTo>
                    <a:pt x="7565" y="1858"/>
                  </a:lnTo>
                  <a:lnTo>
                    <a:pt x="7433" y="1195"/>
                  </a:lnTo>
                  <a:lnTo>
                    <a:pt x="7034" y="664"/>
                  </a:lnTo>
                  <a:lnTo>
                    <a:pt x="6504" y="266"/>
                  </a:lnTo>
                  <a:lnTo>
                    <a:pt x="59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8"/>
            <p:cNvSpPr/>
            <p:nvPr/>
          </p:nvSpPr>
          <p:spPr>
            <a:xfrm>
              <a:off x="8072878" y="2819942"/>
              <a:ext cx="127633" cy="167242"/>
            </a:xfrm>
            <a:custGeom>
              <a:rect b="b" l="l" r="r" t="t"/>
              <a:pathLst>
                <a:path extrusionOk="0" fill="none" h="10087" w="7698">
                  <a:moveTo>
                    <a:pt x="3717" y="531"/>
                  </a:moveTo>
                  <a:lnTo>
                    <a:pt x="3717" y="531"/>
                  </a:lnTo>
                  <a:lnTo>
                    <a:pt x="3053" y="1062"/>
                  </a:lnTo>
                  <a:lnTo>
                    <a:pt x="2257" y="1726"/>
                  </a:lnTo>
                  <a:lnTo>
                    <a:pt x="1593" y="2522"/>
                  </a:lnTo>
                  <a:lnTo>
                    <a:pt x="1062" y="3451"/>
                  </a:lnTo>
                  <a:lnTo>
                    <a:pt x="532" y="4380"/>
                  </a:lnTo>
                  <a:lnTo>
                    <a:pt x="266" y="5442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" y="8229"/>
                  </a:lnTo>
                  <a:lnTo>
                    <a:pt x="266" y="8892"/>
                  </a:lnTo>
                  <a:lnTo>
                    <a:pt x="664" y="9423"/>
                  </a:lnTo>
                  <a:lnTo>
                    <a:pt x="1195" y="9821"/>
                  </a:lnTo>
                  <a:lnTo>
                    <a:pt x="1726" y="10087"/>
                  </a:lnTo>
                  <a:lnTo>
                    <a:pt x="2390" y="10087"/>
                  </a:lnTo>
                  <a:lnTo>
                    <a:pt x="3053" y="9954"/>
                  </a:lnTo>
                  <a:lnTo>
                    <a:pt x="3849" y="9556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361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034" y="5707"/>
                  </a:lnTo>
                  <a:lnTo>
                    <a:pt x="7433" y="4645"/>
                  </a:lnTo>
                  <a:lnTo>
                    <a:pt x="7698" y="3716"/>
                  </a:lnTo>
                  <a:lnTo>
                    <a:pt x="7698" y="2787"/>
                  </a:lnTo>
                  <a:lnTo>
                    <a:pt x="7698" y="2787"/>
                  </a:lnTo>
                  <a:lnTo>
                    <a:pt x="7565" y="1858"/>
                  </a:lnTo>
                  <a:lnTo>
                    <a:pt x="7433" y="1195"/>
                  </a:lnTo>
                  <a:lnTo>
                    <a:pt x="7034" y="664"/>
                  </a:lnTo>
                  <a:lnTo>
                    <a:pt x="6504" y="266"/>
                  </a:lnTo>
                  <a:lnTo>
                    <a:pt x="5973" y="1"/>
                  </a:lnTo>
                  <a:lnTo>
                    <a:pt x="5309" y="1"/>
                  </a:lnTo>
                  <a:lnTo>
                    <a:pt x="4513" y="133"/>
                  </a:lnTo>
                  <a:lnTo>
                    <a:pt x="3717" y="5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58"/>
            <p:cNvSpPr/>
            <p:nvPr/>
          </p:nvSpPr>
          <p:spPr>
            <a:xfrm>
              <a:off x="8072878" y="2819942"/>
              <a:ext cx="101237" cy="149635"/>
            </a:xfrm>
            <a:custGeom>
              <a:rect b="b" l="l" r="r" t="t"/>
              <a:pathLst>
                <a:path extrusionOk="0" fill="none" h="9025" w="6106">
                  <a:moveTo>
                    <a:pt x="5575" y="1"/>
                  </a:moveTo>
                  <a:lnTo>
                    <a:pt x="5575" y="1"/>
                  </a:lnTo>
                  <a:lnTo>
                    <a:pt x="4646" y="133"/>
                  </a:lnTo>
                  <a:lnTo>
                    <a:pt x="3717" y="531"/>
                  </a:lnTo>
                  <a:lnTo>
                    <a:pt x="3717" y="531"/>
                  </a:lnTo>
                  <a:lnTo>
                    <a:pt x="3053" y="1062"/>
                  </a:lnTo>
                  <a:lnTo>
                    <a:pt x="2257" y="1726"/>
                  </a:lnTo>
                  <a:lnTo>
                    <a:pt x="1593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33" y="8361"/>
                  </a:lnTo>
                  <a:lnTo>
                    <a:pt x="399" y="9025"/>
                  </a:lnTo>
                  <a:lnTo>
                    <a:pt x="399" y="9025"/>
                  </a:lnTo>
                  <a:lnTo>
                    <a:pt x="399" y="9025"/>
                  </a:lnTo>
                  <a:lnTo>
                    <a:pt x="532" y="7565"/>
                  </a:lnTo>
                  <a:lnTo>
                    <a:pt x="797" y="6105"/>
                  </a:lnTo>
                  <a:lnTo>
                    <a:pt x="1328" y="4778"/>
                  </a:lnTo>
                  <a:lnTo>
                    <a:pt x="1991" y="3584"/>
                  </a:lnTo>
                  <a:lnTo>
                    <a:pt x="2788" y="2522"/>
                  </a:lnTo>
                  <a:lnTo>
                    <a:pt x="3849" y="1593"/>
                  </a:lnTo>
                  <a:lnTo>
                    <a:pt x="4911" y="664"/>
                  </a:lnTo>
                  <a:lnTo>
                    <a:pt x="6105" y="1"/>
                  </a:lnTo>
                  <a:lnTo>
                    <a:pt x="6105" y="1"/>
                  </a:lnTo>
                  <a:lnTo>
                    <a:pt x="5575" y="1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58"/>
            <p:cNvSpPr/>
            <p:nvPr/>
          </p:nvSpPr>
          <p:spPr>
            <a:xfrm>
              <a:off x="7993675" y="3251204"/>
              <a:ext cx="499489" cy="257454"/>
            </a:xfrm>
            <a:custGeom>
              <a:rect b="b" l="l" r="r" t="t"/>
              <a:pathLst>
                <a:path extrusionOk="0" h="15528" w="30126">
                  <a:moveTo>
                    <a:pt x="13537" y="1"/>
                  </a:moveTo>
                  <a:lnTo>
                    <a:pt x="12077" y="133"/>
                  </a:lnTo>
                  <a:lnTo>
                    <a:pt x="10750" y="399"/>
                  </a:lnTo>
                  <a:lnTo>
                    <a:pt x="9290" y="664"/>
                  </a:lnTo>
                  <a:lnTo>
                    <a:pt x="7963" y="1062"/>
                  </a:lnTo>
                  <a:lnTo>
                    <a:pt x="6768" y="1461"/>
                  </a:lnTo>
                  <a:lnTo>
                    <a:pt x="5441" y="1991"/>
                  </a:lnTo>
                  <a:lnTo>
                    <a:pt x="4380" y="2522"/>
                  </a:lnTo>
                  <a:lnTo>
                    <a:pt x="3318" y="3186"/>
                  </a:lnTo>
                  <a:lnTo>
                    <a:pt x="0" y="3186"/>
                  </a:lnTo>
                  <a:lnTo>
                    <a:pt x="0" y="7698"/>
                  </a:lnTo>
                  <a:lnTo>
                    <a:pt x="0" y="8362"/>
                  </a:lnTo>
                  <a:lnTo>
                    <a:pt x="133" y="9025"/>
                  </a:lnTo>
                  <a:lnTo>
                    <a:pt x="531" y="9689"/>
                  </a:lnTo>
                  <a:lnTo>
                    <a:pt x="1062" y="10352"/>
                  </a:lnTo>
                  <a:lnTo>
                    <a:pt x="1593" y="11016"/>
                  </a:lnTo>
                  <a:lnTo>
                    <a:pt x="2389" y="11679"/>
                  </a:lnTo>
                  <a:lnTo>
                    <a:pt x="3318" y="12343"/>
                  </a:lnTo>
                  <a:lnTo>
                    <a:pt x="4380" y="13006"/>
                  </a:lnTo>
                  <a:lnTo>
                    <a:pt x="5441" y="13537"/>
                  </a:lnTo>
                  <a:lnTo>
                    <a:pt x="6768" y="14068"/>
                  </a:lnTo>
                  <a:lnTo>
                    <a:pt x="7963" y="14466"/>
                  </a:lnTo>
                  <a:lnTo>
                    <a:pt x="9290" y="14864"/>
                  </a:lnTo>
                  <a:lnTo>
                    <a:pt x="10750" y="15130"/>
                  </a:lnTo>
                  <a:lnTo>
                    <a:pt x="12077" y="15395"/>
                  </a:lnTo>
                  <a:lnTo>
                    <a:pt x="13537" y="15528"/>
                  </a:lnTo>
                  <a:lnTo>
                    <a:pt x="16456" y="15528"/>
                  </a:lnTo>
                  <a:lnTo>
                    <a:pt x="17916" y="15395"/>
                  </a:lnTo>
                  <a:lnTo>
                    <a:pt x="19243" y="15130"/>
                  </a:lnTo>
                  <a:lnTo>
                    <a:pt x="20703" y="14864"/>
                  </a:lnTo>
                  <a:lnTo>
                    <a:pt x="22030" y="14466"/>
                  </a:lnTo>
                  <a:lnTo>
                    <a:pt x="23357" y="14068"/>
                  </a:lnTo>
                  <a:lnTo>
                    <a:pt x="24552" y="13537"/>
                  </a:lnTo>
                  <a:lnTo>
                    <a:pt x="25613" y="13006"/>
                  </a:lnTo>
                  <a:lnTo>
                    <a:pt x="26675" y="12343"/>
                  </a:lnTo>
                  <a:lnTo>
                    <a:pt x="27604" y="11679"/>
                  </a:lnTo>
                  <a:lnTo>
                    <a:pt x="28400" y="11016"/>
                  </a:lnTo>
                  <a:lnTo>
                    <a:pt x="29064" y="10352"/>
                  </a:lnTo>
                  <a:lnTo>
                    <a:pt x="29462" y="9689"/>
                  </a:lnTo>
                  <a:lnTo>
                    <a:pt x="29860" y="9025"/>
                  </a:lnTo>
                  <a:lnTo>
                    <a:pt x="29993" y="8362"/>
                  </a:lnTo>
                  <a:lnTo>
                    <a:pt x="30125" y="7698"/>
                  </a:lnTo>
                  <a:lnTo>
                    <a:pt x="30125" y="3186"/>
                  </a:lnTo>
                  <a:lnTo>
                    <a:pt x="26808" y="3186"/>
                  </a:lnTo>
                  <a:lnTo>
                    <a:pt x="25613" y="2522"/>
                  </a:lnTo>
                  <a:lnTo>
                    <a:pt x="24552" y="1991"/>
                  </a:lnTo>
                  <a:lnTo>
                    <a:pt x="23357" y="1461"/>
                  </a:lnTo>
                  <a:lnTo>
                    <a:pt x="22030" y="1062"/>
                  </a:lnTo>
                  <a:lnTo>
                    <a:pt x="20703" y="664"/>
                  </a:lnTo>
                  <a:lnTo>
                    <a:pt x="19243" y="399"/>
                  </a:lnTo>
                  <a:lnTo>
                    <a:pt x="17916" y="133"/>
                  </a:lnTo>
                  <a:lnTo>
                    <a:pt x="1645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58"/>
            <p:cNvSpPr/>
            <p:nvPr/>
          </p:nvSpPr>
          <p:spPr>
            <a:xfrm>
              <a:off x="7993675" y="3251204"/>
              <a:ext cx="499489" cy="257454"/>
            </a:xfrm>
            <a:custGeom>
              <a:rect b="b" l="l" r="r" t="t"/>
              <a:pathLst>
                <a:path extrusionOk="0" fill="none" h="15528" w="30126">
                  <a:moveTo>
                    <a:pt x="30125" y="7698"/>
                  </a:moveTo>
                  <a:lnTo>
                    <a:pt x="30125" y="7698"/>
                  </a:lnTo>
                  <a:lnTo>
                    <a:pt x="30125" y="3186"/>
                  </a:lnTo>
                  <a:lnTo>
                    <a:pt x="26808" y="3186"/>
                  </a:lnTo>
                  <a:lnTo>
                    <a:pt x="26808" y="3186"/>
                  </a:lnTo>
                  <a:lnTo>
                    <a:pt x="25613" y="2522"/>
                  </a:lnTo>
                  <a:lnTo>
                    <a:pt x="25613" y="2522"/>
                  </a:lnTo>
                  <a:lnTo>
                    <a:pt x="24552" y="1991"/>
                  </a:lnTo>
                  <a:lnTo>
                    <a:pt x="23357" y="1461"/>
                  </a:lnTo>
                  <a:lnTo>
                    <a:pt x="22030" y="1062"/>
                  </a:lnTo>
                  <a:lnTo>
                    <a:pt x="20703" y="664"/>
                  </a:lnTo>
                  <a:lnTo>
                    <a:pt x="19243" y="399"/>
                  </a:lnTo>
                  <a:lnTo>
                    <a:pt x="17916" y="133"/>
                  </a:lnTo>
                  <a:lnTo>
                    <a:pt x="16456" y="1"/>
                  </a:lnTo>
                  <a:lnTo>
                    <a:pt x="14996" y="1"/>
                  </a:lnTo>
                  <a:lnTo>
                    <a:pt x="13537" y="1"/>
                  </a:lnTo>
                  <a:lnTo>
                    <a:pt x="12077" y="133"/>
                  </a:lnTo>
                  <a:lnTo>
                    <a:pt x="10750" y="399"/>
                  </a:lnTo>
                  <a:lnTo>
                    <a:pt x="9290" y="664"/>
                  </a:lnTo>
                  <a:lnTo>
                    <a:pt x="7963" y="1062"/>
                  </a:lnTo>
                  <a:lnTo>
                    <a:pt x="6768" y="1461"/>
                  </a:lnTo>
                  <a:lnTo>
                    <a:pt x="5441" y="1991"/>
                  </a:lnTo>
                  <a:lnTo>
                    <a:pt x="4380" y="2522"/>
                  </a:lnTo>
                  <a:lnTo>
                    <a:pt x="4380" y="2522"/>
                  </a:lnTo>
                  <a:lnTo>
                    <a:pt x="3318" y="3186"/>
                  </a:lnTo>
                  <a:lnTo>
                    <a:pt x="0" y="3186"/>
                  </a:lnTo>
                  <a:lnTo>
                    <a:pt x="0" y="7698"/>
                  </a:lnTo>
                  <a:lnTo>
                    <a:pt x="0" y="7698"/>
                  </a:lnTo>
                  <a:lnTo>
                    <a:pt x="0" y="7698"/>
                  </a:lnTo>
                  <a:lnTo>
                    <a:pt x="0" y="8362"/>
                  </a:lnTo>
                  <a:lnTo>
                    <a:pt x="133" y="9025"/>
                  </a:lnTo>
                  <a:lnTo>
                    <a:pt x="531" y="9689"/>
                  </a:lnTo>
                  <a:lnTo>
                    <a:pt x="1062" y="10352"/>
                  </a:lnTo>
                  <a:lnTo>
                    <a:pt x="1593" y="11016"/>
                  </a:lnTo>
                  <a:lnTo>
                    <a:pt x="2389" y="11679"/>
                  </a:lnTo>
                  <a:lnTo>
                    <a:pt x="3318" y="12343"/>
                  </a:lnTo>
                  <a:lnTo>
                    <a:pt x="4380" y="13006"/>
                  </a:lnTo>
                  <a:lnTo>
                    <a:pt x="4380" y="13006"/>
                  </a:lnTo>
                  <a:lnTo>
                    <a:pt x="5441" y="13537"/>
                  </a:lnTo>
                  <a:lnTo>
                    <a:pt x="6768" y="14068"/>
                  </a:lnTo>
                  <a:lnTo>
                    <a:pt x="7963" y="14466"/>
                  </a:lnTo>
                  <a:lnTo>
                    <a:pt x="9290" y="14864"/>
                  </a:lnTo>
                  <a:lnTo>
                    <a:pt x="10750" y="15130"/>
                  </a:lnTo>
                  <a:lnTo>
                    <a:pt x="12077" y="15395"/>
                  </a:lnTo>
                  <a:lnTo>
                    <a:pt x="13537" y="15528"/>
                  </a:lnTo>
                  <a:lnTo>
                    <a:pt x="14996" y="15528"/>
                  </a:lnTo>
                  <a:lnTo>
                    <a:pt x="16456" y="15528"/>
                  </a:lnTo>
                  <a:lnTo>
                    <a:pt x="17916" y="15395"/>
                  </a:lnTo>
                  <a:lnTo>
                    <a:pt x="19243" y="15130"/>
                  </a:lnTo>
                  <a:lnTo>
                    <a:pt x="20703" y="14864"/>
                  </a:lnTo>
                  <a:lnTo>
                    <a:pt x="22030" y="14466"/>
                  </a:lnTo>
                  <a:lnTo>
                    <a:pt x="23357" y="14068"/>
                  </a:lnTo>
                  <a:lnTo>
                    <a:pt x="24552" y="13537"/>
                  </a:lnTo>
                  <a:lnTo>
                    <a:pt x="25613" y="13006"/>
                  </a:lnTo>
                  <a:lnTo>
                    <a:pt x="25613" y="13006"/>
                  </a:lnTo>
                  <a:lnTo>
                    <a:pt x="26675" y="12343"/>
                  </a:lnTo>
                  <a:lnTo>
                    <a:pt x="27604" y="11679"/>
                  </a:lnTo>
                  <a:lnTo>
                    <a:pt x="28400" y="11016"/>
                  </a:lnTo>
                  <a:lnTo>
                    <a:pt x="29064" y="10352"/>
                  </a:lnTo>
                  <a:lnTo>
                    <a:pt x="29462" y="9689"/>
                  </a:lnTo>
                  <a:lnTo>
                    <a:pt x="29860" y="9025"/>
                  </a:lnTo>
                  <a:lnTo>
                    <a:pt x="29993" y="8362"/>
                  </a:lnTo>
                  <a:lnTo>
                    <a:pt x="30125" y="769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58"/>
            <p:cNvSpPr/>
            <p:nvPr/>
          </p:nvSpPr>
          <p:spPr>
            <a:xfrm>
              <a:off x="7993675" y="3160992"/>
              <a:ext cx="499489" cy="288260"/>
            </a:xfrm>
            <a:custGeom>
              <a:rect b="b" l="l" r="r" t="t"/>
              <a:pathLst>
                <a:path extrusionOk="0" h="17386" w="30126">
                  <a:moveTo>
                    <a:pt x="13537" y="1"/>
                  </a:moveTo>
                  <a:lnTo>
                    <a:pt x="12077" y="133"/>
                  </a:lnTo>
                  <a:lnTo>
                    <a:pt x="10750" y="399"/>
                  </a:lnTo>
                  <a:lnTo>
                    <a:pt x="9290" y="664"/>
                  </a:lnTo>
                  <a:lnTo>
                    <a:pt x="7963" y="930"/>
                  </a:lnTo>
                  <a:lnTo>
                    <a:pt x="6768" y="1460"/>
                  </a:lnTo>
                  <a:lnTo>
                    <a:pt x="5441" y="1991"/>
                  </a:lnTo>
                  <a:lnTo>
                    <a:pt x="4380" y="2522"/>
                  </a:lnTo>
                  <a:lnTo>
                    <a:pt x="3318" y="3186"/>
                  </a:lnTo>
                  <a:lnTo>
                    <a:pt x="2389" y="3849"/>
                  </a:lnTo>
                  <a:lnTo>
                    <a:pt x="1725" y="4646"/>
                  </a:lnTo>
                  <a:lnTo>
                    <a:pt x="1062" y="5442"/>
                  </a:lnTo>
                  <a:lnTo>
                    <a:pt x="531" y="6238"/>
                  </a:lnTo>
                  <a:lnTo>
                    <a:pt x="266" y="7034"/>
                  </a:lnTo>
                  <a:lnTo>
                    <a:pt x="0" y="7831"/>
                  </a:lnTo>
                  <a:lnTo>
                    <a:pt x="0" y="8627"/>
                  </a:lnTo>
                  <a:lnTo>
                    <a:pt x="0" y="9556"/>
                  </a:lnTo>
                  <a:lnTo>
                    <a:pt x="266" y="10352"/>
                  </a:lnTo>
                  <a:lnTo>
                    <a:pt x="531" y="11148"/>
                  </a:lnTo>
                  <a:lnTo>
                    <a:pt x="1062" y="11945"/>
                  </a:lnTo>
                  <a:lnTo>
                    <a:pt x="1725" y="12741"/>
                  </a:lnTo>
                  <a:lnTo>
                    <a:pt x="2389" y="13404"/>
                  </a:lnTo>
                  <a:lnTo>
                    <a:pt x="3318" y="14201"/>
                  </a:lnTo>
                  <a:lnTo>
                    <a:pt x="4380" y="14864"/>
                  </a:lnTo>
                  <a:lnTo>
                    <a:pt x="5441" y="15395"/>
                  </a:lnTo>
                  <a:lnTo>
                    <a:pt x="6768" y="15926"/>
                  </a:lnTo>
                  <a:lnTo>
                    <a:pt x="7963" y="16324"/>
                  </a:lnTo>
                  <a:lnTo>
                    <a:pt x="9290" y="16722"/>
                  </a:lnTo>
                  <a:lnTo>
                    <a:pt x="10750" y="16988"/>
                  </a:lnTo>
                  <a:lnTo>
                    <a:pt x="12077" y="17253"/>
                  </a:lnTo>
                  <a:lnTo>
                    <a:pt x="13537" y="17386"/>
                  </a:lnTo>
                  <a:lnTo>
                    <a:pt x="16456" y="17386"/>
                  </a:lnTo>
                  <a:lnTo>
                    <a:pt x="17916" y="17253"/>
                  </a:lnTo>
                  <a:lnTo>
                    <a:pt x="19243" y="16988"/>
                  </a:lnTo>
                  <a:lnTo>
                    <a:pt x="20703" y="16722"/>
                  </a:lnTo>
                  <a:lnTo>
                    <a:pt x="22030" y="16324"/>
                  </a:lnTo>
                  <a:lnTo>
                    <a:pt x="23357" y="15926"/>
                  </a:lnTo>
                  <a:lnTo>
                    <a:pt x="24552" y="15395"/>
                  </a:lnTo>
                  <a:lnTo>
                    <a:pt x="25613" y="14864"/>
                  </a:lnTo>
                  <a:lnTo>
                    <a:pt x="26675" y="14201"/>
                  </a:lnTo>
                  <a:lnTo>
                    <a:pt x="27604" y="13404"/>
                  </a:lnTo>
                  <a:lnTo>
                    <a:pt x="28400" y="12741"/>
                  </a:lnTo>
                  <a:lnTo>
                    <a:pt x="28931" y="11945"/>
                  </a:lnTo>
                  <a:lnTo>
                    <a:pt x="29462" y="11148"/>
                  </a:lnTo>
                  <a:lnTo>
                    <a:pt x="29860" y="10352"/>
                  </a:lnTo>
                  <a:lnTo>
                    <a:pt x="29993" y="9556"/>
                  </a:lnTo>
                  <a:lnTo>
                    <a:pt x="30125" y="8627"/>
                  </a:lnTo>
                  <a:lnTo>
                    <a:pt x="29993" y="7831"/>
                  </a:lnTo>
                  <a:lnTo>
                    <a:pt x="29860" y="7034"/>
                  </a:lnTo>
                  <a:lnTo>
                    <a:pt x="29462" y="6238"/>
                  </a:lnTo>
                  <a:lnTo>
                    <a:pt x="28931" y="5442"/>
                  </a:lnTo>
                  <a:lnTo>
                    <a:pt x="28400" y="4646"/>
                  </a:lnTo>
                  <a:lnTo>
                    <a:pt x="27604" y="3849"/>
                  </a:lnTo>
                  <a:lnTo>
                    <a:pt x="26675" y="3186"/>
                  </a:lnTo>
                  <a:lnTo>
                    <a:pt x="25613" y="2522"/>
                  </a:lnTo>
                  <a:lnTo>
                    <a:pt x="24552" y="1991"/>
                  </a:lnTo>
                  <a:lnTo>
                    <a:pt x="23357" y="1460"/>
                  </a:lnTo>
                  <a:lnTo>
                    <a:pt x="22030" y="930"/>
                  </a:lnTo>
                  <a:lnTo>
                    <a:pt x="20703" y="664"/>
                  </a:lnTo>
                  <a:lnTo>
                    <a:pt x="19243" y="399"/>
                  </a:lnTo>
                  <a:lnTo>
                    <a:pt x="17916" y="133"/>
                  </a:lnTo>
                  <a:lnTo>
                    <a:pt x="1645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58"/>
            <p:cNvSpPr/>
            <p:nvPr/>
          </p:nvSpPr>
          <p:spPr>
            <a:xfrm>
              <a:off x="7993675" y="3160992"/>
              <a:ext cx="499489" cy="288260"/>
            </a:xfrm>
            <a:custGeom>
              <a:rect b="b" l="l" r="r" t="t"/>
              <a:pathLst>
                <a:path extrusionOk="0" fill="none" h="17386" w="30126">
                  <a:moveTo>
                    <a:pt x="4380" y="14864"/>
                  </a:moveTo>
                  <a:lnTo>
                    <a:pt x="4380" y="14864"/>
                  </a:lnTo>
                  <a:lnTo>
                    <a:pt x="3318" y="14201"/>
                  </a:lnTo>
                  <a:lnTo>
                    <a:pt x="2389" y="13404"/>
                  </a:lnTo>
                  <a:lnTo>
                    <a:pt x="1725" y="12741"/>
                  </a:lnTo>
                  <a:lnTo>
                    <a:pt x="1062" y="11945"/>
                  </a:lnTo>
                  <a:lnTo>
                    <a:pt x="531" y="11148"/>
                  </a:lnTo>
                  <a:lnTo>
                    <a:pt x="266" y="10352"/>
                  </a:lnTo>
                  <a:lnTo>
                    <a:pt x="0" y="9556"/>
                  </a:lnTo>
                  <a:lnTo>
                    <a:pt x="0" y="8627"/>
                  </a:lnTo>
                  <a:lnTo>
                    <a:pt x="0" y="7831"/>
                  </a:lnTo>
                  <a:lnTo>
                    <a:pt x="266" y="7034"/>
                  </a:lnTo>
                  <a:lnTo>
                    <a:pt x="531" y="6238"/>
                  </a:lnTo>
                  <a:lnTo>
                    <a:pt x="1062" y="5442"/>
                  </a:lnTo>
                  <a:lnTo>
                    <a:pt x="1725" y="4646"/>
                  </a:lnTo>
                  <a:lnTo>
                    <a:pt x="2389" y="3849"/>
                  </a:lnTo>
                  <a:lnTo>
                    <a:pt x="3318" y="3186"/>
                  </a:lnTo>
                  <a:lnTo>
                    <a:pt x="4380" y="2522"/>
                  </a:lnTo>
                  <a:lnTo>
                    <a:pt x="4380" y="2522"/>
                  </a:lnTo>
                  <a:lnTo>
                    <a:pt x="5441" y="1991"/>
                  </a:lnTo>
                  <a:lnTo>
                    <a:pt x="6768" y="1460"/>
                  </a:lnTo>
                  <a:lnTo>
                    <a:pt x="7963" y="930"/>
                  </a:lnTo>
                  <a:lnTo>
                    <a:pt x="9290" y="664"/>
                  </a:lnTo>
                  <a:lnTo>
                    <a:pt x="10750" y="399"/>
                  </a:lnTo>
                  <a:lnTo>
                    <a:pt x="12077" y="133"/>
                  </a:lnTo>
                  <a:lnTo>
                    <a:pt x="13537" y="1"/>
                  </a:lnTo>
                  <a:lnTo>
                    <a:pt x="14996" y="1"/>
                  </a:lnTo>
                  <a:lnTo>
                    <a:pt x="16456" y="1"/>
                  </a:lnTo>
                  <a:lnTo>
                    <a:pt x="17916" y="133"/>
                  </a:lnTo>
                  <a:lnTo>
                    <a:pt x="19243" y="399"/>
                  </a:lnTo>
                  <a:lnTo>
                    <a:pt x="20703" y="664"/>
                  </a:lnTo>
                  <a:lnTo>
                    <a:pt x="22030" y="930"/>
                  </a:lnTo>
                  <a:lnTo>
                    <a:pt x="23357" y="1460"/>
                  </a:lnTo>
                  <a:lnTo>
                    <a:pt x="24552" y="1991"/>
                  </a:lnTo>
                  <a:lnTo>
                    <a:pt x="25613" y="2522"/>
                  </a:lnTo>
                  <a:lnTo>
                    <a:pt x="25613" y="2522"/>
                  </a:lnTo>
                  <a:lnTo>
                    <a:pt x="26675" y="3186"/>
                  </a:lnTo>
                  <a:lnTo>
                    <a:pt x="27604" y="3849"/>
                  </a:lnTo>
                  <a:lnTo>
                    <a:pt x="28400" y="4646"/>
                  </a:lnTo>
                  <a:lnTo>
                    <a:pt x="28931" y="5442"/>
                  </a:lnTo>
                  <a:lnTo>
                    <a:pt x="29462" y="6238"/>
                  </a:lnTo>
                  <a:lnTo>
                    <a:pt x="29860" y="7034"/>
                  </a:lnTo>
                  <a:lnTo>
                    <a:pt x="29993" y="7831"/>
                  </a:lnTo>
                  <a:lnTo>
                    <a:pt x="30125" y="8627"/>
                  </a:lnTo>
                  <a:lnTo>
                    <a:pt x="29993" y="9556"/>
                  </a:lnTo>
                  <a:lnTo>
                    <a:pt x="29860" y="10352"/>
                  </a:lnTo>
                  <a:lnTo>
                    <a:pt x="29462" y="11148"/>
                  </a:lnTo>
                  <a:lnTo>
                    <a:pt x="28931" y="11945"/>
                  </a:lnTo>
                  <a:lnTo>
                    <a:pt x="28400" y="12741"/>
                  </a:lnTo>
                  <a:lnTo>
                    <a:pt x="27604" y="13404"/>
                  </a:lnTo>
                  <a:lnTo>
                    <a:pt x="26675" y="14201"/>
                  </a:lnTo>
                  <a:lnTo>
                    <a:pt x="25613" y="14864"/>
                  </a:lnTo>
                  <a:lnTo>
                    <a:pt x="25613" y="14864"/>
                  </a:lnTo>
                  <a:lnTo>
                    <a:pt x="24552" y="15395"/>
                  </a:lnTo>
                  <a:lnTo>
                    <a:pt x="23357" y="15926"/>
                  </a:lnTo>
                  <a:lnTo>
                    <a:pt x="22030" y="16324"/>
                  </a:lnTo>
                  <a:lnTo>
                    <a:pt x="20703" y="16722"/>
                  </a:lnTo>
                  <a:lnTo>
                    <a:pt x="19243" y="16988"/>
                  </a:lnTo>
                  <a:lnTo>
                    <a:pt x="17916" y="17253"/>
                  </a:lnTo>
                  <a:lnTo>
                    <a:pt x="16456" y="17386"/>
                  </a:lnTo>
                  <a:lnTo>
                    <a:pt x="14996" y="17386"/>
                  </a:lnTo>
                  <a:lnTo>
                    <a:pt x="13537" y="17386"/>
                  </a:lnTo>
                  <a:lnTo>
                    <a:pt x="12077" y="17253"/>
                  </a:lnTo>
                  <a:lnTo>
                    <a:pt x="10750" y="16988"/>
                  </a:lnTo>
                  <a:lnTo>
                    <a:pt x="9290" y="16722"/>
                  </a:lnTo>
                  <a:lnTo>
                    <a:pt x="7963" y="16324"/>
                  </a:lnTo>
                  <a:lnTo>
                    <a:pt x="6768" y="15926"/>
                  </a:lnTo>
                  <a:lnTo>
                    <a:pt x="5441" y="15395"/>
                  </a:lnTo>
                  <a:lnTo>
                    <a:pt x="4380" y="148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58"/>
            <p:cNvSpPr/>
            <p:nvPr/>
          </p:nvSpPr>
          <p:spPr>
            <a:xfrm>
              <a:off x="8079477" y="2806744"/>
              <a:ext cx="325681" cy="591906"/>
            </a:xfrm>
            <a:custGeom>
              <a:rect b="b" l="l" r="r" t="t"/>
              <a:pathLst>
                <a:path extrusionOk="0" h="35700" w="19643">
                  <a:moveTo>
                    <a:pt x="8760" y="0"/>
                  </a:moveTo>
                  <a:lnTo>
                    <a:pt x="7831" y="133"/>
                  </a:lnTo>
                  <a:lnTo>
                    <a:pt x="6902" y="398"/>
                  </a:lnTo>
                  <a:lnTo>
                    <a:pt x="5973" y="797"/>
                  </a:lnTo>
                  <a:lnTo>
                    <a:pt x="5177" y="1195"/>
                  </a:lnTo>
                  <a:lnTo>
                    <a:pt x="4248" y="1593"/>
                  </a:lnTo>
                  <a:lnTo>
                    <a:pt x="3584" y="2256"/>
                  </a:lnTo>
                  <a:lnTo>
                    <a:pt x="2788" y="2920"/>
                  </a:lnTo>
                  <a:lnTo>
                    <a:pt x="2257" y="3583"/>
                  </a:lnTo>
                  <a:lnTo>
                    <a:pt x="1593" y="4247"/>
                  </a:lnTo>
                  <a:lnTo>
                    <a:pt x="1195" y="5176"/>
                  </a:lnTo>
                  <a:lnTo>
                    <a:pt x="797" y="5972"/>
                  </a:lnTo>
                  <a:lnTo>
                    <a:pt x="399" y="6901"/>
                  </a:lnTo>
                  <a:lnTo>
                    <a:pt x="134" y="7830"/>
                  </a:lnTo>
                  <a:lnTo>
                    <a:pt x="1" y="8759"/>
                  </a:lnTo>
                  <a:lnTo>
                    <a:pt x="1" y="9821"/>
                  </a:lnTo>
                  <a:lnTo>
                    <a:pt x="1" y="30126"/>
                  </a:lnTo>
                  <a:lnTo>
                    <a:pt x="1" y="30656"/>
                  </a:lnTo>
                  <a:lnTo>
                    <a:pt x="134" y="31187"/>
                  </a:lnTo>
                  <a:lnTo>
                    <a:pt x="399" y="31718"/>
                  </a:lnTo>
                  <a:lnTo>
                    <a:pt x="664" y="32249"/>
                  </a:lnTo>
                  <a:lnTo>
                    <a:pt x="1063" y="32647"/>
                  </a:lnTo>
                  <a:lnTo>
                    <a:pt x="1593" y="33178"/>
                  </a:lnTo>
                  <a:lnTo>
                    <a:pt x="2921" y="34107"/>
                  </a:lnTo>
                  <a:lnTo>
                    <a:pt x="4380" y="34770"/>
                  </a:lnTo>
                  <a:lnTo>
                    <a:pt x="6106" y="35301"/>
                  </a:lnTo>
                  <a:lnTo>
                    <a:pt x="7964" y="35567"/>
                  </a:lnTo>
                  <a:lnTo>
                    <a:pt x="9821" y="35699"/>
                  </a:lnTo>
                  <a:lnTo>
                    <a:pt x="11679" y="35567"/>
                  </a:lnTo>
                  <a:lnTo>
                    <a:pt x="13537" y="35301"/>
                  </a:lnTo>
                  <a:lnTo>
                    <a:pt x="15263" y="34770"/>
                  </a:lnTo>
                  <a:lnTo>
                    <a:pt x="16722" y="34107"/>
                  </a:lnTo>
                  <a:lnTo>
                    <a:pt x="18050" y="33178"/>
                  </a:lnTo>
                  <a:lnTo>
                    <a:pt x="18846" y="32249"/>
                  </a:lnTo>
                  <a:lnTo>
                    <a:pt x="19244" y="31718"/>
                  </a:lnTo>
                  <a:lnTo>
                    <a:pt x="19509" y="31187"/>
                  </a:lnTo>
                  <a:lnTo>
                    <a:pt x="19642" y="30656"/>
                  </a:lnTo>
                  <a:lnTo>
                    <a:pt x="19642" y="30126"/>
                  </a:lnTo>
                  <a:lnTo>
                    <a:pt x="19642" y="29993"/>
                  </a:lnTo>
                  <a:lnTo>
                    <a:pt x="19642" y="9821"/>
                  </a:lnTo>
                  <a:lnTo>
                    <a:pt x="19642" y="8759"/>
                  </a:lnTo>
                  <a:lnTo>
                    <a:pt x="19377" y="7830"/>
                  </a:lnTo>
                  <a:lnTo>
                    <a:pt x="19244" y="6901"/>
                  </a:lnTo>
                  <a:lnTo>
                    <a:pt x="18846" y="5972"/>
                  </a:lnTo>
                  <a:lnTo>
                    <a:pt x="18448" y="5176"/>
                  </a:lnTo>
                  <a:lnTo>
                    <a:pt x="17917" y="4247"/>
                  </a:lnTo>
                  <a:lnTo>
                    <a:pt x="17386" y="3583"/>
                  </a:lnTo>
                  <a:lnTo>
                    <a:pt x="16722" y="2920"/>
                  </a:lnTo>
                  <a:lnTo>
                    <a:pt x="16059" y="2256"/>
                  </a:lnTo>
                  <a:lnTo>
                    <a:pt x="15263" y="1593"/>
                  </a:lnTo>
                  <a:lnTo>
                    <a:pt x="14466" y="1195"/>
                  </a:lnTo>
                  <a:lnTo>
                    <a:pt x="13670" y="797"/>
                  </a:lnTo>
                  <a:lnTo>
                    <a:pt x="12741" y="398"/>
                  </a:lnTo>
                  <a:lnTo>
                    <a:pt x="11812" y="133"/>
                  </a:lnTo>
                  <a:lnTo>
                    <a:pt x="1075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58"/>
            <p:cNvSpPr/>
            <p:nvPr/>
          </p:nvSpPr>
          <p:spPr>
            <a:xfrm>
              <a:off x="8079477" y="2806744"/>
              <a:ext cx="325681" cy="591906"/>
            </a:xfrm>
            <a:custGeom>
              <a:rect b="b" l="l" r="r" t="t"/>
              <a:pathLst>
                <a:path extrusionOk="0" fill="none" h="35700" w="19643">
                  <a:moveTo>
                    <a:pt x="19642" y="29993"/>
                  </a:moveTo>
                  <a:lnTo>
                    <a:pt x="19642" y="29993"/>
                  </a:lnTo>
                  <a:lnTo>
                    <a:pt x="19642" y="9821"/>
                  </a:lnTo>
                  <a:lnTo>
                    <a:pt x="19642" y="9821"/>
                  </a:lnTo>
                  <a:lnTo>
                    <a:pt x="19642" y="9821"/>
                  </a:lnTo>
                  <a:lnTo>
                    <a:pt x="19642" y="8759"/>
                  </a:lnTo>
                  <a:lnTo>
                    <a:pt x="19377" y="7830"/>
                  </a:lnTo>
                  <a:lnTo>
                    <a:pt x="19244" y="6901"/>
                  </a:lnTo>
                  <a:lnTo>
                    <a:pt x="18846" y="5972"/>
                  </a:lnTo>
                  <a:lnTo>
                    <a:pt x="18448" y="5176"/>
                  </a:lnTo>
                  <a:lnTo>
                    <a:pt x="17917" y="4247"/>
                  </a:lnTo>
                  <a:lnTo>
                    <a:pt x="17386" y="3583"/>
                  </a:lnTo>
                  <a:lnTo>
                    <a:pt x="16722" y="2920"/>
                  </a:lnTo>
                  <a:lnTo>
                    <a:pt x="16059" y="2256"/>
                  </a:lnTo>
                  <a:lnTo>
                    <a:pt x="15263" y="1593"/>
                  </a:lnTo>
                  <a:lnTo>
                    <a:pt x="14466" y="1195"/>
                  </a:lnTo>
                  <a:lnTo>
                    <a:pt x="13670" y="797"/>
                  </a:lnTo>
                  <a:lnTo>
                    <a:pt x="12741" y="398"/>
                  </a:lnTo>
                  <a:lnTo>
                    <a:pt x="11812" y="133"/>
                  </a:lnTo>
                  <a:lnTo>
                    <a:pt x="10750" y="0"/>
                  </a:lnTo>
                  <a:lnTo>
                    <a:pt x="9821" y="0"/>
                  </a:lnTo>
                  <a:lnTo>
                    <a:pt x="9821" y="0"/>
                  </a:lnTo>
                  <a:lnTo>
                    <a:pt x="8760" y="0"/>
                  </a:lnTo>
                  <a:lnTo>
                    <a:pt x="7831" y="133"/>
                  </a:lnTo>
                  <a:lnTo>
                    <a:pt x="6902" y="398"/>
                  </a:lnTo>
                  <a:lnTo>
                    <a:pt x="5973" y="797"/>
                  </a:lnTo>
                  <a:lnTo>
                    <a:pt x="5177" y="1195"/>
                  </a:lnTo>
                  <a:lnTo>
                    <a:pt x="4248" y="1593"/>
                  </a:lnTo>
                  <a:lnTo>
                    <a:pt x="3584" y="2256"/>
                  </a:lnTo>
                  <a:lnTo>
                    <a:pt x="2788" y="2920"/>
                  </a:lnTo>
                  <a:lnTo>
                    <a:pt x="2257" y="3583"/>
                  </a:lnTo>
                  <a:lnTo>
                    <a:pt x="1593" y="4247"/>
                  </a:lnTo>
                  <a:lnTo>
                    <a:pt x="1195" y="5176"/>
                  </a:lnTo>
                  <a:lnTo>
                    <a:pt x="797" y="5972"/>
                  </a:lnTo>
                  <a:lnTo>
                    <a:pt x="399" y="6901"/>
                  </a:lnTo>
                  <a:lnTo>
                    <a:pt x="134" y="7830"/>
                  </a:lnTo>
                  <a:lnTo>
                    <a:pt x="1" y="8759"/>
                  </a:lnTo>
                  <a:lnTo>
                    <a:pt x="1" y="9821"/>
                  </a:lnTo>
                  <a:lnTo>
                    <a:pt x="1" y="30126"/>
                  </a:lnTo>
                  <a:lnTo>
                    <a:pt x="1" y="30126"/>
                  </a:lnTo>
                  <a:lnTo>
                    <a:pt x="1" y="30126"/>
                  </a:lnTo>
                  <a:lnTo>
                    <a:pt x="1" y="30656"/>
                  </a:lnTo>
                  <a:lnTo>
                    <a:pt x="134" y="31187"/>
                  </a:lnTo>
                  <a:lnTo>
                    <a:pt x="399" y="31718"/>
                  </a:lnTo>
                  <a:lnTo>
                    <a:pt x="664" y="32249"/>
                  </a:lnTo>
                  <a:lnTo>
                    <a:pt x="1063" y="32647"/>
                  </a:lnTo>
                  <a:lnTo>
                    <a:pt x="1593" y="33178"/>
                  </a:lnTo>
                  <a:lnTo>
                    <a:pt x="2921" y="34107"/>
                  </a:lnTo>
                  <a:lnTo>
                    <a:pt x="2921" y="34107"/>
                  </a:lnTo>
                  <a:lnTo>
                    <a:pt x="4380" y="34770"/>
                  </a:lnTo>
                  <a:lnTo>
                    <a:pt x="6106" y="35301"/>
                  </a:lnTo>
                  <a:lnTo>
                    <a:pt x="7964" y="35567"/>
                  </a:lnTo>
                  <a:lnTo>
                    <a:pt x="9821" y="35699"/>
                  </a:lnTo>
                  <a:lnTo>
                    <a:pt x="11679" y="35567"/>
                  </a:lnTo>
                  <a:lnTo>
                    <a:pt x="13537" y="35301"/>
                  </a:lnTo>
                  <a:lnTo>
                    <a:pt x="15263" y="34770"/>
                  </a:lnTo>
                  <a:lnTo>
                    <a:pt x="16722" y="34107"/>
                  </a:lnTo>
                  <a:lnTo>
                    <a:pt x="16722" y="34107"/>
                  </a:lnTo>
                  <a:lnTo>
                    <a:pt x="18050" y="33178"/>
                  </a:lnTo>
                  <a:lnTo>
                    <a:pt x="18846" y="32249"/>
                  </a:lnTo>
                  <a:lnTo>
                    <a:pt x="19244" y="31718"/>
                  </a:lnTo>
                  <a:lnTo>
                    <a:pt x="19509" y="31187"/>
                  </a:lnTo>
                  <a:lnTo>
                    <a:pt x="19642" y="30656"/>
                  </a:lnTo>
                  <a:lnTo>
                    <a:pt x="19642" y="30126"/>
                  </a:lnTo>
                  <a:lnTo>
                    <a:pt x="19642" y="30126"/>
                  </a:lnTo>
                  <a:lnTo>
                    <a:pt x="19642" y="299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58"/>
            <p:cNvSpPr/>
            <p:nvPr/>
          </p:nvSpPr>
          <p:spPr>
            <a:xfrm>
              <a:off x="8253318" y="2923351"/>
              <a:ext cx="129821" cy="171653"/>
            </a:xfrm>
            <a:custGeom>
              <a:rect b="b" l="l" r="r" t="t"/>
              <a:pathLst>
                <a:path extrusionOk="0" h="10353" w="7830">
                  <a:moveTo>
                    <a:pt x="5441" y="1"/>
                  </a:moveTo>
                  <a:lnTo>
                    <a:pt x="4778" y="134"/>
                  </a:lnTo>
                  <a:lnTo>
                    <a:pt x="3981" y="532"/>
                  </a:lnTo>
                  <a:lnTo>
                    <a:pt x="3185" y="1063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238"/>
                  </a:lnTo>
                  <a:lnTo>
                    <a:pt x="0" y="7300"/>
                  </a:lnTo>
                  <a:lnTo>
                    <a:pt x="133" y="8096"/>
                  </a:lnTo>
                  <a:lnTo>
                    <a:pt x="398" y="8893"/>
                  </a:lnTo>
                  <a:lnTo>
                    <a:pt x="796" y="9423"/>
                  </a:lnTo>
                  <a:lnTo>
                    <a:pt x="1194" y="9821"/>
                  </a:lnTo>
                  <a:lnTo>
                    <a:pt x="2123" y="10352"/>
                  </a:lnTo>
                  <a:lnTo>
                    <a:pt x="2256" y="10087"/>
                  </a:lnTo>
                  <a:lnTo>
                    <a:pt x="3052" y="9821"/>
                  </a:lnTo>
                  <a:lnTo>
                    <a:pt x="3981" y="9556"/>
                  </a:lnTo>
                  <a:lnTo>
                    <a:pt x="4778" y="8893"/>
                  </a:lnTo>
                  <a:lnTo>
                    <a:pt x="5441" y="8229"/>
                  </a:lnTo>
                  <a:lnTo>
                    <a:pt x="6105" y="7433"/>
                  </a:lnTo>
                  <a:lnTo>
                    <a:pt x="6768" y="6636"/>
                  </a:lnTo>
                  <a:lnTo>
                    <a:pt x="7166" y="5575"/>
                  </a:lnTo>
                  <a:lnTo>
                    <a:pt x="7565" y="4646"/>
                  </a:lnTo>
                  <a:lnTo>
                    <a:pt x="7830" y="3717"/>
                  </a:lnTo>
                  <a:lnTo>
                    <a:pt x="7830" y="2655"/>
                  </a:lnTo>
                  <a:lnTo>
                    <a:pt x="7697" y="1726"/>
                  </a:lnTo>
                  <a:lnTo>
                    <a:pt x="7432" y="1063"/>
                  </a:lnTo>
                  <a:lnTo>
                    <a:pt x="7565" y="664"/>
                  </a:lnTo>
                  <a:lnTo>
                    <a:pt x="6768" y="266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58"/>
            <p:cNvSpPr/>
            <p:nvPr/>
          </p:nvSpPr>
          <p:spPr>
            <a:xfrm>
              <a:off x="8253318" y="2923351"/>
              <a:ext cx="129821" cy="171653"/>
            </a:xfrm>
            <a:custGeom>
              <a:rect b="b" l="l" r="r" t="t"/>
              <a:pathLst>
                <a:path extrusionOk="0" fill="none" h="10353" w="7830">
                  <a:moveTo>
                    <a:pt x="7830" y="2655"/>
                  </a:moveTo>
                  <a:lnTo>
                    <a:pt x="7830" y="2655"/>
                  </a:lnTo>
                  <a:lnTo>
                    <a:pt x="7697" y="1726"/>
                  </a:lnTo>
                  <a:lnTo>
                    <a:pt x="7432" y="1063"/>
                  </a:lnTo>
                  <a:lnTo>
                    <a:pt x="7565" y="664"/>
                  </a:lnTo>
                  <a:lnTo>
                    <a:pt x="6768" y="266"/>
                  </a:lnTo>
                  <a:lnTo>
                    <a:pt x="6768" y="266"/>
                  </a:lnTo>
                  <a:lnTo>
                    <a:pt x="6105" y="1"/>
                  </a:lnTo>
                  <a:lnTo>
                    <a:pt x="5441" y="1"/>
                  </a:lnTo>
                  <a:lnTo>
                    <a:pt x="4778" y="134"/>
                  </a:lnTo>
                  <a:lnTo>
                    <a:pt x="3981" y="532"/>
                  </a:lnTo>
                  <a:lnTo>
                    <a:pt x="3981" y="532"/>
                  </a:lnTo>
                  <a:lnTo>
                    <a:pt x="3185" y="1063"/>
                  </a:lnTo>
                  <a:lnTo>
                    <a:pt x="2389" y="1726"/>
                  </a:lnTo>
                  <a:lnTo>
                    <a:pt x="1725" y="2522"/>
                  </a:lnTo>
                  <a:lnTo>
                    <a:pt x="1194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238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133" y="8096"/>
                  </a:lnTo>
                  <a:lnTo>
                    <a:pt x="398" y="8893"/>
                  </a:lnTo>
                  <a:lnTo>
                    <a:pt x="796" y="9423"/>
                  </a:lnTo>
                  <a:lnTo>
                    <a:pt x="1194" y="9821"/>
                  </a:lnTo>
                  <a:lnTo>
                    <a:pt x="2123" y="10352"/>
                  </a:lnTo>
                  <a:lnTo>
                    <a:pt x="2256" y="10087"/>
                  </a:lnTo>
                  <a:lnTo>
                    <a:pt x="2256" y="10087"/>
                  </a:lnTo>
                  <a:lnTo>
                    <a:pt x="3052" y="9821"/>
                  </a:lnTo>
                  <a:lnTo>
                    <a:pt x="3981" y="9556"/>
                  </a:lnTo>
                  <a:lnTo>
                    <a:pt x="3981" y="9556"/>
                  </a:lnTo>
                  <a:lnTo>
                    <a:pt x="4778" y="8893"/>
                  </a:lnTo>
                  <a:lnTo>
                    <a:pt x="5441" y="8229"/>
                  </a:lnTo>
                  <a:lnTo>
                    <a:pt x="6105" y="7433"/>
                  </a:lnTo>
                  <a:lnTo>
                    <a:pt x="6768" y="6636"/>
                  </a:lnTo>
                  <a:lnTo>
                    <a:pt x="7166" y="5575"/>
                  </a:lnTo>
                  <a:lnTo>
                    <a:pt x="7565" y="4646"/>
                  </a:lnTo>
                  <a:lnTo>
                    <a:pt x="7830" y="3717"/>
                  </a:lnTo>
                  <a:lnTo>
                    <a:pt x="7830" y="26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58"/>
            <p:cNvSpPr/>
            <p:nvPr/>
          </p:nvSpPr>
          <p:spPr>
            <a:xfrm>
              <a:off x="8253318" y="2921163"/>
              <a:ext cx="125428" cy="173841"/>
            </a:xfrm>
            <a:custGeom>
              <a:rect b="b" l="l" r="r" t="t"/>
              <a:pathLst>
                <a:path extrusionOk="0" h="10485" w="7565">
                  <a:moveTo>
                    <a:pt x="5707" y="0"/>
                  </a:moveTo>
                  <a:lnTo>
                    <a:pt x="4910" y="133"/>
                  </a:lnTo>
                  <a:lnTo>
                    <a:pt x="3981" y="664"/>
                  </a:lnTo>
                  <a:lnTo>
                    <a:pt x="3185" y="1195"/>
                  </a:lnTo>
                  <a:lnTo>
                    <a:pt x="2389" y="1858"/>
                  </a:lnTo>
                  <a:lnTo>
                    <a:pt x="1725" y="2654"/>
                  </a:lnTo>
                  <a:lnTo>
                    <a:pt x="1194" y="3583"/>
                  </a:lnTo>
                  <a:lnTo>
                    <a:pt x="664" y="4512"/>
                  </a:lnTo>
                  <a:lnTo>
                    <a:pt x="398" y="5441"/>
                  </a:lnTo>
                  <a:lnTo>
                    <a:pt x="133" y="6370"/>
                  </a:lnTo>
                  <a:lnTo>
                    <a:pt x="0" y="7432"/>
                  </a:lnTo>
                  <a:lnTo>
                    <a:pt x="133" y="8228"/>
                  </a:lnTo>
                  <a:lnTo>
                    <a:pt x="398" y="9025"/>
                  </a:lnTo>
                  <a:lnTo>
                    <a:pt x="796" y="9555"/>
                  </a:lnTo>
                  <a:lnTo>
                    <a:pt x="1194" y="9953"/>
                  </a:lnTo>
                  <a:lnTo>
                    <a:pt x="2123" y="10484"/>
                  </a:lnTo>
                  <a:lnTo>
                    <a:pt x="1725" y="10086"/>
                  </a:lnTo>
                  <a:lnTo>
                    <a:pt x="1327" y="9555"/>
                  </a:lnTo>
                  <a:lnTo>
                    <a:pt x="1062" y="8759"/>
                  </a:lnTo>
                  <a:lnTo>
                    <a:pt x="1062" y="7963"/>
                  </a:lnTo>
                  <a:lnTo>
                    <a:pt x="1062" y="7034"/>
                  </a:lnTo>
                  <a:lnTo>
                    <a:pt x="1327" y="5972"/>
                  </a:lnTo>
                  <a:lnTo>
                    <a:pt x="1725" y="5043"/>
                  </a:lnTo>
                  <a:lnTo>
                    <a:pt x="2123" y="4114"/>
                  </a:lnTo>
                  <a:lnTo>
                    <a:pt x="2787" y="3185"/>
                  </a:lnTo>
                  <a:lnTo>
                    <a:pt x="3451" y="2389"/>
                  </a:lnTo>
                  <a:lnTo>
                    <a:pt x="4114" y="1725"/>
                  </a:lnTo>
                  <a:lnTo>
                    <a:pt x="4910" y="1195"/>
                  </a:lnTo>
                  <a:lnTo>
                    <a:pt x="5839" y="796"/>
                  </a:lnTo>
                  <a:lnTo>
                    <a:pt x="6636" y="664"/>
                  </a:lnTo>
                  <a:lnTo>
                    <a:pt x="7166" y="664"/>
                  </a:lnTo>
                  <a:lnTo>
                    <a:pt x="7565" y="796"/>
                  </a:lnTo>
                  <a:lnTo>
                    <a:pt x="6768" y="398"/>
                  </a:lnTo>
                  <a:lnTo>
                    <a:pt x="6237" y="133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58"/>
            <p:cNvSpPr/>
            <p:nvPr/>
          </p:nvSpPr>
          <p:spPr>
            <a:xfrm>
              <a:off x="8253318" y="2921163"/>
              <a:ext cx="125428" cy="173841"/>
            </a:xfrm>
            <a:custGeom>
              <a:rect b="b" l="l" r="r" t="t"/>
              <a:pathLst>
                <a:path extrusionOk="0" fill="none" h="10485" w="7565">
                  <a:moveTo>
                    <a:pt x="5707" y="0"/>
                  </a:moveTo>
                  <a:lnTo>
                    <a:pt x="5707" y="0"/>
                  </a:lnTo>
                  <a:lnTo>
                    <a:pt x="4910" y="133"/>
                  </a:lnTo>
                  <a:lnTo>
                    <a:pt x="3981" y="664"/>
                  </a:lnTo>
                  <a:lnTo>
                    <a:pt x="3981" y="664"/>
                  </a:lnTo>
                  <a:lnTo>
                    <a:pt x="3185" y="1195"/>
                  </a:lnTo>
                  <a:lnTo>
                    <a:pt x="2389" y="1858"/>
                  </a:lnTo>
                  <a:lnTo>
                    <a:pt x="1725" y="2654"/>
                  </a:lnTo>
                  <a:lnTo>
                    <a:pt x="1194" y="3583"/>
                  </a:lnTo>
                  <a:lnTo>
                    <a:pt x="664" y="4512"/>
                  </a:lnTo>
                  <a:lnTo>
                    <a:pt x="398" y="5441"/>
                  </a:lnTo>
                  <a:lnTo>
                    <a:pt x="133" y="6370"/>
                  </a:lnTo>
                  <a:lnTo>
                    <a:pt x="0" y="7432"/>
                  </a:lnTo>
                  <a:lnTo>
                    <a:pt x="0" y="7432"/>
                  </a:lnTo>
                  <a:lnTo>
                    <a:pt x="133" y="8228"/>
                  </a:lnTo>
                  <a:lnTo>
                    <a:pt x="398" y="9025"/>
                  </a:lnTo>
                  <a:lnTo>
                    <a:pt x="796" y="9555"/>
                  </a:lnTo>
                  <a:lnTo>
                    <a:pt x="1194" y="9953"/>
                  </a:lnTo>
                  <a:lnTo>
                    <a:pt x="2123" y="10484"/>
                  </a:lnTo>
                  <a:lnTo>
                    <a:pt x="2123" y="10484"/>
                  </a:lnTo>
                  <a:lnTo>
                    <a:pt x="1725" y="10086"/>
                  </a:lnTo>
                  <a:lnTo>
                    <a:pt x="1327" y="9555"/>
                  </a:lnTo>
                  <a:lnTo>
                    <a:pt x="1062" y="8759"/>
                  </a:lnTo>
                  <a:lnTo>
                    <a:pt x="1062" y="7963"/>
                  </a:lnTo>
                  <a:lnTo>
                    <a:pt x="1062" y="7963"/>
                  </a:lnTo>
                  <a:lnTo>
                    <a:pt x="1062" y="7963"/>
                  </a:lnTo>
                  <a:lnTo>
                    <a:pt x="1062" y="7963"/>
                  </a:lnTo>
                  <a:lnTo>
                    <a:pt x="1062" y="7034"/>
                  </a:lnTo>
                  <a:lnTo>
                    <a:pt x="1327" y="5972"/>
                  </a:lnTo>
                  <a:lnTo>
                    <a:pt x="1725" y="5043"/>
                  </a:lnTo>
                  <a:lnTo>
                    <a:pt x="2123" y="4114"/>
                  </a:lnTo>
                  <a:lnTo>
                    <a:pt x="2787" y="3185"/>
                  </a:lnTo>
                  <a:lnTo>
                    <a:pt x="3451" y="2389"/>
                  </a:lnTo>
                  <a:lnTo>
                    <a:pt x="4114" y="1725"/>
                  </a:lnTo>
                  <a:lnTo>
                    <a:pt x="4910" y="1195"/>
                  </a:lnTo>
                  <a:lnTo>
                    <a:pt x="4910" y="1195"/>
                  </a:lnTo>
                  <a:lnTo>
                    <a:pt x="5839" y="796"/>
                  </a:lnTo>
                  <a:lnTo>
                    <a:pt x="6636" y="664"/>
                  </a:lnTo>
                  <a:lnTo>
                    <a:pt x="6636" y="664"/>
                  </a:lnTo>
                  <a:lnTo>
                    <a:pt x="7166" y="664"/>
                  </a:lnTo>
                  <a:lnTo>
                    <a:pt x="7565" y="796"/>
                  </a:lnTo>
                  <a:lnTo>
                    <a:pt x="7565" y="796"/>
                  </a:lnTo>
                  <a:lnTo>
                    <a:pt x="6768" y="398"/>
                  </a:lnTo>
                  <a:lnTo>
                    <a:pt x="6768" y="398"/>
                  </a:lnTo>
                  <a:lnTo>
                    <a:pt x="6237" y="133"/>
                  </a:lnTo>
                  <a:lnTo>
                    <a:pt x="570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58"/>
            <p:cNvSpPr/>
            <p:nvPr/>
          </p:nvSpPr>
          <p:spPr>
            <a:xfrm>
              <a:off x="8270910" y="2932155"/>
              <a:ext cx="129838" cy="167242"/>
            </a:xfrm>
            <a:custGeom>
              <a:rect b="b" l="l" r="r" t="t"/>
              <a:pathLst>
                <a:path extrusionOk="0" h="10087" w="7831">
                  <a:moveTo>
                    <a:pt x="5309" y="1"/>
                  </a:moveTo>
                  <a:lnTo>
                    <a:pt x="4646" y="133"/>
                  </a:lnTo>
                  <a:lnTo>
                    <a:pt x="3849" y="532"/>
                  </a:lnTo>
                  <a:lnTo>
                    <a:pt x="3053" y="1062"/>
                  </a:lnTo>
                  <a:lnTo>
                    <a:pt x="2390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8096"/>
                  </a:lnTo>
                  <a:lnTo>
                    <a:pt x="266" y="8892"/>
                  </a:lnTo>
                  <a:lnTo>
                    <a:pt x="664" y="9423"/>
                  </a:lnTo>
                  <a:lnTo>
                    <a:pt x="1062" y="9821"/>
                  </a:lnTo>
                  <a:lnTo>
                    <a:pt x="1726" y="10087"/>
                  </a:lnTo>
                  <a:lnTo>
                    <a:pt x="2390" y="10087"/>
                  </a:lnTo>
                  <a:lnTo>
                    <a:pt x="3053" y="9954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229"/>
                  </a:lnTo>
                  <a:lnTo>
                    <a:pt x="6105" y="7433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433" y="4646"/>
                  </a:lnTo>
                  <a:lnTo>
                    <a:pt x="7698" y="3717"/>
                  </a:lnTo>
                  <a:lnTo>
                    <a:pt x="7831" y="2788"/>
                  </a:lnTo>
                  <a:lnTo>
                    <a:pt x="7698" y="1859"/>
                  </a:lnTo>
                  <a:lnTo>
                    <a:pt x="7433" y="1195"/>
                  </a:lnTo>
                  <a:lnTo>
                    <a:pt x="7034" y="664"/>
                  </a:lnTo>
                  <a:lnTo>
                    <a:pt x="6636" y="266"/>
                  </a:lnTo>
                  <a:lnTo>
                    <a:pt x="597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58"/>
            <p:cNvSpPr/>
            <p:nvPr/>
          </p:nvSpPr>
          <p:spPr>
            <a:xfrm>
              <a:off x="8270910" y="2932155"/>
              <a:ext cx="129838" cy="167242"/>
            </a:xfrm>
            <a:custGeom>
              <a:rect b="b" l="l" r="r" t="t"/>
              <a:pathLst>
                <a:path extrusionOk="0" fill="none" h="10087" w="7831">
                  <a:moveTo>
                    <a:pt x="3849" y="532"/>
                  </a:moveTo>
                  <a:lnTo>
                    <a:pt x="3849" y="532"/>
                  </a:lnTo>
                  <a:lnTo>
                    <a:pt x="3053" y="1062"/>
                  </a:lnTo>
                  <a:lnTo>
                    <a:pt x="2390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" y="8096"/>
                  </a:lnTo>
                  <a:lnTo>
                    <a:pt x="266" y="8892"/>
                  </a:lnTo>
                  <a:lnTo>
                    <a:pt x="664" y="9423"/>
                  </a:lnTo>
                  <a:lnTo>
                    <a:pt x="1062" y="9821"/>
                  </a:lnTo>
                  <a:lnTo>
                    <a:pt x="1726" y="10087"/>
                  </a:lnTo>
                  <a:lnTo>
                    <a:pt x="2390" y="10087"/>
                  </a:lnTo>
                  <a:lnTo>
                    <a:pt x="3053" y="9954"/>
                  </a:lnTo>
                  <a:lnTo>
                    <a:pt x="3849" y="9556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229"/>
                  </a:lnTo>
                  <a:lnTo>
                    <a:pt x="6105" y="7433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433" y="4646"/>
                  </a:lnTo>
                  <a:lnTo>
                    <a:pt x="7698" y="3717"/>
                  </a:lnTo>
                  <a:lnTo>
                    <a:pt x="7831" y="2788"/>
                  </a:lnTo>
                  <a:lnTo>
                    <a:pt x="7831" y="2788"/>
                  </a:lnTo>
                  <a:lnTo>
                    <a:pt x="7698" y="1859"/>
                  </a:lnTo>
                  <a:lnTo>
                    <a:pt x="7433" y="1195"/>
                  </a:lnTo>
                  <a:lnTo>
                    <a:pt x="7034" y="664"/>
                  </a:lnTo>
                  <a:lnTo>
                    <a:pt x="6636" y="266"/>
                  </a:lnTo>
                  <a:lnTo>
                    <a:pt x="5973" y="1"/>
                  </a:lnTo>
                  <a:lnTo>
                    <a:pt x="5309" y="1"/>
                  </a:lnTo>
                  <a:lnTo>
                    <a:pt x="4646" y="133"/>
                  </a:lnTo>
                  <a:lnTo>
                    <a:pt x="3849" y="5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58"/>
            <p:cNvSpPr/>
            <p:nvPr/>
          </p:nvSpPr>
          <p:spPr>
            <a:xfrm>
              <a:off x="8270910" y="2932155"/>
              <a:ext cx="129838" cy="167242"/>
            </a:xfrm>
            <a:custGeom>
              <a:rect b="b" l="l" r="r" t="t"/>
              <a:pathLst>
                <a:path extrusionOk="0" h="10087" w="7831">
                  <a:moveTo>
                    <a:pt x="5575" y="1"/>
                  </a:moveTo>
                  <a:lnTo>
                    <a:pt x="4778" y="133"/>
                  </a:lnTo>
                  <a:lnTo>
                    <a:pt x="3849" y="532"/>
                  </a:lnTo>
                  <a:lnTo>
                    <a:pt x="3053" y="1062"/>
                  </a:lnTo>
                  <a:lnTo>
                    <a:pt x="2390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7963"/>
                  </a:lnTo>
                  <a:lnTo>
                    <a:pt x="133" y="8494"/>
                  </a:lnTo>
                  <a:lnTo>
                    <a:pt x="266" y="8892"/>
                  </a:lnTo>
                  <a:lnTo>
                    <a:pt x="532" y="9290"/>
                  </a:lnTo>
                  <a:lnTo>
                    <a:pt x="930" y="9689"/>
                  </a:lnTo>
                  <a:lnTo>
                    <a:pt x="1195" y="9821"/>
                  </a:lnTo>
                  <a:lnTo>
                    <a:pt x="1593" y="10087"/>
                  </a:lnTo>
                  <a:lnTo>
                    <a:pt x="2124" y="10087"/>
                  </a:lnTo>
                  <a:lnTo>
                    <a:pt x="2920" y="9954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229"/>
                  </a:lnTo>
                  <a:lnTo>
                    <a:pt x="6105" y="7433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433" y="4646"/>
                  </a:lnTo>
                  <a:lnTo>
                    <a:pt x="7698" y="3717"/>
                  </a:lnTo>
                  <a:lnTo>
                    <a:pt x="7831" y="2788"/>
                  </a:lnTo>
                  <a:lnTo>
                    <a:pt x="7698" y="2124"/>
                  </a:lnTo>
                  <a:lnTo>
                    <a:pt x="7565" y="1593"/>
                  </a:lnTo>
                  <a:lnTo>
                    <a:pt x="7433" y="1062"/>
                  </a:lnTo>
                  <a:lnTo>
                    <a:pt x="7167" y="664"/>
                  </a:lnTo>
                  <a:lnTo>
                    <a:pt x="6902" y="399"/>
                  </a:lnTo>
                  <a:lnTo>
                    <a:pt x="6504" y="133"/>
                  </a:lnTo>
                  <a:lnTo>
                    <a:pt x="6105" y="1"/>
                  </a:ln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58"/>
            <p:cNvSpPr/>
            <p:nvPr/>
          </p:nvSpPr>
          <p:spPr>
            <a:xfrm>
              <a:off x="8270910" y="2932155"/>
              <a:ext cx="129838" cy="167242"/>
            </a:xfrm>
            <a:custGeom>
              <a:rect b="b" l="l" r="r" t="t"/>
              <a:pathLst>
                <a:path extrusionOk="0" fill="none" h="10087" w="7831">
                  <a:moveTo>
                    <a:pt x="5575" y="1"/>
                  </a:moveTo>
                  <a:lnTo>
                    <a:pt x="5575" y="1"/>
                  </a:lnTo>
                  <a:lnTo>
                    <a:pt x="4778" y="133"/>
                  </a:lnTo>
                  <a:lnTo>
                    <a:pt x="3849" y="532"/>
                  </a:lnTo>
                  <a:lnTo>
                    <a:pt x="3849" y="532"/>
                  </a:lnTo>
                  <a:lnTo>
                    <a:pt x="3053" y="1062"/>
                  </a:lnTo>
                  <a:lnTo>
                    <a:pt x="2390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" y="6371"/>
                  </a:lnTo>
                  <a:lnTo>
                    <a:pt x="1" y="7300"/>
                  </a:lnTo>
                  <a:lnTo>
                    <a:pt x="1" y="7300"/>
                  </a:lnTo>
                  <a:lnTo>
                    <a:pt x="1" y="7963"/>
                  </a:lnTo>
                  <a:lnTo>
                    <a:pt x="133" y="8494"/>
                  </a:lnTo>
                  <a:lnTo>
                    <a:pt x="266" y="8892"/>
                  </a:lnTo>
                  <a:lnTo>
                    <a:pt x="532" y="9290"/>
                  </a:lnTo>
                  <a:lnTo>
                    <a:pt x="930" y="9689"/>
                  </a:lnTo>
                  <a:lnTo>
                    <a:pt x="1195" y="9821"/>
                  </a:lnTo>
                  <a:lnTo>
                    <a:pt x="1593" y="10087"/>
                  </a:lnTo>
                  <a:lnTo>
                    <a:pt x="2124" y="10087"/>
                  </a:lnTo>
                  <a:lnTo>
                    <a:pt x="2124" y="10087"/>
                  </a:lnTo>
                  <a:lnTo>
                    <a:pt x="2920" y="9954"/>
                  </a:lnTo>
                  <a:lnTo>
                    <a:pt x="3849" y="9556"/>
                  </a:lnTo>
                  <a:lnTo>
                    <a:pt x="3849" y="9556"/>
                  </a:lnTo>
                  <a:lnTo>
                    <a:pt x="4646" y="9025"/>
                  </a:lnTo>
                  <a:lnTo>
                    <a:pt x="5442" y="8229"/>
                  </a:lnTo>
                  <a:lnTo>
                    <a:pt x="6105" y="7433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433" y="4646"/>
                  </a:lnTo>
                  <a:lnTo>
                    <a:pt x="7698" y="3717"/>
                  </a:lnTo>
                  <a:lnTo>
                    <a:pt x="7831" y="2788"/>
                  </a:lnTo>
                  <a:lnTo>
                    <a:pt x="7831" y="2788"/>
                  </a:lnTo>
                  <a:lnTo>
                    <a:pt x="7698" y="2124"/>
                  </a:lnTo>
                  <a:lnTo>
                    <a:pt x="7565" y="1593"/>
                  </a:lnTo>
                  <a:lnTo>
                    <a:pt x="7433" y="1062"/>
                  </a:lnTo>
                  <a:lnTo>
                    <a:pt x="7167" y="664"/>
                  </a:lnTo>
                  <a:lnTo>
                    <a:pt x="6902" y="399"/>
                  </a:lnTo>
                  <a:lnTo>
                    <a:pt x="6504" y="133"/>
                  </a:lnTo>
                  <a:lnTo>
                    <a:pt x="6105" y="1"/>
                  </a:lnTo>
                  <a:lnTo>
                    <a:pt x="55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58"/>
            <p:cNvSpPr/>
            <p:nvPr/>
          </p:nvSpPr>
          <p:spPr>
            <a:xfrm>
              <a:off x="8303920" y="2976159"/>
              <a:ext cx="61628" cy="79236"/>
            </a:xfrm>
            <a:custGeom>
              <a:rect b="b" l="l" r="r" t="t"/>
              <a:pathLst>
                <a:path extrusionOk="0" h="4779" w="3717">
                  <a:moveTo>
                    <a:pt x="2389" y="1"/>
                  </a:moveTo>
                  <a:lnTo>
                    <a:pt x="1858" y="266"/>
                  </a:lnTo>
                  <a:lnTo>
                    <a:pt x="1195" y="797"/>
                  </a:lnTo>
                  <a:lnTo>
                    <a:pt x="531" y="1593"/>
                  </a:lnTo>
                  <a:lnTo>
                    <a:pt x="133" y="2522"/>
                  </a:lnTo>
                  <a:lnTo>
                    <a:pt x="0" y="3451"/>
                  </a:lnTo>
                  <a:lnTo>
                    <a:pt x="0" y="3850"/>
                  </a:lnTo>
                  <a:lnTo>
                    <a:pt x="133" y="4248"/>
                  </a:lnTo>
                  <a:lnTo>
                    <a:pt x="399" y="4513"/>
                  </a:lnTo>
                  <a:lnTo>
                    <a:pt x="797" y="4779"/>
                  </a:lnTo>
                  <a:lnTo>
                    <a:pt x="1327" y="4779"/>
                  </a:lnTo>
                  <a:lnTo>
                    <a:pt x="1858" y="4513"/>
                  </a:lnTo>
                  <a:lnTo>
                    <a:pt x="2655" y="3982"/>
                  </a:lnTo>
                  <a:lnTo>
                    <a:pt x="3185" y="3186"/>
                  </a:lnTo>
                  <a:lnTo>
                    <a:pt x="3584" y="2257"/>
                  </a:lnTo>
                  <a:lnTo>
                    <a:pt x="3716" y="1328"/>
                  </a:lnTo>
                  <a:lnTo>
                    <a:pt x="3716" y="797"/>
                  </a:lnTo>
                  <a:lnTo>
                    <a:pt x="3451" y="399"/>
                  </a:lnTo>
                  <a:lnTo>
                    <a:pt x="3185" y="134"/>
                  </a:lnTo>
                  <a:lnTo>
                    <a:pt x="29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58"/>
            <p:cNvSpPr/>
            <p:nvPr/>
          </p:nvSpPr>
          <p:spPr>
            <a:xfrm>
              <a:off x="8303920" y="2976159"/>
              <a:ext cx="50619" cy="70432"/>
            </a:xfrm>
            <a:custGeom>
              <a:rect b="b" l="l" r="r" t="t"/>
              <a:pathLst>
                <a:path extrusionOk="0" h="4248" w="3053">
                  <a:moveTo>
                    <a:pt x="2389" y="1"/>
                  </a:moveTo>
                  <a:lnTo>
                    <a:pt x="1858" y="266"/>
                  </a:lnTo>
                  <a:lnTo>
                    <a:pt x="1195" y="797"/>
                  </a:lnTo>
                  <a:lnTo>
                    <a:pt x="531" y="1593"/>
                  </a:lnTo>
                  <a:lnTo>
                    <a:pt x="133" y="2522"/>
                  </a:lnTo>
                  <a:lnTo>
                    <a:pt x="0" y="3451"/>
                  </a:lnTo>
                  <a:lnTo>
                    <a:pt x="0" y="3850"/>
                  </a:lnTo>
                  <a:lnTo>
                    <a:pt x="133" y="4248"/>
                  </a:lnTo>
                  <a:lnTo>
                    <a:pt x="664" y="4115"/>
                  </a:lnTo>
                  <a:lnTo>
                    <a:pt x="1195" y="3982"/>
                  </a:lnTo>
                  <a:lnTo>
                    <a:pt x="1858" y="3319"/>
                  </a:lnTo>
                  <a:lnTo>
                    <a:pt x="2522" y="2522"/>
                  </a:lnTo>
                  <a:lnTo>
                    <a:pt x="2920" y="1593"/>
                  </a:lnTo>
                  <a:lnTo>
                    <a:pt x="3053" y="665"/>
                  </a:lnTo>
                  <a:lnTo>
                    <a:pt x="2920" y="266"/>
                  </a:lnTo>
                  <a:lnTo>
                    <a:pt x="292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8"/>
            <p:cNvSpPr/>
            <p:nvPr/>
          </p:nvSpPr>
          <p:spPr>
            <a:xfrm>
              <a:off x="8301715" y="3165403"/>
              <a:ext cx="46225" cy="61611"/>
            </a:xfrm>
            <a:custGeom>
              <a:rect b="b" l="l" r="r" t="t"/>
              <a:pathLst>
                <a:path extrusionOk="0" h="3716" w="2788">
                  <a:moveTo>
                    <a:pt x="1726" y="0"/>
                  </a:moveTo>
                  <a:lnTo>
                    <a:pt x="1195" y="265"/>
                  </a:lnTo>
                  <a:lnTo>
                    <a:pt x="797" y="664"/>
                  </a:lnTo>
                  <a:lnTo>
                    <a:pt x="266" y="1194"/>
                  </a:lnTo>
                  <a:lnTo>
                    <a:pt x="1" y="1858"/>
                  </a:lnTo>
                  <a:lnTo>
                    <a:pt x="1" y="2522"/>
                  </a:lnTo>
                  <a:lnTo>
                    <a:pt x="1" y="3052"/>
                  </a:lnTo>
                  <a:lnTo>
                    <a:pt x="266" y="3318"/>
                  </a:lnTo>
                  <a:lnTo>
                    <a:pt x="399" y="3318"/>
                  </a:lnTo>
                  <a:lnTo>
                    <a:pt x="930" y="3716"/>
                  </a:lnTo>
                  <a:lnTo>
                    <a:pt x="1195" y="3185"/>
                  </a:lnTo>
                  <a:lnTo>
                    <a:pt x="1726" y="2787"/>
                  </a:lnTo>
                  <a:lnTo>
                    <a:pt x="2124" y="2256"/>
                  </a:lnTo>
                  <a:lnTo>
                    <a:pt x="2522" y="1593"/>
                  </a:lnTo>
                  <a:lnTo>
                    <a:pt x="2522" y="929"/>
                  </a:lnTo>
                  <a:lnTo>
                    <a:pt x="2788" y="531"/>
                  </a:lnTo>
                  <a:lnTo>
                    <a:pt x="2257" y="133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8"/>
            <p:cNvSpPr/>
            <p:nvPr/>
          </p:nvSpPr>
          <p:spPr>
            <a:xfrm>
              <a:off x="8301715" y="3165403"/>
              <a:ext cx="46225" cy="61611"/>
            </a:xfrm>
            <a:custGeom>
              <a:rect b="b" l="l" r="r" t="t"/>
              <a:pathLst>
                <a:path extrusionOk="0" fill="none" h="3716" w="2788">
                  <a:moveTo>
                    <a:pt x="1" y="2522"/>
                  </a:moveTo>
                  <a:lnTo>
                    <a:pt x="1" y="2522"/>
                  </a:lnTo>
                  <a:lnTo>
                    <a:pt x="1" y="1858"/>
                  </a:lnTo>
                  <a:lnTo>
                    <a:pt x="266" y="1194"/>
                  </a:lnTo>
                  <a:lnTo>
                    <a:pt x="797" y="664"/>
                  </a:lnTo>
                  <a:lnTo>
                    <a:pt x="1195" y="265"/>
                  </a:lnTo>
                  <a:lnTo>
                    <a:pt x="1195" y="265"/>
                  </a:lnTo>
                  <a:lnTo>
                    <a:pt x="1726" y="0"/>
                  </a:lnTo>
                  <a:lnTo>
                    <a:pt x="2257" y="133"/>
                  </a:lnTo>
                  <a:lnTo>
                    <a:pt x="2257" y="133"/>
                  </a:lnTo>
                  <a:lnTo>
                    <a:pt x="2788" y="531"/>
                  </a:lnTo>
                  <a:lnTo>
                    <a:pt x="2522" y="929"/>
                  </a:lnTo>
                  <a:lnTo>
                    <a:pt x="2522" y="929"/>
                  </a:lnTo>
                  <a:lnTo>
                    <a:pt x="2522" y="929"/>
                  </a:lnTo>
                  <a:lnTo>
                    <a:pt x="2522" y="1593"/>
                  </a:lnTo>
                  <a:lnTo>
                    <a:pt x="2124" y="2256"/>
                  </a:lnTo>
                  <a:lnTo>
                    <a:pt x="1726" y="2787"/>
                  </a:lnTo>
                  <a:lnTo>
                    <a:pt x="1195" y="3185"/>
                  </a:lnTo>
                  <a:lnTo>
                    <a:pt x="1195" y="3185"/>
                  </a:lnTo>
                  <a:lnTo>
                    <a:pt x="930" y="3716"/>
                  </a:lnTo>
                  <a:lnTo>
                    <a:pt x="399" y="3318"/>
                  </a:lnTo>
                  <a:lnTo>
                    <a:pt x="266" y="3318"/>
                  </a:lnTo>
                  <a:lnTo>
                    <a:pt x="266" y="3318"/>
                  </a:lnTo>
                  <a:lnTo>
                    <a:pt x="266" y="3318"/>
                  </a:lnTo>
                  <a:lnTo>
                    <a:pt x="266" y="3318"/>
                  </a:lnTo>
                  <a:lnTo>
                    <a:pt x="1" y="3052"/>
                  </a:lnTo>
                  <a:lnTo>
                    <a:pt x="1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8"/>
            <p:cNvSpPr/>
            <p:nvPr/>
          </p:nvSpPr>
          <p:spPr>
            <a:xfrm>
              <a:off x="8301715" y="3165403"/>
              <a:ext cx="46225" cy="61611"/>
            </a:xfrm>
            <a:custGeom>
              <a:rect b="b" l="l" r="r" t="t"/>
              <a:pathLst>
                <a:path extrusionOk="0" h="3716" w="2788">
                  <a:moveTo>
                    <a:pt x="1859" y="0"/>
                  </a:moveTo>
                  <a:lnTo>
                    <a:pt x="1593" y="133"/>
                  </a:lnTo>
                  <a:lnTo>
                    <a:pt x="1195" y="265"/>
                  </a:lnTo>
                  <a:lnTo>
                    <a:pt x="797" y="664"/>
                  </a:lnTo>
                  <a:lnTo>
                    <a:pt x="266" y="1194"/>
                  </a:lnTo>
                  <a:lnTo>
                    <a:pt x="1" y="1858"/>
                  </a:lnTo>
                  <a:lnTo>
                    <a:pt x="1" y="2522"/>
                  </a:lnTo>
                  <a:lnTo>
                    <a:pt x="1" y="3052"/>
                  </a:lnTo>
                  <a:lnTo>
                    <a:pt x="266" y="3318"/>
                  </a:lnTo>
                  <a:lnTo>
                    <a:pt x="399" y="3318"/>
                  </a:lnTo>
                  <a:lnTo>
                    <a:pt x="930" y="3716"/>
                  </a:lnTo>
                  <a:lnTo>
                    <a:pt x="1195" y="3185"/>
                  </a:lnTo>
                  <a:lnTo>
                    <a:pt x="1726" y="2787"/>
                  </a:lnTo>
                  <a:lnTo>
                    <a:pt x="2124" y="2256"/>
                  </a:lnTo>
                  <a:lnTo>
                    <a:pt x="2522" y="1593"/>
                  </a:lnTo>
                  <a:lnTo>
                    <a:pt x="2522" y="929"/>
                  </a:lnTo>
                  <a:lnTo>
                    <a:pt x="2788" y="531"/>
                  </a:lnTo>
                  <a:lnTo>
                    <a:pt x="2257" y="133"/>
                  </a:lnTo>
                  <a:lnTo>
                    <a:pt x="18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8"/>
            <p:cNvSpPr/>
            <p:nvPr/>
          </p:nvSpPr>
          <p:spPr>
            <a:xfrm>
              <a:off x="8310519" y="3172002"/>
              <a:ext cx="44020" cy="57218"/>
            </a:xfrm>
            <a:custGeom>
              <a:rect b="b" l="l" r="r" t="t"/>
              <a:pathLst>
                <a:path extrusionOk="0" h="3451" w="2655">
                  <a:moveTo>
                    <a:pt x="1858" y="0"/>
                  </a:moveTo>
                  <a:lnTo>
                    <a:pt x="1328" y="266"/>
                  </a:lnTo>
                  <a:lnTo>
                    <a:pt x="797" y="664"/>
                  </a:lnTo>
                  <a:lnTo>
                    <a:pt x="399" y="1195"/>
                  </a:lnTo>
                  <a:lnTo>
                    <a:pt x="133" y="1858"/>
                  </a:lnTo>
                  <a:lnTo>
                    <a:pt x="1" y="2522"/>
                  </a:lnTo>
                  <a:lnTo>
                    <a:pt x="133" y="3053"/>
                  </a:lnTo>
                  <a:lnTo>
                    <a:pt x="399" y="3318"/>
                  </a:lnTo>
                  <a:lnTo>
                    <a:pt x="797" y="3451"/>
                  </a:lnTo>
                  <a:lnTo>
                    <a:pt x="1328" y="3185"/>
                  </a:lnTo>
                  <a:lnTo>
                    <a:pt x="1858" y="2787"/>
                  </a:lnTo>
                  <a:lnTo>
                    <a:pt x="2257" y="2256"/>
                  </a:lnTo>
                  <a:lnTo>
                    <a:pt x="2522" y="1593"/>
                  </a:lnTo>
                  <a:lnTo>
                    <a:pt x="2655" y="929"/>
                  </a:lnTo>
                  <a:lnTo>
                    <a:pt x="2522" y="398"/>
                  </a:lnTo>
                  <a:lnTo>
                    <a:pt x="2257" y="133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8"/>
            <p:cNvSpPr/>
            <p:nvPr/>
          </p:nvSpPr>
          <p:spPr>
            <a:xfrm>
              <a:off x="8301715" y="3260008"/>
              <a:ext cx="46225" cy="59423"/>
            </a:xfrm>
            <a:custGeom>
              <a:rect b="b" l="l" r="r" t="t"/>
              <a:pathLst>
                <a:path extrusionOk="0" h="3584" w="2788">
                  <a:moveTo>
                    <a:pt x="1726" y="1"/>
                  </a:moveTo>
                  <a:lnTo>
                    <a:pt x="1195" y="133"/>
                  </a:lnTo>
                  <a:lnTo>
                    <a:pt x="797" y="531"/>
                  </a:lnTo>
                  <a:lnTo>
                    <a:pt x="266" y="1195"/>
                  </a:lnTo>
                  <a:lnTo>
                    <a:pt x="1" y="1726"/>
                  </a:lnTo>
                  <a:lnTo>
                    <a:pt x="1" y="2389"/>
                  </a:lnTo>
                  <a:lnTo>
                    <a:pt x="1" y="2920"/>
                  </a:lnTo>
                  <a:lnTo>
                    <a:pt x="266" y="3186"/>
                  </a:lnTo>
                  <a:lnTo>
                    <a:pt x="266" y="3318"/>
                  </a:lnTo>
                  <a:lnTo>
                    <a:pt x="399" y="3318"/>
                  </a:lnTo>
                  <a:lnTo>
                    <a:pt x="930" y="3584"/>
                  </a:lnTo>
                  <a:lnTo>
                    <a:pt x="1195" y="3186"/>
                  </a:lnTo>
                  <a:lnTo>
                    <a:pt x="1726" y="2788"/>
                  </a:lnTo>
                  <a:lnTo>
                    <a:pt x="2124" y="2124"/>
                  </a:lnTo>
                  <a:lnTo>
                    <a:pt x="2522" y="1593"/>
                  </a:lnTo>
                  <a:lnTo>
                    <a:pt x="2522" y="930"/>
                  </a:lnTo>
                  <a:lnTo>
                    <a:pt x="2522" y="797"/>
                  </a:lnTo>
                  <a:lnTo>
                    <a:pt x="2788" y="399"/>
                  </a:lnTo>
                  <a:lnTo>
                    <a:pt x="2257" y="133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8"/>
            <p:cNvSpPr/>
            <p:nvPr/>
          </p:nvSpPr>
          <p:spPr>
            <a:xfrm>
              <a:off x="8310519" y="3266607"/>
              <a:ext cx="44020" cy="55029"/>
            </a:xfrm>
            <a:custGeom>
              <a:rect b="b" l="l" r="r" t="t"/>
              <a:pathLst>
                <a:path extrusionOk="0" h="3319" w="2655">
                  <a:moveTo>
                    <a:pt x="1858" y="1"/>
                  </a:moveTo>
                  <a:lnTo>
                    <a:pt x="1328" y="133"/>
                  </a:lnTo>
                  <a:lnTo>
                    <a:pt x="797" y="532"/>
                  </a:lnTo>
                  <a:lnTo>
                    <a:pt x="399" y="1062"/>
                  </a:lnTo>
                  <a:lnTo>
                    <a:pt x="133" y="1726"/>
                  </a:lnTo>
                  <a:lnTo>
                    <a:pt x="1" y="2390"/>
                  </a:lnTo>
                  <a:lnTo>
                    <a:pt x="133" y="2920"/>
                  </a:lnTo>
                  <a:lnTo>
                    <a:pt x="399" y="3186"/>
                  </a:lnTo>
                  <a:lnTo>
                    <a:pt x="797" y="3319"/>
                  </a:lnTo>
                  <a:lnTo>
                    <a:pt x="1328" y="3186"/>
                  </a:lnTo>
                  <a:lnTo>
                    <a:pt x="1858" y="2788"/>
                  </a:lnTo>
                  <a:lnTo>
                    <a:pt x="2257" y="2124"/>
                  </a:lnTo>
                  <a:lnTo>
                    <a:pt x="2522" y="1593"/>
                  </a:lnTo>
                  <a:lnTo>
                    <a:pt x="2655" y="930"/>
                  </a:lnTo>
                  <a:lnTo>
                    <a:pt x="2522" y="399"/>
                  </a:lnTo>
                  <a:lnTo>
                    <a:pt x="225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8"/>
            <p:cNvSpPr/>
            <p:nvPr/>
          </p:nvSpPr>
          <p:spPr>
            <a:xfrm>
              <a:off x="8090486" y="2474481"/>
              <a:ext cx="66022" cy="165054"/>
            </a:xfrm>
            <a:custGeom>
              <a:rect b="b" l="l" r="r" t="t"/>
              <a:pathLst>
                <a:path extrusionOk="0" h="9955" w="3982">
                  <a:moveTo>
                    <a:pt x="1593" y="1"/>
                  </a:moveTo>
                  <a:lnTo>
                    <a:pt x="0" y="8627"/>
                  </a:lnTo>
                  <a:lnTo>
                    <a:pt x="2257" y="9954"/>
                  </a:lnTo>
                  <a:lnTo>
                    <a:pt x="3982" y="1328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8"/>
            <p:cNvSpPr/>
            <p:nvPr/>
          </p:nvSpPr>
          <p:spPr>
            <a:xfrm>
              <a:off x="8090486" y="2474481"/>
              <a:ext cx="66022" cy="165054"/>
            </a:xfrm>
            <a:custGeom>
              <a:rect b="b" l="l" r="r" t="t"/>
              <a:pathLst>
                <a:path extrusionOk="0" fill="none" h="9955" w="3982">
                  <a:moveTo>
                    <a:pt x="3982" y="1328"/>
                  </a:moveTo>
                  <a:lnTo>
                    <a:pt x="2257" y="9954"/>
                  </a:lnTo>
                  <a:lnTo>
                    <a:pt x="0" y="8627"/>
                  </a:lnTo>
                  <a:lnTo>
                    <a:pt x="1593" y="1"/>
                  </a:lnTo>
                  <a:lnTo>
                    <a:pt x="3982" y="132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8"/>
            <p:cNvSpPr/>
            <p:nvPr/>
          </p:nvSpPr>
          <p:spPr>
            <a:xfrm>
              <a:off x="7978273" y="2604302"/>
              <a:ext cx="151840" cy="92433"/>
            </a:xfrm>
            <a:custGeom>
              <a:rect b="b" l="l" r="r" t="t"/>
              <a:pathLst>
                <a:path extrusionOk="0" h="5575" w="9158">
                  <a:moveTo>
                    <a:pt x="6901" y="1"/>
                  </a:moveTo>
                  <a:lnTo>
                    <a:pt x="0" y="4248"/>
                  </a:lnTo>
                  <a:lnTo>
                    <a:pt x="2389" y="5575"/>
                  </a:lnTo>
                  <a:lnTo>
                    <a:pt x="9157" y="1593"/>
                  </a:lnTo>
                  <a:lnTo>
                    <a:pt x="69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8"/>
            <p:cNvSpPr/>
            <p:nvPr/>
          </p:nvSpPr>
          <p:spPr>
            <a:xfrm>
              <a:off x="7978273" y="2674718"/>
              <a:ext cx="39626" cy="44020"/>
            </a:xfrm>
            <a:custGeom>
              <a:rect b="b" l="l" r="r" t="t"/>
              <a:pathLst>
                <a:path extrusionOk="0" h="2655" w="2390">
                  <a:moveTo>
                    <a:pt x="0" y="1"/>
                  </a:moveTo>
                  <a:lnTo>
                    <a:pt x="0" y="1328"/>
                  </a:lnTo>
                  <a:lnTo>
                    <a:pt x="2389" y="2655"/>
                  </a:lnTo>
                  <a:lnTo>
                    <a:pt x="2389" y="13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8017882" y="2483285"/>
              <a:ext cx="160627" cy="235453"/>
            </a:xfrm>
            <a:custGeom>
              <a:rect b="b" l="l" r="r" t="t"/>
              <a:pathLst>
                <a:path extrusionOk="0" h="14201" w="9688">
                  <a:moveTo>
                    <a:pt x="9688" y="1"/>
                  </a:moveTo>
                  <a:lnTo>
                    <a:pt x="8361" y="797"/>
                  </a:lnTo>
                  <a:lnTo>
                    <a:pt x="6768" y="8892"/>
                  </a:lnTo>
                  <a:lnTo>
                    <a:pt x="0" y="12874"/>
                  </a:lnTo>
                  <a:lnTo>
                    <a:pt x="0" y="14201"/>
                  </a:lnTo>
                  <a:lnTo>
                    <a:pt x="7963" y="9423"/>
                  </a:lnTo>
                  <a:lnTo>
                    <a:pt x="8228" y="8096"/>
                  </a:lnTo>
                  <a:lnTo>
                    <a:pt x="968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8"/>
            <p:cNvSpPr/>
            <p:nvPr/>
          </p:nvSpPr>
          <p:spPr>
            <a:xfrm>
              <a:off x="8017882" y="2483285"/>
              <a:ext cx="160627" cy="235453"/>
            </a:xfrm>
            <a:custGeom>
              <a:rect b="b" l="l" r="r" t="t"/>
              <a:pathLst>
                <a:path extrusionOk="0" fill="none" h="14201" w="9688">
                  <a:moveTo>
                    <a:pt x="9688" y="1"/>
                  </a:moveTo>
                  <a:lnTo>
                    <a:pt x="8361" y="797"/>
                  </a:lnTo>
                  <a:lnTo>
                    <a:pt x="6768" y="8892"/>
                  </a:lnTo>
                  <a:lnTo>
                    <a:pt x="0" y="12874"/>
                  </a:lnTo>
                  <a:lnTo>
                    <a:pt x="0" y="14201"/>
                  </a:lnTo>
                  <a:lnTo>
                    <a:pt x="7963" y="9423"/>
                  </a:lnTo>
                  <a:lnTo>
                    <a:pt x="8228" y="8096"/>
                  </a:lnTo>
                  <a:lnTo>
                    <a:pt x="8228" y="8096"/>
                  </a:lnTo>
                  <a:lnTo>
                    <a:pt x="96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8"/>
            <p:cNvSpPr/>
            <p:nvPr/>
          </p:nvSpPr>
          <p:spPr>
            <a:xfrm>
              <a:off x="8449145" y="2289664"/>
              <a:ext cx="215639" cy="253044"/>
            </a:xfrm>
            <a:custGeom>
              <a:rect b="b" l="l" r="r" t="t"/>
              <a:pathLst>
                <a:path extrusionOk="0" h="15262" w="13006">
                  <a:moveTo>
                    <a:pt x="5840" y="0"/>
                  </a:moveTo>
                  <a:lnTo>
                    <a:pt x="5043" y="133"/>
                  </a:lnTo>
                  <a:lnTo>
                    <a:pt x="4247" y="531"/>
                  </a:lnTo>
                  <a:lnTo>
                    <a:pt x="3318" y="1062"/>
                  </a:lnTo>
                  <a:lnTo>
                    <a:pt x="2522" y="1858"/>
                  </a:lnTo>
                  <a:lnTo>
                    <a:pt x="1858" y="2787"/>
                  </a:lnTo>
                  <a:lnTo>
                    <a:pt x="1195" y="3849"/>
                  </a:lnTo>
                  <a:lnTo>
                    <a:pt x="664" y="5043"/>
                  </a:lnTo>
                  <a:lnTo>
                    <a:pt x="398" y="6238"/>
                  </a:lnTo>
                  <a:lnTo>
                    <a:pt x="133" y="7432"/>
                  </a:lnTo>
                  <a:lnTo>
                    <a:pt x="0" y="8626"/>
                  </a:lnTo>
                  <a:lnTo>
                    <a:pt x="133" y="9688"/>
                  </a:lnTo>
                  <a:lnTo>
                    <a:pt x="398" y="10750"/>
                  </a:lnTo>
                  <a:lnTo>
                    <a:pt x="929" y="11546"/>
                  </a:lnTo>
                  <a:lnTo>
                    <a:pt x="1460" y="12210"/>
                  </a:lnTo>
                  <a:lnTo>
                    <a:pt x="2124" y="12475"/>
                  </a:lnTo>
                  <a:lnTo>
                    <a:pt x="7830" y="15262"/>
                  </a:lnTo>
                  <a:lnTo>
                    <a:pt x="7963" y="14864"/>
                  </a:lnTo>
                  <a:lnTo>
                    <a:pt x="8759" y="14466"/>
                  </a:lnTo>
                  <a:lnTo>
                    <a:pt x="9688" y="13935"/>
                  </a:lnTo>
                  <a:lnTo>
                    <a:pt x="10484" y="13139"/>
                  </a:lnTo>
                  <a:lnTo>
                    <a:pt x="11281" y="12077"/>
                  </a:lnTo>
                  <a:lnTo>
                    <a:pt x="11812" y="11015"/>
                  </a:lnTo>
                  <a:lnTo>
                    <a:pt x="12342" y="9954"/>
                  </a:lnTo>
                  <a:lnTo>
                    <a:pt x="12740" y="8759"/>
                  </a:lnTo>
                  <a:lnTo>
                    <a:pt x="13006" y="7565"/>
                  </a:lnTo>
                  <a:lnTo>
                    <a:pt x="13006" y="6370"/>
                  </a:lnTo>
                  <a:lnTo>
                    <a:pt x="12873" y="5176"/>
                  </a:lnTo>
                  <a:lnTo>
                    <a:pt x="12608" y="4114"/>
                  </a:lnTo>
                  <a:lnTo>
                    <a:pt x="12077" y="3318"/>
                  </a:lnTo>
                  <a:lnTo>
                    <a:pt x="12210" y="2920"/>
                  </a:lnTo>
                  <a:lnTo>
                    <a:pt x="6636" y="266"/>
                  </a:lnTo>
                  <a:lnTo>
                    <a:pt x="584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8"/>
            <p:cNvSpPr/>
            <p:nvPr/>
          </p:nvSpPr>
          <p:spPr>
            <a:xfrm>
              <a:off x="8449145" y="2289664"/>
              <a:ext cx="215639" cy="253044"/>
            </a:xfrm>
            <a:custGeom>
              <a:rect b="b" l="l" r="r" t="t"/>
              <a:pathLst>
                <a:path extrusionOk="0" fill="none" h="15262" w="13006">
                  <a:moveTo>
                    <a:pt x="3318" y="1062"/>
                  </a:moveTo>
                  <a:lnTo>
                    <a:pt x="3318" y="1062"/>
                  </a:lnTo>
                  <a:lnTo>
                    <a:pt x="4247" y="531"/>
                  </a:lnTo>
                  <a:lnTo>
                    <a:pt x="5043" y="133"/>
                  </a:lnTo>
                  <a:lnTo>
                    <a:pt x="5840" y="0"/>
                  </a:lnTo>
                  <a:lnTo>
                    <a:pt x="6636" y="266"/>
                  </a:lnTo>
                  <a:lnTo>
                    <a:pt x="6636" y="266"/>
                  </a:lnTo>
                  <a:lnTo>
                    <a:pt x="12210" y="2920"/>
                  </a:lnTo>
                  <a:lnTo>
                    <a:pt x="12077" y="3318"/>
                  </a:lnTo>
                  <a:lnTo>
                    <a:pt x="12077" y="3318"/>
                  </a:lnTo>
                  <a:lnTo>
                    <a:pt x="12608" y="4114"/>
                  </a:lnTo>
                  <a:lnTo>
                    <a:pt x="12873" y="5176"/>
                  </a:lnTo>
                  <a:lnTo>
                    <a:pt x="12873" y="5176"/>
                  </a:lnTo>
                  <a:lnTo>
                    <a:pt x="13006" y="6370"/>
                  </a:lnTo>
                  <a:lnTo>
                    <a:pt x="13006" y="7565"/>
                  </a:lnTo>
                  <a:lnTo>
                    <a:pt x="12740" y="8759"/>
                  </a:lnTo>
                  <a:lnTo>
                    <a:pt x="12342" y="9954"/>
                  </a:lnTo>
                  <a:lnTo>
                    <a:pt x="11812" y="11015"/>
                  </a:lnTo>
                  <a:lnTo>
                    <a:pt x="11281" y="12077"/>
                  </a:lnTo>
                  <a:lnTo>
                    <a:pt x="10484" y="13139"/>
                  </a:lnTo>
                  <a:lnTo>
                    <a:pt x="9688" y="13935"/>
                  </a:lnTo>
                  <a:lnTo>
                    <a:pt x="9688" y="13935"/>
                  </a:lnTo>
                  <a:lnTo>
                    <a:pt x="8759" y="14466"/>
                  </a:lnTo>
                  <a:lnTo>
                    <a:pt x="7963" y="14864"/>
                  </a:lnTo>
                  <a:lnTo>
                    <a:pt x="7830" y="15262"/>
                  </a:lnTo>
                  <a:lnTo>
                    <a:pt x="2124" y="12475"/>
                  </a:lnTo>
                  <a:lnTo>
                    <a:pt x="2124" y="12475"/>
                  </a:lnTo>
                  <a:lnTo>
                    <a:pt x="1460" y="12210"/>
                  </a:lnTo>
                  <a:lnTo>
                    <a:pt x="929" y="11546"/>
                  </a:lnTo>
                  <a:lnTo>
                    <a:pt x="398" y="10750"/>
                  </a:lnTo>
                  <a:lnTo>
                    <a:pt x="133" y="9688"/>
                  </a:lnTo>
                  <a:lnTo>
                    <a:pt x="133" y="9688"/>
                  </a:lnTo>
                  <a:lnTo>
                    <a:pt x="0" y="8626"/>
                  </a:lnTo>
                  <a:lnTo>
                    <a:pt x="133" y="7432"/>
                  </a:lnTo>
                  <a:lnTo>
                    <a:pt x="398" y="6238"/>
                  </a:lnTo>
                  <a:lnTo>
                    <a:pt x="664" y="5043"/>
                  </a:lnTo>
                  <a:lnTo>
                    <a:pt x="1195" y="3849"/>
                  </a:lnTo>
                  <a:lnTo>
                    <a:pt x="1858" y="2787"/>
                  </a:lnTo>
                  <a:lnTo>
                    <a:pt x="2522" y="1858"/>
                  </a:lnTo>
                  <a:lnTo>
                    <a:pt x="3318" y="10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8"/>
            <p:cNvSpPr/>
            <p:nvPr/>
          </p:nvSpPr>
          <p:spPr>
            <a:xfrm>
              <a:off x="8451333" y="2289664"/>
              <a:ext cx="200253" cy="250855"/>
            </a:xfrm>
            <a:custGeom>
              <a:rect b="b" l="l" r="r" t="t"/>
              <a:pathLst>
                <a:path extrusionOk="0" h="15130" w="12078">
                  <a:moveTo>
                    <a:pt x="5575" y="0"/>
                  </a:moveTo>
                  <a:lnTo>
                    <a:pt x="5044" y="133"/>
                  </a:lnTo>
                  <a:lnTo>
                    <a:pt x="4380" y="266"/>
                  </a:lnTo>
                  <a:lnTo>
                    <a:pt x="3850" y="664"/>
                  </a:lnTo>
                  <a:lnTo>
                    <a:pt x="3186" y="1062"/>
                  </a:lnTo>
                  <a:lnTo>
                    <a:pt x="2257" y="1991"/>
                  </a:lnTo>
                  <a:lnTo>
                    <a:pt x="1461" y="3185"/>
                  </a:lnTo>
                  <a:lnTo>
                    <a:pt x="797" y="4512"/>
                  </a:lnTo>
                  <a:lnTo>
                    <a:pt x="266" y="5972"/>
                  </a:lnTo>
                  <a:lnTo>
                    <a:pt x="266" y="5972"/>
                  </a:lnTo>
                  <a:lnTo>
                    <a:pt x="2921" y="5574"/>
                  </a:lnTo>
                  <a:lnTo>
                    <a:pt x="3186" y="5574"/>
                  </a:lnTo>
                  <a:lnTo>
                    <a:pt x="3850" y="5707"/>
                  </a:lnTo>
                  <a:lnTo>
                    <a:pt x="4513" y="5972"/>
                  </a:lnTo>
                  <a:lnTo>
                    <a:pt x="4911" y="6503"/>
                  </a:lnTo>
                  <a:lnTo>
                    <a:pt x="5177" y="7167"/>
                  </a:lnTo>
                  <a:lnTo>
                    <a:pt x="5177" y="7432"/>
                  </a:lnTo>
                  <a:lnTo>
                    <a:pt x="5044" y="8096"/>
                  </a:lnTo>
                  <a:lnTo>
                    <a:pt x="4646" y="8759"/>
                  </a:lnTo>
                  <a:lnTo>
                    <a:pt x="4248" y="9157"/>
                  </a:lnTo>
                  <a:lnTo>
                    <a:pt x="3584" y="9423"/>
                  </a:lnTo>
                  <a:lnTo>
                    <a:pt x="1" y="9688"/>
                  </a:lnTo>
                  <a:lnTo>
                    <a:pt x="266" y="10750"/>
                  </a:lnTo>
                  <a:lnTo>
                    <a:pt x="797" y="11546"/>
                  </a:lnTo>
                  <a:lnTo>
                    <a:pt x="1328" y="12210"/>
                  </a:lnTo>
                  <a:lnTo>
                    <a:pt x="1992" y="12475"/>
                  </a:lnTo>
                  <a:lnTo>
                    <a:pt x="7300" y="15129"/>
                  </a:lnTo>
                  <a:lnTo>
                    <a:pt x="6769" y="14731"/>
                  </a:lnTo>
                  <a:lnTo>
                    <a:pt x="6371" y="14068"/>
                  </a:lnTo>
                  <a:lnTo>
                    <a:pt x="6106" y="13404"/>
                  </a:lnTo>
                  <a:lnTo>
                    <a:pt x="5840" y="12475"/>
                  </a:lnTo>
                  <a:lnTo>
                    <a:pt x="5708" y="11413"/>
                  </a:lnTo>
                  <a:lnTo>
                    <a:pt x="5840" y="10219"/>
                  </a:lnTo>
                  <a:lnTo>
                    <a:pt x="5973" y="9025"/>
                  </a:lnTo>
                  <a:lnTo>
                    <a:pt x="6371" y="7830"/>
                  </a:lnTo>
                  <a:lnTo>
                    <a:pt x="6902" y="6636"/>
                  </a:lnTo>
                  <a:lnTo>
                    <a:pt x="7565" y="5574"/>
                  </a:lnTo>
                  <a:lnTo>
                    <a:pt x="8229" y="4645"/>
                  </a:lnTo>
                  <a:lnTo>
                    <a:pt x="9025" y="3849"/>
                  </a:lnTo>
                  <a:lnTo>
                    <a:pt x="9689" y="3318"/>
                  </a:lnTo>
                  <a:lnTo>
                    <a:pt x="10220" y="3053"/>
                  </a:lnTo>
                  <a:lnTo>
                    <a:pt x="10883" y="2920"/>
                  </a:lnTo>
                  <a:lnTo>
                    <a:pt x="11414" y="2787"/>
                  </a:lnTo>
                  <a:lnTo>
                    <a:pt x="12078" y="2920"/>
                  </a:lnTo>
                  <a:lnTo>
                    <a:pt x="6504" y="266"/>
                  </a:lnTo>
                  <a:lnTo>
                    <a:pt x="5973" y="133"/>
                  </a:lnTo>
                  <a:lnTo>
                    <a:pt x="557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8"/>
            <p:cNvSpPr/>
            <p:nvPr/>
          </p:nvSpPr>
          <p:spPr>
            <a:xfrm>
              <a:off x="8578966" y="2542691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8"/>
            <p:cNvSpPr/>
            <p:nvPr/>
          </p:nvSpPr>
          <p:spPr>
            <a:xfrm>
              <a:off x="8451333" y="2289664"/>
              <a:ext cx="200253" cy="250855"/>
            </a:xfrm>
            <a:custGeom>
              <a:rect b="b" l="l" r="r" t="t"/>
              <a:pathLst>
                <a:path extrusionOk="0" fill="none" h="15130" w="12078">
                  <a:moveTo>
                    <a:pt x="5575" y="0"/>
                  </a:moveTo>
                  <a:lnTo>
                    <a:pt x="5575" y="0"/>
                  </a:lnTo>
                  <a:lnTo>
                    <a:pt x="5044" y="133"/>
                  </a:lnTo>
                  <a:lnTo>
                    <a:pt x="4380" y="266"/>
                  </a:lnTo>
                  <a:lnTo>
                    <a:pt x="3850" y="664"/>
                  </a:lnTo>
                  <a:lnTo>
                    <a:pt x="3186" y="1062"/>
                  </a:lnTo>
                  <a:lnTo>
                    <a:pt x="3186" y="1062"/>
                  </a:lnTo>
                  <a:lnTo>
                    <a:pt x="2257" y="1991"/>
                  </a:lnTo>
                  <a:lnTo>
                    <a:pt x="1461" y="3185"/>
                  </a:lnTo>
                  <a:lnTo>
                    <a:pt x="797" y="4512"/>
                  </a:lnTo>
                  <a:lnTo>
                    <a:pt x="266" y="5972"/>
                  </a:lnTo>
                  <a:lnTo>
                    <a:pt x="2921" y="5574"/>
                  </a:lnTo>
                  <a:lnTo>
                    <a:pt x="2921" y="5574"/>
                  </a:lnTo>
                  <a:lnTo>
                    <a:pt x="2921" y="5574"/>
                  </a:lnTo>
                  <a:lnTo>
                    <a:pt x="3186" y="5574"/>
                  </a:lnTo>
                  <a:lnTo>
                    <a:pt x="3186" y="5574"/>
                  </a:lnTo>
                  <a:lnTo>
                    <a:pt x="3850" y="5707"/>
                  </a:lnTo>
                  <a:lnTo>
                    <a:pt x="4513" y="5972"/>
                  </a:lnTo>
                  <a:lnTo>
                    <a:pt x="4911" y="6503"/>
                  </a:lnTo>
                  <a:lnTo>
                    <a:pt x="5177" y="7167"/>
                  </a:lnTo>
                  <a:lnTo>
                    <a:pt x="5177" y="7167"/>
                  </a:lnTo>
                  <a:lnTo>
                    <a:pt x="5177" y="7432"/>
                  </a:lnTo>
                  <a:lnTo>
                    <a:pt x="5177" y="7432"/>
                  </a:lnTo>
                  <a:lnTo>
                    <a:pt x="5044" y="8096"/>
                  </a:lnTo>
                  <a:lnTo>
                    <a:pt x="4646" y="8759"/>
                  </a:lnTo>
                  <a:lnTo>
                    <a:pt x="4248" y="9157"/>
                  </a:lnTo>
                  <a:lnTo>
                    <a:pt x="3584" y="9423"/>
                  </a:lnTo>
                  <a:lnTo>
                    <a:pt x="1" y="9688"/>
                  </a:lnTo>
                  <a:lnTo>
                    <a:pt x="1" y="9688"/>
                  </a:lnTo>
                  <a:lnTo>
                    <a:pt x="1" y="9688"/>
                  </a:lnTo>
                  <a:lnTo>
                    <a:pt x="1" y="9688"/>
                  </a:lnTo>
                  <a:lnTo>
                    <a:pt x="266" y="10750"/>
                  </a:lnTo>
                  <a:lnTo>
                    <a:pt x="797" y="11546"/>
                  </a:lnTo>
                  <a:lnTo>
                    <a:pt x="1328" y="12210"/>
                  </a:lnTo>
                  <a:lnTo>
                    <a:pt x="1992" y="12475"/>
                  </a:lnTo>
                  <a:lnTo>
                    <a:pt x="7300" y="15129"/>
                  </a:lnTo>
                  <a:lnTo>
                    <a:pt x="7300" y="15129"/>
                  </a:lnTo>
                  <a:lnTo>
                    <a:pt x="6769" y="14731"/>
                  </a:lnTo>
                  <a:lnTo>
                    <a:pt x="6371" y="14068"/>
                  </a:lnTo>
                  <a:lnTo>
                    <a:pt x="6106" y="13404"/>
                  </a:lnTo>
                  <a:lnTo>
                    <a:pt x="5840" y="12475"/>
                  </a:lnTo>
                  <a:lnTo>
                    <a:pt x="5840" y="12475"/>
                  </a:lnTo>
                  <a:lnTo>
                    <a:pt x="5708" y="11413"/>
                  </a:lnTo>
                  <a:lnTo>
                    <a:pt x="5840" y="10219"/>
                  </a:lnTo>
                  <a:lnTo>
                    <a:pt x="5973" y="9025"/>
                  </a:lnTo>
                  <a:lnTo>
                    <a:pt x="6371" y="7830"/>
                  </a:lnTo>
                  <a:lnTo>
                    <a:pt x="6902" y="6636"/>
                  </a:lnTo>
                  <a:lnTo>
                    <a:pt x="7565" y="5574"/>
                  </a:lnTo>
                  <a:lnTo>
                    <a:pt x="8229" y="4645"/>
                  </a:lnTo>
                  <a:lnTo>
                    <a:pt x="9025" y="3849"/>
                  </a:lnTo>
                  <a:lnTo>
                    <a:pt x="9025" y="3849"/>
                  </a:lnTo>
                  <a:lnTo>
                    <a:pt x="9689" y="3318"/>
                  </a:lnTo>
                  <a:lnTo>
                    <a:pt x="10220" y="3053"/>
                  </a:lnTo>
                  <a:lnTo>
                    <a:pt x="10883" y="2920"/>
                  </a:lnTo>
                  <a:lnTo>
                    <a:pt x="11414" y="2787"/>
                  </a:lnTo>
                  <a:lnTo>
                    <a:pt x="11414" y="2787"/>
                  </a:lnTo>
                  <a:lnTo>
                    <a:pt x="12078" y="2920"/>
                  </a:lnTo>
                  <a:lnTo>
                    <a:pt x="12078" y="2920"/>
                  </a:lnTo>
                  <a:lnTo>
                    <a:pt x="6504" y="266"/>
                  </a:lnTo>
                  <a:lnTo>
                    <a:pt x="6504" y="266"/>
                  </a:lnTo>
                  <a:lnTo>
                    <a:pt x="6504" y="266"/>
                  </a:lnTo>
                  <a:lnTo>
                    <a:pt x="5973" y="133"/>
                  </a:lnTo>
                  <a:lnTo>
                    <a:pt x="557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58"/>
            <p:cNvSpPr/>
            <p:nvPr/>
          </p:nvSpPr>
          <p:spPr>
            <a:xfrm>
              <a:off x="8545955" y="2335872"/>
              <a:ext cx="140831" cy="209041"/>
            </a:xfrm>
            <a:custGeom>
              <a:rect b="b" l="l" r="r" t="t"/>
              <a:pathLst>
                <a:path extrusionOk="0" h="12608" w="8494">
                  <a:moveTo>
                    <a:pt x="5707" y="0"/>
                  </a:moveTo>
                  <a:lnTo>
                    <a:pt x="5044" y="133"/>
                  </a:lnTo>
                  <a:lnTo>
                    <a:pt x="4115" y="398"/>
                  </a:lnTo>
                  <a:lnTo>
                    <a:pt x="3318" y="1062"/>
                  </a:lnTo>
                  <a:lnTo>
                    <a:pt x="2522" y="1858"/>
                  </a:lnTo>
                  <a:lnTo>
                    <a:pt x="1858" y="2787"/>
                  </a:lnTo>
                  <a:lnTo>
                    <a:pt x="1195" y="3849"/>
                  </a:lnTo>
                  <a:lnTo>
                    <a:pt x="664" y="5043"/>
                  </a:lnTo>
                  <a:lnTo>
                    <a:pt x="266" y="6238"/>
                  </a:lnTo>
                  <a:lnTo>
                    <a:pt x="133" y="7432"/>
                  </a:lnTo>
                  <a:lnTo>
                    <a:pt x="1" y="8626"/>
                  </a:lnTo>
                  <a:lnTo>
                    <a:pt x="133" y="9688"/>
                  </a:lnTo>
                  <a:lnTo>
                    <a:pt x="399" y="10750"/>
                  </a:lnTo>
                  <a:lnTo>
                    <a:pt x="797" y="11546"/>
                  </a:lnTo>
                  <a:lnTo>
                    <a:pt x="1328" y="12077"/>
                  </a:lnTo>
                  <a:lnTo>
                    <a:pt x="1991" y="12475"/>
                  </a:lnTo>
                  <a:lnTo>
                    <a:pt x="2655" y="12608"/>
                  </a:lnTo>
                  <a:lnTo>
                    <a:pt x="3451" y="12475"/>
                  </a:lnTo>
                  <a:lnTo>
                    <a:pt x="4247" y="12210"/>
                  </a:lnTo>
                  <a:lnTo>
                    <a:pt x="5176" y="11546"/>
                  </a:lnTo>
                  <a:lnTo>
                    <a:pt x="5973" y="10750"/>
                  </a:lnTo>
                  <a:lnTo>
                    <a:pt x="6636" y="9821"/>
                  </a:lnTo>
                  <a:lnTo>
                    <a:pt x="7300" y="8759"/>
                  </a:lnTo>
                  <a:lnTo>
                    <a:pt x="7830" y="7565"/>
                  </a:lnTo>
                  <a:lnTo>
                    <a:pt x="8096" y="6370"/>
                  </a:lnTo>
                  <a:lnTo>
                    <a:pt x="8361" y="5176"/>
                  </a:lnTo>
                  <a:lnTo>
                    <a:pt x="8494" y="3982"/>
                  </a:lnTo>
                  <a:lnTo>
                    <a:pt x="8361" y="2920"/>
                  </a:lnTo>
                  <a:lnTo>
                    <a:pt x="8096" y="1858"/>
                  </a:lnTo>
                  <a:lnTo>
                    <a:pt x="7698" y="1062"/>
                  </a:lnTo>
                  <a:lnTo>
                    <a:pt x="7167" y="531"/>
                  </a:lnTo>
                  <a:lnTo>
                    <a:pt x="6503" y="133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8545955" y="2335872"/>
              <a:ext cx="140831" cy="209041"/>
            </a:xfrm>
            <a:custGeom>
              <a:rect b="b" l="l" r="r" t="t"/>
              <a:pathLst>
                <a:path extrusionOk="0" fill="none" h="12608" w="8494">
                  <a:moveTo>
                    <a:pt x="3318" y="1062"/>
                  </a:moveTo>
                  <a:lnTo>
                    <a:pt x="3318" y="1062"/>
                  </a:lnTo>
                  <a:lnTo>
                    <a:pt x="2522" y="1858"/>
                  </a:lnTo>
                  <a:lnTo>
                    <a:pt x="1858" y="2787"/>
                  </a:lnTo>
                  <a:lnTo>
                    <a:pt x="1195" y="3849"/>
                  </a:lnTo>
                  <a:lnTo>
                    <a:pt x="664" y="5043"/>
                  </a:lnTo>
                  <a:lnTo>
                    <a:pt x="266" y="6238"/>
                  </a:lnTo>
                  <a:lnTo>
                    <a:pt x="133" y="7432"/>
                  </a:lnTo>
                  <a:lnTo>
                    <a:pt x="1" y="8626"/>
                  </a:lnTo>
                  <a:lnTo>
                    <a:pt x="133" y="9688"/>
                  </a:lnTo>
                  <a:lnTo>
                    <a:pt x="133" y="9688"/>
                  </a:lnTo>
                  <a:lnTo>
                    <a:pt x="399" y="10750"/>
                  </a:lnTo>
                  <a:lnTo>
                    <a:pt x="797" y="11546"/>
                  </a:lnTo>
                  <a:lnTo>
                    <a:pt x="1328" y="12077"/>
                  </a:lnTo>
                  <a:lnTo>
                    <a:pt x="1991" y="12475"/>
                  </a:lnTo>
                  <a:lnTo>
                    <a:pt x="2655" y="12608"/>
                  </a:lnTo>
                  <a:lnTo>
                    <a:pt x="3451" y="12475"/>
                  </a:lnTo>
                  <a:lnTo>
                    <a:pt x="4247" y="12210"/>
                  </a:lnTo>
                  <a:lnTo>
                    <a:pt x="5176" y="11546"/>
                  </a:lnTo>
                  <a:lnTo>
                    <a:pt x="5176" y="11546"/>
                  </a:lnTo>
                  <a:lnTo>
                    <a:pt x="5973" y="10750"/>
                  </a:lnTo>
                  <a:lnTo>
                    <a:pt x="6636" y="9821"/>
                  </a:lnTo>
                  <a:lnTo>
                    <a:pt x="7300" y="8759"/>
                  </a:lnTo>
                  <a:lnTo>
                    <a:pt x="7830" y="7565"/>
                  </a:lnTo>
                  <a:lnTo>
                    <a:pt x="8096" y="6370"/>
                  </a:lnTo>
                  <a:lnTo>
                    <a:pt x="8361" y="5176"/>
                  </a:lnTo>
                  <a:lnTo>
                    <a:pt x="8494" y="3982"/>
                  </a:lnTo>
                  <a:lnTo>
                    <a:pt x="8361" y="2920"/>
                  </a:lnTo>
                  <a:lnTo>
                    <a:pt x="8361" y="2920"/>
                  </a:lnTo>
                  <a:lnTo>
                    <a:pt x="8096" y="1858"/>
                  </a:lnTo>
                  <a:lnTo>
                    <a:pt x="7698" y="1062"/>
                  </a:lnTo>
                  <a:lnTo>
                    <a:pt x="7167" y="531"/>
                  </a:lnTo>
                  <a:lnTo>
                    <a:pt x="6503" y="133"/>
                  </a:lnTo>
                  <a:lnTo>
                    <a:pt x="5707" y="0"/>
                  </a:lnTo>
                  <a:lnTo>
                    <a:pt x="5044" y="133"/>
                  </a:lnTo>
                  <a:lnTo>
                    <a:pt x="4115" y="398"/>
                  </a:lnTo>
                  <a:lnTo>
                    <a:pt x="3318" y="10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8"/>
            <p:cNvSpPr/>
            <p:nvPr/>
          </p:nvSpPr>
          <p:spPr>
            <a:xfrm>
              <a:off x="8583360" y="2390868"/>
              <a:ext cx="66022" cy="99032"/>
            </a:xfrm>
            <a:custGeom>
              <a:rect b="b" l="l" r="r" t="t"/>
              <a:pathLst>
                <a:path extrusionOk="0" h="5973" w="3982">
                  <a:moveTo>
                    <a:pt x="2655" y="1"/>
                  </a:moveTo>
                  <a:lnTo>
                    <a:pt x="2124" y="134"/>
                  </a:lnTo>
                  <a:lnTo>
                    <a:pt x="1593" y="399"/>
                  </a:lnTo>
                  <a:lnTo>
                    <a:pt x="1195" y="797"/>
                  </a:lnTo>
                  <a:lnTo>
                    <a:pt x="797" y="1328"/>
                  </a:lnTo>
                  <a:lnTo>
                    <a:pt x="266" y="2390"/>
                  </a:lnTo>
                  <a:lnTo>
                    <a:pt x="1" y="3451"/>
                  </a:lnTo>
                  <a:lnTo>
                    <a:pt x="1" y="4115"/>
                  </a:lnTo>
                  <a:lnTo>
                    <a:pt x="1" y="4646"/>
                  </a:lnTo>
                  <a:lnTo>
                    <a:pt x="133" y="5044"/>
                  </a:lnTo>
                  <a:lnTo>
                    <a:pt x="399" y="5442"/>
                  </a:lnTo>
                  <a:lnTo>
                    <a:pt x="797" y="5840"/>
                  </a:lnTo>
                  <a:lnTo>
                    <a:pt x="1195" y="5973"/>
                  </a:lnTo>
                  <a:lnTo>
                    <a:pt x="1859" y="5840"/>
                  </a:lnTo>
                  <a:lnTo>
                    <a:pt x="2389" y="5442"/>
                  </a:lnTo>
                  <a:lnTo>
                    <a:pt x="2788" y="5177"/>
                  </a:lnTo>
                  <a:lnTo>
                    <a:pt x="3186" y="4646"/>
                  </a:lnTo>
                  <a:lnTo>
                    <a:pt x="3717" y="3584"/>
                  </a:lnTo>
                  <a:lnTo>
                    <a:pt x="3982" y="2390"/>
                  </a:lnTo>
                  <a:lnTo>
                    <a:pt x="3982" y="1859"/>
                  </a:lnTo>
                  <a:lnTo>
                    <a:pt x="3982" y="1328"/>
                  </a:lnTo>
                  <a:lnTo>
                    <a:pt x="3717" y="797"/>
                  </a:lnTo>
                  <a:lnTo>
                    <a:pt x="3451" y="266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8"/>
            <p:cNvSpPr/>
            <p:nvPr/>
          </p:nvSpPr>
          <p:spPr>
            <a:xfrm>
              <a:off x="8583360" y="2390868"/>
              <a:ext cx="66022" cy="99032"/>
            </a:xfrm>
            <a:custGeom>
              <a:rect b="b" l="l" r="r" t="t"/>
              <a:pathLst>
                <a:path extrusionOk="0" fill="none" h="5973" w="3982">
                  <a:moveTo>
                    <a:pt x="1" y="4646"/>
                  </a:moveTo>
                  <a:lnTo>
                    <a:pt x="1" y="4646"/>
                  </a:lnTo>
                  <a:lnTo>
                    <a:pt x="133" y="5044"/>
                  </a:lnTo>
                  <a:lnTo>
                    <a:pt x="399" y="5442"/>
                  </a:lnTo>
                  <a:lnTo>
                    <a:pt x="399" y="5442"/>
                  </a:lnTo>
                  <a:lnTo>
                    <a:pt x="797" y="5840"/>
                  </a:lnTo>
                  <a:lnTo>
                    <a:pt x="1195" y="5973"/>
                  </a:lnTo>
                  <a:lnTo>
                    <a:pt x="1859" y="5840"/>
                  </a:lnTo>
                  <a:lnTo>
                    <a:pt x="2389" y="5442"/>
                  </a:lnTo>
                  <a:lnTo>
                    <a:pt x="2389" y="5442"/>
                  </a:lnTo>
                  <a:lnTo>
                    <a:pt x="2788" y="5177"/>
                  </a:lnTo>
                  <a:lnTo>
                    <a:pt x="3186" y="4646"/>
                  </a:lnTo>
                  <a:lnTo>
                    <a:pt x="3717" y="3584"/>
                  </a:lnTo>
                  <a:lnTo>
                    <a:pt x="3982" y="2390"/>
                  </a:lnTo>
                  <a:lnTo>
                    <a:pt x="3982" y="1859"/>
                  </a:lnTo>
                  <a:lnTo>
                    <a:pt x="3982" y="1328"/>
                  </a:lnTo>
                  <a:lnTo>
                    <a:pt x="3982" y="1328"/>
                  </a:lnTo>
                  <a:lnTo>
                    <a:pt x="3717" y="797"/>
                  </a:lnTo>
                  <a:lnTo>
                    <a:pt x="3451" y="266"/>
                  </a:lnTo>
                  <a:lnTo>
                    <a:pt x="3053" y="1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124" y="134"/>
                  </a:lnTo>
                  <a:lnTo>
                    <a:pt x="1593" y="399"/>
                  </a:lnTo>
                  <a:lnTo>
                    <a:pt x="1593" y="399"/>
                  </a:lnTo>
                  <a:lnTo>
                    <a:pt x="1195" y="797"/>
                  </a:lnTo>
                  <a:lnTo>
                    <a:pt x="797" y="1328"/>
                  </a:lnTo>
                  <a:lnTo>
                    <a:pt x="266" y="2390"/>
                  </a:lnTo>
                  <a:lnTo>
                    <a:pt x="1" y="3451"/>
                  </a:lnTo>
                  <a:lnTo>
                    <a:pt x="1" y="4115"/>
                  </a:lnTo>
                  <a:lnTo>
                    <a:pt x="1" y="46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8"/>
            <p:cNvSpPr/>
            <p:nvPr/>
          </p:nvSpPr>
          <p:spPr>
            <a:xfrm>
              <a:off x="8583360" y="2390868"/>
              <a:ext cx="66022" cy="99032"/>
            </a:xfrm>
            <a:custGeom>
              <a:rect b="b" l="l" r="r" t="t"/>
              <a:pathLst>
                <a:path extrusionOk="0" h="5973" w="3982">
                  <a:moveTo>
                    <a:pt x="2655" y="1"/>
                  </a:moveTo>
                  <a:lnTo>
                    <a:pt x="2124" y="134"/>
                  </a:lnTo>
                  <a:lnTo>
                    <a:pt x="1593" y="399"/>
                  </a:lnTo>
                  <a:lnTo>
                    <a:pt x="930" y="1195"/>
                  </a:lnTo>
                  <a:lnTo>
                    <a:pt x="399" y="1992"/>
                  </a:lnTo>
                  <a:lnTo>
                    <a:pt x="133" y="3053"/>
                  </a:lnTo>
                  <a:lnTo>
                    <a:pt x="1" y="3982"/>
                  </a:lnTo>
                  <a:lnTo>
                    <a:pt x="1" y="4646"/>
                  </a:lnTo>
                  <a:lnTo>
                    <a:pt x="133" y="5044"/>
                  </a:lnTo>
                  <a:lnTo>
                    <a:pt x="399" y="5442"/>
                  </a:lnTo>
                  <a:lnTo>
                    <a:pt x="797" y="5840"/>
                  </a:lnTo>
                  <a:lnTo>
                    <a:pt x="1328" y="5973"/>
                  </a:lnTo>
                  <a:lnTo>
                    <a:pt x="1859" y="5840"/>
                  </a:lnTo>
                  <a:lnTo>
                    <a:pt x="2389" y="5442"/>
                  </a:lnTo>
                  <a:lnTo>
                    <a:pt x="3053" y="4779"/>
                  </a:lnTo>
                  <a:lnTo>
                    <a:pt x="3584" y="3850"/>
                  </a:lnTo>
                  <a:lnTo>
                    <a:pt x="3849" y="2921"/>
                  </a:lnTo>
                  <a:lnTo>
                    <a:pt x="3982" y="1992"/>
                  </a:lnTo>
                  <a:lnTo>
                    <a:pt x="3982" y="1328"/>
                  </a:lnTo>
                  <a:lnTo>
                    <a:pt x="3717" y="797"/>
                  </a:lnTo>
                  <a:lnTo>
                    <a:pt x="3451" y="266"/>
                  </a:lnTo>
                  <a:lnTo>
                    <a:pt x="3186" y="134"/>
                  </a:lnTo>
                  <a:lnTo>
                    <a:pt x="26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8"/>
            <p:cNvSpPr/>
            <p:nvPr/>
          </p:nvSpPr>
          <p:spPr>
            <a:xfrm>
              <a:off x="8583360" y="2390868"/>
              <a:ext cx="66022" cy="99032"/>
            </a:xfrm>
            <a:custGeom>
              <a:rect b="b" l="l" r="r" t="t"/>
              <a:pathLst>
                <a:path extrusionOk="0" fill="none" h="5973" w="3982">
                  <a:moveTo>
                    <a:pt x="2655" y="1"/>
                  </a:moveTo>
                  <a:lnTo>
                    <a:pt x="2655" y="1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124" y="134"/>
                  </a:lnTo>
                  <a:lnTo>
                    <a:pt x="1593" y="399"/>
                  </a:lnTo>
                  <a:lnTo>
                    <a:pt x="1593" y="399"/>
                  </a:lnTo>
                  <a:lnTo>
                    <a:pt x="930" y="1195"/>
                  </a:lnTo>
                  <a:lnTo>
                    <a:pt x="399" y="1992"/>
                  </a:lnTo>
                  <a:lnTo>
                    <a:pt x="133" y="3053"/>
                  </a:lnTo>
                  <a:lnTo>
                    <a:pt x="1" y="3982"/>
                  </a:lnTo>
                  <a:lnTo>
                    <a:pt x="1" y="3982"/>
                  </a:lnTo>
                  <a:lnTo>
                    <a:pt x="1" y="4646"/>
                  </a:lnTo>
                  <a:lnTo>
                    <a:pt x="1" y="4646"/>
                  </a:lnTo>
                  <a:lnTo>
                    <a:pt x="133" y="5044"/>
                  </a:lnTo>
                  <a:lnTo>
                    <a:pt x="399" y="5442"/>
                  </a:lnTo>
                  <a:lnTo>
                    <a:pt x="399" y="5442"/>
                  </a:lnTo>
                  <a:lnTo>
                    <a:pt x="797" y="5840"/>
                  </a:lnTo>
                  <a:lnTo>
                    <a:pt x="1328" y="5973"/>
                  </a:lnTo>
                  <a:lnTo>
                    <a:pt x="1328" y="5973"/>
                  </a:lnTo>
                  <a:lnTo>
                    <a:pt x="1859" y="5840"/>
                  </a:lnTo>
                  <a:lnTo>
                    <a:pt x="2389" y="5442"/>
                  </a:lnTo>
                  <a:lnTo>
                    <a:pt x="2389" y="5442"/>
                  </a:lnTo>
                  <a:lnTo>
                    <a:pt x="3053" y="4779"/>
                  </a:lnTo>
                  <a:lnTo>
                    <a:pt x="3584" y="3850"/>
                  </a:lnTo>
                  <a:lnTo>
                    <a:pt x="3849" y="2921"/>
                  </a:lnTo>
                  <a:lnTo>
                    <a:pt x="3982" y="1992"/>
                  </a:lnTo>
                  <a:lnTo>
                    <a:pt x="3982" y="1992"/>
                  </a:lnTo>
                  <a:lnTo>
                    <a:pt x="3982" y="1328"/>
                  </a:lnTo>
                  <a:lnTo>
                    <a:pt x="3982" y="1328"/>
                  </a:lnTo>
                  <a:lnTo>
                    <a:pt x="3717" y="797"/>
                  </a:lnTo>
                  <a:lnTo>
                    <a:pt x="3451" y="266"/>
                  </a:lnTo>
                  <a:lnTo>
                    <a:pt x="3186" y="134"/>
                  </a:lnTo>
                  <a:lnTo>
                    <a:pt x="265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8"/>
            <p:cNvSpPr/>
            <p:nvPr/>
          </p:nvSpPr>
          <p:spPr>
            <a:xfrm>
              <a:off x="8583360" y="2390868"/>
              <a:ext cx="50619" cy="90245"/>
            </a:xfrm>
            <a:custGeom>
              <a:rect b="b" l="l" r="r" t="t"/>
              <a:pathLst>
                <a:path extrusionOk="0" h="5443" w="3053">
                  <a:moveTo>
                    <a:pt x="2655" y="1"/>
                  </a:moveTo>
                  <a:lnTo>
                    <a:pt x="2124" y="134"/>
                  </a:lnTo>
                  <a:lnTo>
                    <a:pt x="1593" y="399"/>
                  </a:lnTo>
                  <a:lnTo>
                    <a:pt x="1195" y="797"/>
                  </a:lnTo>
                  <a:lnTo>
                    <a:pt x="797" y="1328"/>
                  </a:lnTo>
                  <a:lnTo>
                    <a:pt x="266" y="2390"/>
                  </a:lnTo>
                  <a:lnTo>
                    <a:pt x="1" y="3451"/>
                  </a:lnTo>
                  <a:lnTo>
                    <a:pt x="1" y="4115"/>
                  </a:lnTo>
                  <a:lnTo>
                    <a:pt x="1" y="4646"/>
                  </a:lnTo>
                  <a:lnTo>
                    <a:pt x="133" y="5044"/>
                  </a:lnTo>
                  <a:lnTo>
                    <a:pt x="399" y="5442"/>
                  </a:lnTo>
                  <a:lnTo>
                    <a:pt x="930" y="5309"/>
                  </a:lnTo>
                  <a:lnTo>
                    <a:pt x="1460" y="5044"/>
                  </a:lnTo>
                  <a:lnTo>
                    <a:pt x="1859" y="4646"/>
                  </a:lnTo>
                  <a:lnTo>
                    <a:pt x="2124" y="4115"/>
                  </a:lnTo>
                  <a:lnTo>
                    <a:pt x="2655" y="3053"/>
                  </a:lnTo>
                  <a:lnTo>
                    <a:pt x="3053" y="1992"/>
                  </a:lnTo>
                  <a:lnTo>
                    <a:pt x="3053" y="1328"/>
                  </a:lnTo>
                  <a:lnTo>
                    <a:pt x="2920" y="797"/>
                  </a:lnTo>
                  <a:lnTo>
                    <a:pt x="2788" y="399"/>
                  </a:lnTo>
                  <a:lnTo>
                    <a:pt x="265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8"/>
            <p:cNvSpPr/>
            <p:nvPr/>
          </p:nvSpPr>
          <p:spPr>
            <a:xfrm>
              <a:off x="8171894" y="2382081"/>
              <a:ext cx="365274" cy="88023"/>
            </a:xfrm>
            <a:custGeom>
              <a:rect b="b" l="l" r="r" t="t"/>
              <a:pathLst>
                <a:path extrusionOk="0" h="5309" w="22031">
                  <a:moveTo>
                    <a:pt x="19775" y="0"/>
                  </a:moveTo>
                  <a:lnTo>
                    <a:pt x="1195" y="2389"/>
                  </a:lnTo>
                  <a:lnTo>
                    <a:pt x="664" y="2654"/>
                  </a:lnTo>
                  <a:lnTo>
                    <a:pt x="266" y="3052"/>
                  </a:lnTo>
                  <a:lnTo>
                    <a:pt x="1" y="3583"/>
                  </a:lnTo>
                  <a:lnTo>
                    <a:pt x="1" y="4114"/>
                  </a:lnTo>
                  <a:lnTo>
                    <a:pt x="266" y="4645"/>
                  </a:lnTo>
                  <a:lnTo>
                    <a:pt x="664" y="5043"/>
                  </a:lnTo>
                  <a:lnTo>
                    <a:pt x="1195" y="5309"/>
                  </a:lnTo>
                  <a:lnTo>
                    <a:pt x="1726" y="5309"/>
                  </a:lnTo>
                  <a:lnTo>
                    <a:pt x="20438" y="3849"/>
                  </a:lnTo>
                  <a:lnTo>
                    <a:pt x="21102" y="3583"/>
                  </a:lnTo>
                  <a:lnTo>
                    <a:pt x="21633" y="3052"/>
                  </a:lnTo>
                  <a:lnTo>
                    <a:pt x="21898" y="2389"/>
                  </a:lnTo>
                  <a:lnTo>
                    <a:pt x="22031" y="1593"/>
                  </a:lnTo>
                  <a:lnTo>
                    <a:pt x="21765" y="929"/>
                  </a:lnTo>
                  <a:lnTo>
                    <a:pt x="21234" y="398"/>
                  </a:lnTo>
                  <a:lnTo>
                    <a:pt x="2057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8"/>
            <p:cNvSpPr/>
            <p:nvPr/>
          </p:nvSpPr>
          <p:spPr>
            <a:xfrm>
              <a:off x="8171894" y="2382081"/>
              <a:ext cx="365274" cy="88023"/>
            </a:xfrm>
            <a:custGeom>
              <a:rect b="b" l="l" r="r" t="t"/>
              <a:pathLst>
                <a:path extrusionOk="0" fill="none" h="5309" w="22031">
                  <a:moveTo>
                    <a:pt x="1726" y="5309"/>
                  </a:moveTo>
                  <a:lnTo>
                    <a:pt x="20438" y="3849"/>
                  </a:lnTo>
                  <a:lnTo>
                    <a:pt x="20438" y="3849"/>
                  </a:lnTo>
                  <a:lnTo>
                    <a:pt x="21102" y="3583"/>
                  </a:lnTo>
                  <a:lnTo>
                    <a:pt x="21633" y="3052"/>
                  </a:lnTo>
                  <a:lnTo>
                    <a:pt x="21898" y="2389"/>
                  </a:lnTo>
                  <a:lnTo>
                    <a:pt x="22031" y="1593"/>
                  </a:lnTo>
                  <a:lnTo>
                    <a:pt x="22031" y="1593"/>
                  </a:lnTo>
                  <a:lnTo>
                    <a:pt x="21765" y="929"/>
                  </a:lnTo>
                  <a:lnTo>
                    <a:pt x="21234" y="398"/>
                  </a:lnTo>
                  <a:lnTo>
                    <a:pt x="20571" y="0"/>
                  </a:lnTo>
                  <a:lnTo>
                    <a:pt x="19775" y="0"/>
                  </a:lnTo>
                  <a:lnTo>
                    <a:pt x="19775" y="0"/>
                  </a:lnTo>
                  <a:lnTo>
                    <a:pt x="1195" y="2389"/>
                  </a:lnTo>
                  <a:lnTo>
                    <a:pt x="1195" y="2389"/>
                  </a:lnTo>
                  <a:lnTo>
                    <a:pt x="664" y="2654"/>
                  </a:lnTo>
                  <a:lnTo>
                    <a:pt x="266" y="3052"/>
                  </a:lnTo>
                  <a:lnTo>
                    <a:pt x="1" y="3583"/>
                  </a:lnTo>
                  <a:lnTo>
                    <a:pt x="1" y="4114"/>
                  </a:lnTo>
                  <a:lnTo>
                    <a:pt x="1" y="4114"/>
                  </a:lnTo>
                  <a:lnTo>
                    <a:pt x="266" y="4645"/>
                  </a:lnTo>
                  <a:lnTo>
                    <a:pt x="664" y="5043"/>
                  </a:lnTo>
                  <a:lnTo>
                    <a:pt x="1195" y="5309"/>
                  </a:lnTo>
                  <a:lnTo>
                    <a:pt x="1726" y="53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8"/>
            <p:cNvSpPr/>
            <p:nvPr/>
          </p:nvSpPr>
          <p:spPr>
            <a:xfrm>
              <a:off x="8246703" y="2382081"/>
              <a:ext cx="290465" cy="83630"/>
            </a:xfrm>
            <a:custGeom>
              <a:rect b="b" l="l" r="r" t="t"/>
              <a:pathLst>
                <a:path extrusionOk="0" h="5044" w="17519">
                  <a:moveTo>
                    <a:pt x="15263" y="0"/>
                  </a:moveTo>
                  <a:lnTo>
                    <a:pt x="134" y="1991"/>
                  </a:lnTo>
                  <a:lnTo>
                    <a:pt x="266" y="2256"/>
                  </a:lnTo>
                  <a:lnTo>
                    <a:pt x="266" y="2920"/>
                  </a:lnTo>
                  <a:lnTo>
                    <a:pt x="266" y="3583"/>
                  </a:lnTo>
                  <a:lnTo>
                    <a:pt x="1" y="5043"/>
                  </a:lnTo>
                  <a:lnTo>
                    <a:pt x="15926" y="3849"/>
                  </a:lnTo>
                  <a:lnTo>
                    <a:pt x="16590" y="3583"/>
                  </a:lnTo>
                  <a:lnTo>
                    <a:pt x="16988" y="3185"/>
                  </a:lnTo>
                  <a:lnTo>
                    <a:pt x="17386" y="2522"/>
                  </a:lnTo>
                  <a:lnTo>
                    <a:pt x="17519" y="1858"/>
                  </a:lnTo>
                  <a:lnTo>
                    <a:pt x="17519" y="1593"/>
                  </a:lnTo>
                  <a:lnTo>
                    <a:pt x="17253" y="929"/>
                  </a:lnTo>
                  <a:lnTo>
                    <a:pt x="16855" y="398"/>
                  </a:lnTo>
                  <a:lnTo>
                    <a:pt x="16192" y="133"/>
                  </a:lnTo>
                  <a:lnTo>
                    <a:pt x="15528" y="0"/>
                  </a:ln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8"/>
            <p:cNvSpPr/>
            <p:nvPr/>
          </p:nvSpPr>
          <p:spPr>
            <a:xfrm>
              <a:off x="8246703" y="2382081"/>
              <a:ext cx="290465" cy="83630"/>
            </a:xfrm>
            <a:custGeom>
              <a:rect b="b" l="l" r="r" t="t"/>
              <a:pathLst>
                <a:path extrusionOk="0" fill="none" h="5044" w="17519">
                  <a:moveTo>
                    <a:pt x="15528" y="0"/>
                  </a:moveTo>
                  <a:lnTo>
                    <a:pt x="15528" y="0"/>
                  </a:lnTo>
                  <a:lnTo>
                    <a:pt x="15263" y="0"/>
                  </a:lnTo>
                  <a:lnTo>
                    <a:pt x="15263" y="0"/>
                  </a:lnTo>
                  <a:lnTo>
                    <a:pt x="134" y="1991"/>
                  </a:lnTo>
                  <a:lnTo>
                    <a:pt x="134" y="1991"/>
                  </a:lnTo>
                  <a:lnTo>
                    <a:pt x="266" y="2256"/>
                  </a:lnTo>
                  <a:lnTo>
                    <a:pt x="266" y="2256"/>
                  </a:lnTo>
                  <a:lnTo>
                    <a:pt x="266" y="2920"/>
                  </a:lnTo>
                  <a:lnTo>
                    <a:pt x="266" y="3583"/>
                  </a:lnTo>
                  <a:lnTo>
                    <a:pt x="1" y="5043"/>
                  </a:lnTo>
                  <a:lnTo>
                    <a:pt x="15926" y="3849"/>
                  </a:lnTo>
                  <a:lnTo>
                    <a:pt x="15926" y="3849"/>
                  </a:lnTo>
                  <a:lnTo>
                    <a:pt x="16590" y="3583"/>
                  </a:lnTo>
                  <a:lnTo>
                    <a:pt x="16988" y="3185"/>
                  </a:lnTo>
                  <a:lnTo>
                    <a:pt x="17386" y="2522"/>
                  </a:lnTo>
                  <a:lnTo>
                    <a:pt x="17519" y="1858"/>
                  </a:lnTo>
                  <a:lnTo>
                    <a:pt x="17519" y="1858"/>
                  </a:lnTo>
                  <a:lnTo>
                    <a:pt x="17519" y="1593"/>
                  </a:lnTo>
                  <a:lnTo>
                    <a:pt x="17519" y="1593"/>
                  </a:lnTo>
                  <a:lnTo>
                    <a:pt x="17253" y="929"/>
                  </a:lnTo>
                  <a:lnTo>
                    <a:pt x="16855" y="398"/>
                  </a:lnTo>
                  <a:lnTo>
                    <a:pt x="16192" y="133"/>
                  </a:lnTo>
                  <a:lnTo>
                    <a:pt x="1552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8"/>
            <p:cNvSpPr/>
            <p:nvPr/>
          </p:nvSpPr>
          <p:spPr>
            <a:xfrm>
              <a:off x="8083887" y="2351275"/>
              <a:ext cx="151840" cy="180440"/>
            </a:xfrm>
            <a:custGeom>
              <a:rect b="b" l="l" r="r" t="t"/>
              <a:pathLst>
                <a:path extrusionOk="0" h="10883" w="9158">
                  <a:moveTo>
                    <a:pt x="3584" y="0"/>
                  </a:moveTo>
                  <a:lnTo>
                    <a:pt x="2920" y="266"/>
                  </a:lnTo>
                  <a:lnTo>
                    <a:pt x="2389" y="664"/>
                  </a:lnTo>
                  <a:lnTo>
                    <a:pt x="1726" y="1195"/>
                  </a:lnTo>
                  <a:lnTo>
                    <a:pt x="1327" y="1858"/>
                  </a:lnTo>
                  <a:lnTo>
                    <a:pt x="797" y="2654"/>
                  </a:lnTo>
                  <a:lnTo>
                    <a:pt x="531" y="3451"/>
                  </a:lnTo>
                  <a:lnTo>
                    <a:pt x="266" y="4380"/>
                  </a:lnTo>
                  <a:lnTo>
                    <a:pt x="133" y="5176"/>
                  </a:lnTo>
                  <a:lnTo>
                    <a:pt x="0" y="5972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664" y="8096"/>
                  </a:lnTo>
                  <a:lnTo>
                    <a:pt x="1062" y="8494"/>
                  </a:lnTo>
                  <a:lnTo>
                    <a:pt x="1460" y="8759"/>
                  </a:lnTo>
                  <a:lnTo>
                    <a:pt x="5441" y="10882"/>
                  </a:lnTo>
                  <a:lnTo>
                    <a:pt x="5574" y="10617"/>
                  </a:lnTo>
                  <a:lnTo>
                    <a:pt x="6238" y="10352"/>
                  </a:lnTo>
                  <a:lnTo>
                    <a:pt x="6901" y="9953"/>
                  </a:lnTo>
                  <a:lnTo>
                    <a:pt x="7432" y="9290"/>
                  </a:lnTo>
                  <a:lnTo>
                    <a:pt x="7963" y="8626"/>
                  </a:lnTo>
                  <a:lnTo>
                    <a:pt x="8361" y="7963"/>
                  </a:lnTo>
                  <a:lnTo>
                    <a:pt x="8759" y="7034"/>
                  </a:lnTo>
                  <a:lnTo>
                    <a:pt x="9025" y="6238"/>
                  </a:lnTo>
                  <a:lnTo>
                    <a:pt x="9157" y="5441"/>
                  </a:lnTo>
                  <a:lnTo>
                    <a:pt x="9157" y="4512"/>
                  </a:lnTo>
                  <a:lnTo>
                    <a:pt x="9157" y="3716"/>
                  </a:lnTo>
                  <a:lnTo>
                    <a:pt x="8892" y="2920"/>
                  </a:lnTo>
                  <a:lnTo>
                    <a:pt x="8627" y="2389"/>
                  </a:lnTo>
                  <a:lnTo>
                    <a:pt x="8627" y="2124"/>
                  </a:lnTo>
                  <a:lnTo>
                    <a:pt x="464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8"/>
            <p:cNvSpPr/>
            <p:nvPr/>
          </p:nvSpPr>
          <p:spPr>
            <a:xfrm>
              <a:off x="8083887" y="2351275"/>
              <a:ext cx="151840" cy="180440"/>
            </a:xfrm>
            <a:custGeom>
              <a:rect b="b" l="l" r="r" t="t"/>
              <a:pathLst>
                <a:path extrusionOk="0" fill="none" h="10883" w="9158">
                  <a:moveTo>
                    <a:pt x="2389" y="664"/>
                  </a:moveTo>
                  <a:lnTo>
                    <a:pt x="2389" y="664"/>
                  </a:lnTo>
                  <a:lnTo>
                    <a:pt x="2920" y="266"/>
                  </a:lnTo>
                  <a:lnTo>
                    <a:pt x="3584" y="0"/>
                  </a:lnTo>
                  <a:lnTo>
                    <a:pt x="4114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8627" y="2124"/>
                  </a:lnTo>
                  <a:lnTo>
                    <a:pt x="8627" y="2389"/>
                  </a:lnTo>
                  <a:lnTo>
                    <a:pt x="8627" y="2389"/>
                  </a:lnTo>
                  <a:lnTo>
                    <a:pt x="8892" y="2920"/>
                  </a:lnTo>
                  <a:lnTo>
                    <a:pt x="9157" y="3716"/>
                  </a:lnTo>
                  <a:lnTo>
                    <a:pt x="9157" y="3716"/>
                  </a:lnTo>
                  <a:lnTo>
                    <a:pt x="9157" y="4512"/>
                  </a:lnTo>
                  <a:lnTo>
                    <a:pt x="9157" y="5441"/>
                  </a:lnTo>
                  <a:lnTo>
                    <a:pt x="9025" y="6238"/>
                  </a:lnTo>
                  <a:lnTo>
                    <a:pt x="8759" y="7034"/>
                  </a:lnTo>
                  <a:lnTo>
                    <a:pt x="8361" y="7963"/>
                  </a:lnTo>
                  <a:lnTo>
                    <a:pt x="7963" y="8626"/>
                  </a:lnTo>
                  <a:lnTo>
                    <a:pt x="7432" y="9290"/>
                  </a:lnTo>
                  <a:lnTo>
                    <a:pt x="6901" y="9953"/>
                  </a:lnTo>
                  <a:lnTo>
                    <a:pt x="6901" y="9953"/>
                  </a:lnTo>
                  <a:lnTo>
                    <a:pt x="6238" y="10352"/>
                  </a:lnTo>
                  <a:lnTo>
                    <a:pt x="5574" y="10617"/>
                  </a:lnTo>
                  <a:lnTo>
                    <a:pt x="5441" y="10882"/>
                  </a:lnTo>
                  <a:lnTo>
                    <a:pt x="1460" y="8759"/>
                  </a:lnTo>
                  <a:lnTo>
                    <a:pt x="1460" y="8759"/>
                  </a:lnTo>
                  <a:lnTo>
                    <a:pt x="1460" y="8759"/>
                  </a:lnTo>
                  <a:lnTo>
                    <a:pt x="1062" y="8494"/>
                  </a:lnTo>
                  <a:lnTo>
                    <a:pt x="664" y="8096"/>
                  </a:lnTo>
                  <a:lnTo>
                    <a:pt x="266" y="7565"/>
                  </a:lnTo>
                  <a:lnTo>
                    <a:pt x="133" y="6901"/>
                  </a:lnTo>
                  <a:lnTo>
                    <a:pt x="133" y="6901"/>
                  </a:lnTo>
                  <a:lnTo>
                    <a:pt x="0" y="5972"/>
                  </a:lnTo>
                  <a:lnTo>
                    <a:pt x="133" y="5176"/>
                  </a:lnTo>
                  <a:lnTo>
                    <a:pt x="266" y="4380"/>
                  </a:lnTo>
                  <a:lnTo>
                    <a:pt x="531" y="3451"/>
                  </a:lnTo>
                  <a:lnTo>
                    <a:pt x="797" y="2654"/>
                  </a:lnTo>
                  <a:lnTo>
                    <a:pt x="1327" y="1858"/>
                  </a:lnTo>
                  <a:lnTo>
                    <a:pt x="1726" y="1195"/>
                  </a:lnTo>
                  <a:lnTo>
                    <a:pt x="2389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8"/>
            <p:cNvSpPr/>
            <p:nvPr/>
          </p:nvSpPr>
          <p:spPr>
            <a:xfrm>
              <a:off x="8083887" y="2351275"/>
              <a:ext cx="143036" cy="178235"/>
            </a:xfrm>
            <a:custGeom>
              <a:rect b="b" l="l" r="r" t="t"/>
              <a:pathLst>
                <a:path extrusionOk="0" h="10750" w="8627">
                  <a:moveTo>
                    <a:pt x="3716" y="0"/>
                  </a:moveTo>
                  <a:lnTo>
                    <a:pt x="3185" y="133"/>
                  </a:lnTo>
                  <a:lnTo>
                    <a:pt x="2389" y="664"/>
                  </a:lnTo>
                  <a:lnTo>
                    <a:pt x="1858" y="1195"/>
                  </a:lnTo>
                  <a:lnTo>
                    <a:pt x="1460" y="1725"/>
                  </a:lnTo>
                  <a:lnTo>
                    <a:pt x="664" y="3053"/>
                  </a:lnTo>
                  <a:lnTo>
                    <a:pt x="133" y="4512"/>
                  </a:lnTo>
                  <a:lnTo>
                    <a:pt x="0" y="5176"/>
                  </a:lnTo>
                  <a:lnTo>
                    <a:pt x="0" y="5972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664" y="8096"/>
                  </a:lnTo>
                  <a:lnTo>
                    <a:pt x="1062" y="8494"/>
                  </a:lnTo>
                  <a:lnTo>
                    <a:pt x="1460" y="8759"/>
                  </a:lnTo>
                  <a:lnTo>
                    <a:pt x="5176" y="10750"/>
                  </a:lnTo>
                  <a:lnTo>
                    <a:pt x="4911" y="10352"/>
                  </a:lnTo>
                  <a:lnTo>
                    <a:pt x="4512" y="10086"/>
                  </a:lnTo>
                  <a:lnTo>
                    <a:pt x="4380" y="9555"/>
                  </a:lnTo>
                  <a:lnTo>
                    <a:pt x="4247" y="8892"/>
                  </a:lnTo>
                  <a:lnTo>
                    <a:pt x="4114" y="8096"/>
                  </a:lnTo>
                  <a:lnTo>
                    <a:pt x="4114" y="7299"/>
                  </a:lnTo>
                  <a:lnTo>
                    <a:pt x="4380" y="6370"/>
                  </a:lnTo>
                  <a:lnTo>
                    <a:pt x="4645" y="5574"/>
                  </a:lnTo>
                  <a:lnTo>
                    <a:pt x="4911" y="4778"/>
                  </a:lnTo>
                  <a:lnTo>
                    <a:pt x="5441" y="3981"/>
                  </a:lnTo>
                  <a:lnTo>
                    <a:pt x="5840" y="3318"/>
                  </a:lnTo>
                  <a:lnTo>
                    <a:pt x="6503" y="2787"/>
                  </a:lnTo>
                  <a:lnTo>
                    <a:pt x="7299" y="2256"/>
                  </a:lnTo>
                  <a:lnTo>
                    <a:pt x="7698" y="2124"/>
                  </a:lnTo>
                  <a:lnTo>
                    <a:pt x="8096" y="1991"/>
                  </a:lnTo>
                  <a:lnTo>
                    <a:pt x="8627" y="2124"/>
                  </a:lnTo>
                  <a:lnTo>
                    <a:pt x="46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8"/>
            <p:cNvSpPr/>
            <p:nvPr/>
          </p:nvSpPr>
          <p:spPr>
            <a:xfrm>
              <a:off x="8174099" y="2531699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8"/>
            <p:cNvSpPr/>
            <p:nvPr/>
          </p:nvSpPr>
          <p:spPr>
            <a:xfrm>
              <a:off x="8083887" y="2351275"/>
              <a:ext cx="143036" cy="178235"/>
            </a:xfrm>
            <a:custGeom>
              <a:rect b="b" l="l" r="r" t="t"/>
              <a:pathLst>
                <a:path extrusionOk="0" fill="none" h="10750" w="8627">
                  <a:moveTo>
                    <a:pt x="4114" y="0"/>
                  </a:moveTo>
                  <a:lnTo>
                    <a:pt x="4114" y="0"/>
                  </a:lnTo>
                  <a:lnTo>
                    <a:pt x="3716" y="0"/>
                  </a:lnTo>
                  <a:lnTo>
                    <a:pt x="3185" y="133"/>
                  </a:lnTo>
                  <a:lnTo>
                    <a:pt x="2389" y="664"/>
                  </a:lnTo>
                  <a:lnTo>
                    <a:pt x="2389" y="664"/>
                  </a:lnTo>
                  <a:lnTo>
                    <a:pt x="1858" y="1195"/>
                  </a:lnTo>
                  <a:lnTo>
                    <a:pt x="1460" y="1725"/>
                  </a:lnTo>
                  <a:lnTo>
                    <a:pt x="664" y="3053"/>
                  </a:lnTo>
                  <a:lnTo>
                    <a:pt x="133" y="4512"/>
                  </a:lnTo>
                  <a:lnTo>
                    <a:pt x="0" y="5176"/>
                  </a:lnTo>
                  <a:lnTo>
                    <a:pt x="0" y="5972"/>
                  </a:lnTo>
                  <a:lnTo>
                    <a:pt x="0" y="5972"/>
                  </a:lnTo>
                  <a:lnTo>
                    <a:pt x="133" y="6901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664" y="8096"/>
                  </a:lnTo>
                  <a:lnTo>
                    <a:pt x="1062" y="8494"/>
                  </a:lnTo>
                  <a:lnTo>
                    <a:pt x="1460" y="8759"/>
                  </a:lnTo>
                  <a:lnTo>
                    <a:pt x="1460" y="8759"/>
                  </a:lnTo>
                  <a:lnTo>
                    <a:pt x="1460" y="8759"/>
                  </a:lnTo>
                  <a:lnTo>
                    <a:pt x="1460" y="8759"/>
                  </a:lnTo>
                  <a:lnTo>
                    <a:pt x="5176" y="10750"/>
                  </a:lnTo>
                  <a:lnTo>
                    <a:pt x="5176" y="10750"/>
                  </a:lnTo>
                  <a:lnTo>
                    <a:pt x="4911" y="10352"/>
                  </a:lnTo>
                  <a:lnTo>
                    <a:pt x="4512" y="10086"/>
                  </a:lnTo>
                  <a:lnTo>
                    <a:pt x="4380" y="9555"/>
                  </a:lnTo>
                  <a:lnTo>
                    <a:pt x="4247" y="8892"/>
                  </a:lnTo>
                  <a:lnTo>
                    <a:pt x="4247" y="8892"/>
                  </a:lnTo>
                  <a:lnTo>
                    <a:pt x="4114" y="8096"/>
                  </a:lnTo>
                  <a:lnTo>
                    <a:pt x="4114" y="7299"/>
                  </a:lnTo>
                  <a:lnTo>
                    <a:pt x="4380" y="6370"/>
                  </a:lnTo>
                  <a:lnTo>
                    <a:pt x="4645" y="5574"/>
                  </a:lnTo>
                  <a:lnTo>
                    <a:pt x="4911" y="4778"/>
                  </a:lnTo>
                  <a:lnTo>
                    <a:pt x="5441" y="3981"/>
                  </a:lnTo>
                  <a:lnTo>
                    <a:pt x="5840" y="3318"/>
                  </a:lnTo>
                  <a:lnTo>
                    <a:pt x="6503" y="2787"/>
                  </a:lnTo>
                  <a:lnTo>
                    <a:pt x="6503" y="2787"/>
                  </a:lnTo>
                  <a:lnTo>
                    <a:pt x="7299" y="2256"/>
                  </a:lnTo>
                  <a:lnTo>
                    <a:pt x="7698" y="2124"/>
                  </a:lnTo>
                  <a:lnTo>
                    <a:pt x="8096" y="1991"/>
                  </a:lnTo>
                  <a:lnTo>
                    <a:pt x="8096" y="1991"/>
                  </a:lnTo>
                  <a:lnTo>
                    <a:pt x="8627" y="2124"/>
                  </a:lnTo>
                  <a:lnTo>
                    <a:pt x="8627" y="2124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1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8"/>
            <p:cNvSpPr/>
            <p:nvPr/>
          </p:nvSpPr>
          <p:spPr>
            <a:xfrm>
              <a:off x="8152097" y="2384269"/>
              <a:ext cx="99032" cy="149651"/>
            </a:xfrm>
            <a:custGeom>
              <a:rect b="b" l="l" r="r" t="t"/>
              <a:pathLst>
                <a:path extrusionOk="0" h="9026" w="5973">
                  <a:moveTo>
                    <a:pt x="4114" y="1"/>
                  </a:moveTo>
                  <a:lnTo>
                    <a:pt x="3584" y="134"/>
                  </a:lnTo>
                  <a:lnTo>
                    <a:pt x="2920" y="399"/>
                  </a:lnTo>
                  <a:lnTo>
                    <a:pt x="2389" y="797"/>
                  </a:lnTo>
                  <a:lnTo>
                    <a:pt x="1726" y="1328"/>
                  </a:lnTo>
                  <a:lnTo>
                    <a:pt x="1327" y="1991"/>
                  </a:lnTo>
                  <a:lnTo>
                    <a:pt x="797" y="2788"/>
                  </a:lnTo>
                  <a:lnTo>
                    <a:pt x="531" y="3584"/>
                  </a:lnTo>
                  <a:lnTo>
                    <a:pt x="266" y="4380"/>
                  </a:lnTo>
                  <a:lnTo>
                    <a:pt x="0" y="5309"/>
                  </a:lnTo>
                  <a:lnTo>
                    <a:pt x="0" y="6106"/>
                  </a:lnTo>
                  <a:lnTo>
                    <a:pt x="133" y="6902"/>
                  </a:lnTo>
                  <a:lnTo>
                    <a:pt x="266" y="7698"/>
                  </a:lnTo>
                  <a:lnTo>
                    <a:pt x="531" y="8229"/>
                  </a:lnTo>
                  <a:lnTo>
                    <a:pt x="929" y="8627"/>
                  </a:lnTo>
                  <a:lnTo>
                    <a:pt x="1460" y="8892"/>
                  </a:lnTo>
                  <a:lnTo>
                    <a:pt x="1858" y="9025"/>
                  </a:lnTo>
                  <a:lnTo>
                    <a:pt x="2522" y="8892"/>
                  </a:lnTo>
                  <a:lnTo>
                    <a:pt x="3053" y="8627"/>
                  </a:lnTo>
                  <a:lnTo>
                    <a:pt x="3716" y="8229"/>
                  </a:lnTo>
                  <a:lnTo>
                    <a:pt x="4247" y="7698"/>
                  </a:lnTo>
                  <a:lnTo>
                    <a:pt x="4778" y="7034"/>
                  </a:lnTo>
                  <a:lnTo>
                    <a:pt x="5176" y="6238"/>
                  </a:lnTo>
                  <a:lnTo>
                    <a:pt x="5574" y="5442"/>
                  </a:lnTo>
                  <a:lnTo>
                    <a:pt x="5840" y="4646"/>
                  </a:lnTo>
                  <a:lnTo>
                    <a:pt x="5972" y="3717"/>
                  </a:lnTo>
                  <a:lnTo>
                    <a:pt x="5972" y="2920"/>
                  </a:lnTo>
                  <a:lnTo>
                    <a:pt x="5972" y="2124"/>
                  </a:lnTo>
                  <a:lnTo>
                    <a:pt x="5707" y="1328"/>
                  </a:lnTo>
                  <a:lnTo>
                    <a:pt x="5441" y="797"/>
                  </a:lnTo>
                  <a:lnTo>
                    <a:pt x="5043" y="399"/>
                  </a:lnTo>
                  <a:lnTo>
                    <a:pt x="4645" y="134"/>
                  </a:lnTo>
                  <a:lnTo>
                    <a:pt x="41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8"/>
            <p:cNvSpPr/>
            <p:nvPr/>
          </p:nvSpPr>
          <p:spPr>
            <a:xfrm>
              <a:off x="8152097" y="2384269"/>
              <a:ext cx="99032" cy="149651"/>
            </a:xfrm>
            <a:custGeom>
              <a:rect b="b" l="l" r="r" t="t"/>
              <a:pathLst>
                <a:path extrusionOk="0" fill="none" h="9026" w="5973">
                  <a:moveTo>
                    <a:pt x="2389" y="797"/>
                  </a:moveTo>
                  <a:lnTo>
                    <a:pt x="2389" y="797"/>
                  </a:lnTo>
                  <a:lnTo>
                    <a:pt x="1726" y="1328"/>
                  </a:lnTo>
                  <a:lnTo>
                    <a:pt x="1327" y="1991"/>
                  </a:lnTo>
                  <a:lnTo>
                    <a:pt x="797" y="2788"/>
                  </a:lnTo>
                  <a:lnTo>
                    <a:pt x="531" y="3584"/>
                  </a:lnTo>
                  <a:lnTo>
                    <a:pt x="266" y="4380"/>
                  </a:lnTo>
                  <a:lnTo>
                    <a:pt x="0" y="5309"/>
                  </a:lnTo>
                  <a:lnTo>
                    <a:pt x="0" y="6106"/>
                  </a:lnTo>
                  <a:lnTo>
                    <a:pt x="133" y="6902"/>
                  </a:lnTo>
                  <a:lnTo>
                    <a:pt x="133" y="6902"/>
                  </a:lnTo>
                  <a:lnTo>
                    <a:pt x="266" y="7698"/>
                  </a:lnTo>
                  <a:lnTo>
                    <a:pt x="531" y="8229"/>
                  </a:lnTo>
                  <a:lnTo>
                    <a:pt x="929" y="8627"/>
                  </a:lnTo>
                  <a:lnTo>
                    <a:pt x="1460" y="8892"/>
                  </a:lnTo>
                  <a:lnTo>
                    <a:pt x="1858" y="9025"/>
                  </a:lnTo>
                  <a:lnTo>
                    <a:pt x="2522" y="8892"/>
                  </a:lnTo>
                  <a:lnTo>
                    <a:pt x="3053" y="8627"/>
                  </a:lnTo>
                  <a:lnTo>
                    <a:pt x="3716" y="8229"/>
                  </a:lnTo>
                  <a:lnTo>
                    <a:pt x="3716" y="8229"/>
                  </a:lnTo>
                  <a:lnTo>
                    <a:pt x="4247" y="7698"/>
                  </a:lnTo>
                  <a:lnTo>
                    <a:pt x="4778" y="7034"/>
                  </a:lnTo>
                  <a:lnTo>
                    <a:pt x="5176" y="6238"/>
                  </a:lnTo>
                  <a:lnTo>
                    <a:pt x="5574" y="5442"/>
                  </a:lnTo>
                  <a:lnTo>
                    <a:pt x="5840" y="4646"/>
                  </a:lnTo>
                  <a:lnTo>
                    <a:pt x="5972" y="3717"/>
                  </a:lnTo>
                  <a:lnTo>
                    <a:pt x="5972" y="2920"/>
                  </a:lnTo>
                  <a:lnTo>
                    <a:pt x="5972" y="2124"/>
                  </a:lnTo>
                  <a:lnTo>
                    <a:pt x="5972" y="2124"/>
                  </a:lnTo>
                  <a:lnTo>
                    <a:pt x="5707" y="1328"/>
                  </a:lnTo>
                  <a:lnTo>
                    <a:pt x="5441" y="797"/>
                  </a:lnTo>
                  <a:lnTo>
                    <a:pt x="5043" y="399"/>
                  </a:lnTo>
                  <a:lnTo>
                    <a:pt x="4645" y="134"/>
                  </a:lnTo>
                  <a:lnTo>
                    <a:pt x="4114" y="1"/>
                  </a:lnTo>
                  <a:lnTo>
                    <a:pt x="3584" y="134"/>
                  </a:lnTo>
                  <a:lnTo>
                    <a:pt x="2920" y="399"/>
                  </a:lnTo>
                  <a:lnTo>
                    <a:pt x="2389" y="7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8"/>
            <p:cNvSpPr/>
            <p:nvPr/>
          </p:nvSpPr>
          <p:spPr>
            <a:xfrm>
              <a:off x="8178493" y="2423879"/>
              <a:ext cx="46225" cy="70432"/>
            </a:xfrm>
            <a:custGeom>
              <a:rect b="b" l="l" r="r" t="t"/>
              <a:pathLst>
                <a:path extrusionOk="0" h="4248" w="2788">
                  <a:moveTo>
                    <a:pt x="1859" y="1"/>
                  </a:moveTo>
                  <a:lnTo>
                    <a:pt x="1461" y="133"/>
                  </a:lnTo>
                  <a:lnTo>
                    <a:pt x="1063" y="266"/>
                  </a:lnTo>
                  <a:lnTo>
                    <a:pt x="532" y="930"/>
                  </a:lnTo>
                  <a:lnTo>
                    <a:pt x="266" y="1726"/>
                  </a:lnTo>
                  <a:lnTo>
                    <a:pt x="1" y="2522"/>
                  </a:lnTo>
                  <a:lnTo>
                    <a:pt x="1" y="3318"/>
                  </a:lnTo>
                  <a:lnTo>
                    <a:pt x="266" y="3849"/>
                  </a:lnTo>
                  <a:lnTo>
                    <a:pt x="532" y="4115"/>
                  </a:lnTo>
                  <a:lnTo>
                    <a:pt x="930" y="4247"/>
                  </a:lnTo>
                  <a:lnTo>
                    <a:pt x="1328" y="4115"/>
                  </a:lnTo>
                  <a:lnTo>
                    <a:pt x="1726" y="3849"/>
                  </a:lnTo>
                  <a:lnTo>
                    <a:pt x="2257" y="3318"/>
                  </a:lnTo>
                  <a:lnTo>
                    <a:pt x="2655" y="2522"/>
                  </a:lnTo>
                  <a:lnTo>
                    <a:pt x="2788" y="1726"/>
                  </a:lnTo>
                  <a:lnTo>
                    <a:pt x="2788" y="930"/>
                  </a:lnTo>
                  <a:lnTo>
                    <a:pt x="2655" y="531"/>
                  </a:lnTo>
                  <a:lnTo>
                    <a:pt x="2522" y="266"/>
                  </a:lnTo>
                  <a:lnTo>
                    <a:pt x="2257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8"/>
            <p:cNvSpPr/>
            <p:nvPr/>
          </p:nvSpPr>
          <p:spPr>
            <a:xfrm>
              <a:off x="8178493" y="2423879"/>
              <a:ext cx="46225" cy="70432"/>
            </a:xfrm>
            <a:custGeom>
              <a:rect b="b" l="l" r="r" t="t"/>
              <a:pathLst>
                <a:path extrusionOk="0" fill="none" h="4248" w="2788">
                  <a:moveTo>
                    <a:pt x="1" y="3318"/>
                  </a:moveTo>
                  <a:lnTo>
                    <a:pt x="1" y="3318"/>
                  </a:lnTo>
                  <a:lnTo>
                    <a:pt x="266" y="3849"/>
                  </a:lnTo>
                  <a:lnTo>
                    <a:pt x="266" y="3849"/>
                  </a:lnTo>
                  <a:lnTo>
                    <a:pt x="532" y="4115"/>
                  </a:lnTo>
                  <a:lnTo>
                    <a:pt x="930" y="4247"/>
                  </a:lnTo>
                  <a:lnTo>
                    <a:pt x="1328" y="4115"/>
                  </a:lnTo>
                  <a:lnTo>
                    <a:pt x="1726" y="3849"/>
                  </a:lnTo>
                  <a:lnTo>
                    <a:pt x="1726" y="3849"/>
                  </a:lnTo>
                  <a:lnTo>
                    <a:pt x="2257" y="3318"/>
                  </a:lnTo>
                  <a:lnTo>
                    <a:pt x="2655" y="2522"/>
                  </a:lnTo>
                  <a:lnTo>
                    <a:pt x="2788" y="1726"/>
                  </a:lnTo>
                  <a:lnTo>
                    <a:pt x="2788" y="930"/>
                  </a:lnTo>
                  <a:lnTo>
                    <a:pt x="2788" y="930"/>
                  </a:lnTo>
                  <a:lnTo>
                    <a:pt x="2655" y="531"/>
                  </a:lnTo>
                  <a:lnTo>
                    <a:pt x="2522" y="266"/>
                  </a:lnTo>
                  <a:lnTo>
                    <a:pt x="2257" y="1"/>
                  </a:lnTo>
                  <a:lnTo>
                    <a:pt x="1859" y="1"/>
                  </a:lnTo>
                  <a:lnTo>
                    <a:pt x="1859" y="1"/>
                  </a:lnTo>
                  <a:lnTo>
                    <a:pt x="1461" y="133"/>
                  </a:lnTo>
                  <a:lnTo>
                    <a:pt x="1063" y="266"/>
                  </a:lnTo>
                  <a:lnTo>
                    <a:pt x="1063" y="266"/>
                  </a:lnTo>
                  <a:lnTo>
                    <a:pt x="532" y="930"/>
                  </a:lnTo>
                  <a:lnTo>
                    <a:pt x="266" y="1726"/>
                  </a:lnTo>
                  <a:lnTo>
                    <a:pt x="1" y="2522"/>
                  </a:lnTo>
                  <a:lnTo>
                    <a:pt x="1" y="33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8"/>
            <p:cNvSpPr/>
            <p:nvPr/>
          </p:nvSpPr>
          <p:spPr>
            <a:xfrm>
              <a:off x="8178493" y="2423879"/>
              <a:ext cx="46225" cy="70432"/>
            </a:xfrm>
            <a:custGeom>
              <a:rect b="b" l="l" r="r" t="t"/>
              <a:pathLst>
                <a:path extrusionOk="0" h="4248" w="2788">
                  <a:moveTo>
                    <a:pt x="1859" y="1"/>
                  </a:moveTo>
                  <a:lnTo>
                    <a:pt x="1461" y="133"/>
                  </a:lnTo>
                  <a:lnTo>
                    <a:pt x="1063" y="266"/>
                  </a:lnTo>
                  <a:lnTo>
                    <a:pt x="664" y="797"/>
                  </a:lnTo>
                  <a:lnTo>
                    <a:pt x="266" y="1460"/>
                  </a:lnTo>
                  <a:lnTo>
                    <a:pt x="1" y="2124"/>
                  </a:lnTo>
                  <a:lnTo>
                    <a:pt x="1" y="2920"/>
                  </a:lnTo>
                  <a:lnTo>
                    <a:pt x="1" y="3318"/>
                  </a:lnTo>
                  <a:lnTo>
                    <a:pt x="266" y="3849"/>
                  </a:lnTo>
                  <a:lnTo>
                    <a:pt x="532" y="4115"/>
                  </a:lnTo>
                  <a:lnTo>
                    <a:pt x="930" y="4247"/>
                  </a:lnTo>
                  <a:lnTo>
                    <a:pt x="1328" y="4115"/>
                  </a:lnTo>
                  <a:lnTo>
                    <a:pt x="1726" y="3849"/>
                  </a:lnTo>
                  <a:lnTo>
                    <a:pt x="2124" y="3451"/>
                  </a:lnTo>
                  <a:lnTo>
                    <a:pt x="2522" y="2788"/>
                  </a:lnTo>
                  <a:lnTo>
                    <a:pt x="2788" y="2124"/>
                  </a:lnTo>
                  <a:lnTo>
                    <a:pt x="2788" y="1328"/>
                  </a:lnTo>
                  <a:lnTo>
                    <a:pt x="2788" y="930"/>
                  </a:lnTo>
                  <a:lnTo>
                    <a:pt x="2655" y="531"/>
                  </a:lnTo>
                  <a:lnTo>
                    <a:pt x="2522" y="266"/>
                  </a:lnTo>
                  <a:lnTo>
                    <a:pt x="22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8"/>
            <p:cNvSpPr/>
            <p:nvPr/>
          </p:nvSpPr>
          <p:spPr>
            <a:xfrm>
              <a:off x="8178493" y="2423879"/>
              <a:ext cx="35232" cy="63833"/>
            </a:xfrm>
            <a:custGeom>
              <a:rect b="b" l="l" r="r" t="t"/>
              <a:pathLst>
                <a:path extrusionOk="0" h="3850" w="2125">
                  <a:moveTo>
                    <a:pt x="1859" y="1"/>
                  </a:moveTo>
                  <a:lnTo>
                    <a:pt x="1461" y="133"/>
                  </a:lnTo>
                  <a:lnTo>
                    <a:pt x="1063" y="266"/>
                  </a:lnTo>
                  <a:lnTo>
                    <a:pt x="532" y="930"/>
                  </a:lnTo>
                  <a:lnTo>
                    <a:pt x="266" y="1726"/>
                  </a:lnTo>
                  <a:lnTo>
                    <a:pt x="1" y="2522"/>
                  </a:lnTo>
                  <a:lnTo>
                    <a:pt x="1" y="3318"/>
                  </a:lnTo>
                  <a:lnTo>
                    <a:pt x="266" y="3849"/>
                  </a:lnTo>
                  <a:lnTo>
                    <a:pt x="664" y="3849"/>
                  </a:lnTo>
                  <a:lnTo>
                    <a:pt x="1063" y="3584"/>
                  </a:lnTo>
                  <a:lnTo>
                    <a:pt x="1593" y="2920"/>
                  </a:lnTo>
                  <a:lnTo>
                    <a:pt x="1992" y="2257"/>
                  </a:lnTo>
                  <a:lnTo>
                    <a:pt x="2124" y="1328"/>
                  </a:lnTo>
                  <a:lnTo>
                    <a:pt x="2124" y="531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8"/>
            <p:cNvSpPr/>
            <p:nvPr/>
          </p:nvSpPr>
          <p:spPr>
            <a:xfrm>
              <a:off x="8079477" y="2278655"/>
              <a:ext cx="81441" cy="129838"/>
            </a:xfrm>
            <a:custGeom>
              <a:rect b="b" l="l" r="r" t="t"/>
              <a:pathLst>
                <a:path extrusionOk="0" h="7831" w="4912">
                  <a:moveTo>
                    <a:pt x="1992" y="1"/>
                  </a:moveTo>
                  <a:lnTo>
                    <a:pt x="1" y="399"/>
                  </a:lnTo>
                  <a:lnTo>
                    <a:pt x="2522" y="6371"/>
                  </a:lnTo>
                  <a:lnTo>
                    <a:pt x="4911" y="7831"/>
                  </a:lnTo>
                  <a:lnTo>
                    <a:pt x="199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8"/>
            <p:cNvSpPr/>
            <p:nvPr/>
          </p:nvSpPr>
          <p:spPr>
            <a:xfrm>
              <a:off x="7973862" y="2247849"/>
              <a:ext cx="202458" cy="160644"/>
            </a:xfrm>
            <a:custGeom>
              <a:rect b="b" l="l" r="r" t="t"/>
              <a:pathLst>
                <a:path extrusionOk="0" h="9689" w="12211">
                  <a:moveTo>
                    <a:pt x="8760" y="1"/>
                  </a:moveTo>
                  <a:lnTo>
                    <a:pt x="1" y="4778"/>
                  </a:lnTo>
                  <a:lnTo>
                    <a:pt x="1" y="6504"/>
                  </a:lnTo>
                  <a:lnTo>
                    <a:pt x="8229" y="2124"/>
                  </a:lnTo>
                  <a:lnTo>
                    <a:pt x="11281" y="9689"/>
                  </a:lnTo>
                  <a:lnTo>
                    <a:pt x="12210" y="8627"/>
                  </a:lnTo>
                  <a:lnTo>
                    <a:pt x="9291" y="1593"/>
                  </a:lnTo>
                  <a:lnTo>
                    <a:pt x="876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8"/>
            <p:cNvSpPr/>
            <p:nvPr/>
          </p:nvSpPr>
          <p:spPr>
            <a:xfrm>
              <a:off x="7916661" y="2294057"/>
              <a:ext cx="57218" cy="61628"/>
            </a:xfrm>
            <a:custGeom>
              <a:rect b="b" l="l" r="r" t="t"/>
              <a:pathLst>
                <a:path extrusionOk="0" h="3717" w="3451">
                  <a:moveTo>
                    <a:pt x="0" y="1"/>
                  </a:moveTo>
                  <a:lnTo>
                    <a:pt x="0" y="1726"/>
                  </a:lnTo>
                  <a:lnTo>
                    <a:pt x="3451" y="3717"/>
                  </a:lnTo>
                  <a:lnTo>
                    <a:pt x="3451" y="1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8"/>
            <p:cNvSpPr/>
            <p:nvPr/>
          </p:nvSpPr>
          <p:spPr>
            <a:xfrm>
              <a:off x="7916661" y="2214855"/>
              <a:ext cx="202442" cy="112230"/>
            </a:xfrm>
            <a:custGeom>
              <a:rect b="b" l="l" r="r" t="t"/>
              <a:pathLst>
                <a:path extrusionOk="0" h="6769" w="12210">
                  <a:moveTo>
                    <a:pt x="8627" y="0"/>
                  </a:moveTo>
                  <a:lnTo>
                    <a:pt x="0" y="4778"/>
                  </a:lnTo>
                  <a:lnTo>
                    <a:pt x="3451" y="6768"/>
                  </a:lnTo>
                  <a:lnTo>
                    <a:pt x="12210" y="1991"/>
                  </a:lnTo>
                  <a:lnTo>
                    <a:pt x="862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8"/>
            <p:cNvSpPr/>
            <p:nvPr/>
          </p:nvSpPr>
          <p:spPr>
            <a:xfrm>
              <a:off x="7155341" y="1842999"/>
              <a:ext cx="204647" cy="457674"/>
            </a:xfrm>
            <a:custGeom>
              <a:rect b="b" l="l" r="r" t="t"/>
              <a:pathLst>
                <a:path extrusionOk="0" h="27604" w="12343">
                  <a:moveTo>
                    <a:pt x="9025" y="0"/>
                  </a:moveTo>
                  <a:lnTo>
                    <a:pt x="8494" y="265"/>
                  </a:lnTo>
                  <a:lnTo>
                    <a:pt x="8096" y="664"/>
                  </a:lnTo>
                  <a:lnTo>
                    <a:pt x="1" y="26542"/>
                  </a:lnTo>
                  <a:lnTo>
                    <a:pt x="7034" y="27604"/>
                  </a:lnTo>
                  <a:lnTo>
                    <a:pt x="12343" y="1460"/>
                  </a:lnTo>
                  <a:lnTo>
                    <a:pt x="12077" y="1062"/>
                  </a:lnTo>
                  <a:lnTo>
                    <a:pt x="11679" y="664"/>
                  </a:lnTo>
                  <a:lnTo>
                    <a:pt x="11015" y="398"/>
                  </a:lnTo>
                  <a:lnTo>
                    <a:pt x="10352" y="133"/>
                  </a:lnTo>
                  <a:lnTo>
                    <a:pt x="968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8"/>
            <p:cNvSpPr/>
            <p:nvPr/>
          </p:nvSpPr>
          <p:spPr>
            <a:xfrm>
              <a:off x="7155341" y="1842999"/>
              <a:ext cx="204647" cy="457674"/>
            </a:xfrm>
            <a:custGeom>
              <a:rect b="b" l="l" r="r" t="t"/>
              <a:pathLst>
                <a:path extrusionOk="0" fill="none" h="27604" w="12343">
                  <a:moveTo>
                    <a:pt x="8096" y="664"/>
                  </a:moveTo>
                  <a:lnTo>
                    <a:pt x="8096" y="664"/>
                  </a:lnTo>
                  <a:lnTo>
                    <a:pt x="8494" y="265"/>
                  </a:lnTo>
                  <a:lnTo>
                    <a:pt x="9025" y="0"/>
                  </a:lnTo>
                  <a:lnTo>
                    <a:pt x="9688" y="0"/>
                  </a:lnTo>
                  <a:lnTo>
                    <a:pt x="10352" y="133"/>
                  </a:lnTo>
                  <a:lnTo>
                    <a:pt x="11015" y="398"/>
                  </a:lnTo>
                  <a:lnTo>
                    <a:pt x="11679" y="664"/>
                  </a:lnTo>
                  <a:lnTo>
                    <a:pt x="12077" y="1062"/>
                  </a:lnTo>
                  <a:lnTo>
                    <a:pt x="12343" y="1460"/>
                  </a:lnTo>
                  <a:lnTo>
                    <a:pt x="7034" y="27604"/>
                  </a:lnTo>
                  <a:lnTo>
                    <a:pt x="1" y="26542"/>
                  </a:lnTo>
                  <a:lnTo>
                    <a:pt x="8096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8"/>
            <p:cNvSpPr/>
            <p:nvPr/>
          </p:nvSpPr>
          <p:spPr>
            <a:xfrm>
              <a:off x="7177342" y="1867189"/>
              <a:ext cx="176046" cy="360880"/>
            </a:xfrm>
            <a:custGeom>
              <a:rect b="b" l="l" r="r" t="t"/>
              <a:pathLst>
                <a:path extrusionOk="0" h="21766" w="10618">
                  <a:moveTo>
                    <a:pt x="6503" y="1"/>
                  </a:moveTo>
                  <a:lnTo>
                    <a:pt x="1" y="20704"/>
                  </a:lnTo>
                  <a:lnTo>
                    <a:pt x="1726" y="20571"/>
                  </a:lnTo>
                  <a:lnTo>
                    <a:pt x="2920" y="20571"/>
                  </a:lnTo>
                  <a:lnTo>
                    <a:pt x="4247" y="20836"/>
                  </a:lnTo>
                  <a:lnTo>
                    <a:pt x="5442" y="21235"/>
                  </a:lnTo>
                  <a:lnTo>
                    <a:pt x="6503" y="21765"/>
                  </a:lnTo>
                  <a:lnTo>
                    <a:pt x="10617" y="1991"/>
                  </a:lnTo>
                  <a:lnTo>
                    <a:pt x="6503" y="1"/>
                  </a:lnTo>
                  <a:close/>
                </a:path>
              </a:pathLst>
            </a:custGeom>
            <a:solidFill>
              <a:srgbClr val="F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8"/>
            <p:cNvSpPr/>
            <p:nvPr/>
          </p:nvSpPr>
          <p:spPr>
            <a:xfrm>
              <a:off x="7177342" y="1867189"/>
              <a:ext cx="176046" cy="360880"/>
            </a:xfrm>
            <a:custGeom>
              <a:rect b="b" l="l" r="r" t="t"/>
              <a:pathLst>
                <a:path extrusionOk="0" fill="none" h="21766" w="10618">
                  <a:moveTo>
                    <a:pt x="6503" y="1"/>
                  </a:moveTo>
                  <a:lnTo>
                    <a:pt x="1" y="20704"/>
                  </a:lnTo>
                  <a:lnTo>
                    <a:pt x="1" y="20704"/>
                  </a:lnTo>
                  <a:lnTo>
                    <a:pt x="1726" y="20571"/>
                  </a:lnTo>
                  <a:lnTo>
                    <a:pt x="1726" y="20571"/>
                  </a:lnTo>
                  <a:lnTo>
                    <a:pt x="2920" y="20571"/>
                  </a:lnTo>
                  <a:lnTo>
                    <a:pt x="4247" y="20836"/>
                  </a:lnTo>
                  <a:lnTo>
                    <a:pt x="5442" y="21235"/>
                  </a:lnTo>
                  <a:lnTo>
                    <a:pt x="6503" y="21765"/>
                  </a:lnTo>
                  <a:lnTo>
                    <a:pt x="10617" y="1991"/>
                  </a:lnTo>
                  <a:lnTo>
                    <a:pt x="650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8"/>
            <p:cNvSpPr/>
            <p:nvPr/>
          </p:nvSpPr>
          <p:spPr>
            <a:xfrm>
              <a:off x="7018921" y="2212650"/>
              <a:ext cx="129838" cy="171636"/>
            </a:xfrm>
            <a:custGeom>
              <a:rect b="b" l="l" r="r" t="t"/>
              <a:pathLst>
                <a:path extrusionOk="0" h="10352" w="7831">
                  <a:moveTo>
                    <a:pt x="5309" y="0"/>
                  </a:moveTo>
                  <a:lnTo>
                    <a:pt x="4645" y="133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556"/>
                  </a:lnTo>
                  <a:lnTo>
                    <a:pt x="1195" y="9821"/>
                  </a:lnTo>
                  <a:lnTo>
                    <a:pt x="2124" y="10352"/>
                  </a:lnTo>
                  <a:lnTo>
                    <a:pt x="2257" y="10086"/>
                  </a:lnTo>
                  <a:lnTo>
                    <a:pt x="3053" y="9954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2" y="8228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167" y="5574"/>
                  </a:lnTo>
                  <a:lnTo>
                    <a:pt x="7432" y="4645"/>
                  </a:lnTo>
                  <a:lnTo>
                    <a:pt x="7698" y="3716"/>
                  </a:lnTo>
                  <a:lnTo>
                    <a:pt x="7830" y="2655"/>
                  </a:lnTo>
                  <a:lnTo>
                    <a:pt x="7698" y="1726"/>
                  </a:lnTo>
                  <a:lnTo>
                    <a:pt x="7432" y="929"/>
                  </a:lnTo>
                  <a:lnTo>
                    <a:pt x="7565" y="664"/>
                  </a:lnTo>
                  <a:lnTo>
                    <a:pt x="6636" y="266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8"/>
            <p:cNvSpPr/>
            <p:nvPr/>
          </p:nvSpPr>
          <p:spPr>
            <a:xfrm>
              <a:off x="7018921" y="2212650"/>
              <a:ext cx="129838" cy="171636"/>
            </a:xfrm>
            <a:custGeom>
              <a:rect b="b" l="l" r="r" t="t"/>
              <a:pathLst>
                <a:path extrusionOk="0" fill="none" h="10352" w="7831">
                  <a:moveTo>
                    <a:pt x="7830" y="2655"/>
                  </a:moveTo>
                  <a:lnTo>
                    <a:pt x="7830" y="2655"/>
                  </a:lnTo>
                  <a:lnTo>
                    <a:pt x="7698" y="1726"/>
                  </a:lnTo>
                  <a:lnTo>
                    <a:pt x="7432" y="929"/>
                  </a:lnTo>
                  <a:lnTo>
                    <a:pt x="7565" y="664"/>
                  </a:lnTo>
                  <a:lnTo>
                    <a:pt x="6636" y="266"/>
                  </a:lnTo>
                  <a:lnTo>
                    <a:pt x="6636" y="266"/>
                  </a:lnTo>
                  <a:lnTo>
                    <a:pt x="6105" y="0"/>
                  </a:lnTo>
                  <a:lnTo>
                    <a:pt x="5309" y="0"/>
                  </a:lnTo>
                  <a:lnTo>
                    <a:pt x="4645" y="133"/>
                  </a:lnTo>
                  <a:lnTo>
                    <a:pt x="3849" y="531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556"/>
                  </a:lnTo>
                  <a:lnTo>
                    <a:pt x="1195" y="9821"/>
                  </a:lnTo>
                  <a:lnTo>
                    <a:pt x="2124" y="10352"/>
                  </a:lnTo>
                  <a:lnTo>
                    <a:pt x="2257" y="10086"/>
                  </a:lnTo>
                  <a:lnTo>
                    <a:pt x="2257" y="10086"/>
                  </a:lnTo>
                  <a:lnTo>
                    <a:pt x="3053" y="9954"/>
                  </a:lnTo>
                  <a:lnTo>
                    <a:pt x="3982" y="9556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2" y="8228"/>
                  </a:lnTo>
                  <a:lnTo>
                    <a:pt x="6105" y="7432"/>
                  </a:lnTo>
                  <a:lnTo>
                    <a:pt x="6636" y="6636"/>
                  </a:lnTo>
                  <a:lnTo>
                    <a:pt x="7167" y="5574"/>
                  </a:lnTo>
                  <a:lnTo>
                    <a:pt x="7432" y="4645"/>
                  </a:lnTo>
                  <a:lnTo>
                    <a:pt x="7698" y="3716"/>
                  </a:lnTo>
                  <a:lnTo>
                    <a:pt x="7830" y="26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8"/>
            <p:cNvSpPr/>
            <p:nvPr/>
          </p:nvSpPr>
          <p:spPr>
            <a:xfrm>
              <a:off x="7018921" y="2212650"/>
              <a:ext cx="121034" cy="165037"/>
            </a:xfrm>
            <a:custGeom>
              <a:rect b="b" l="l" r="r" t="t"/>
              <a:pathLst>
                <a:path extrusionOk="0" h="9954" w="7300">
                  <a:moveTo>
                    <a:pt x="5574" y="0"/>
                  </a:moveTo>
                  <a:lnTo>
                    <a:pt x="4778" y="133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33" y="6371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556"/>
                  </a:lnTo>
                  <a:lnTo>
                    <a:pt x="1195" y="9821"/>
                  </a:lnTo>
                  <a:lnTo>
                    <a:pt x="1460" y="9954"/>
                  </a:lnTo>
                  <a:lnTo>
                    <a:pt x="1460" y="9556"/>
                  </a:lnTo>
                  <a:lnTo>
                    <a:pt x="1062" y="8892"/>
                  </a:lnTo>
                  <a:lnTo>
                    <a:pt x="929" y="7830"/>
                  </a:lnTo>
                  <a:lnTo>
                    <a:pt x="1062" y="6901"/>
                  </a:lnTo>
                  <a:lnTo>
                    <a:pt x="1328" y="5840"/>
                  </a:lnTo>
                  <a:lnTo>
                    <a:pt x="1593" y="4911"/>
                  </a:lnTo>
                  <a:lnTo>
                    <a:pt x="2124" y="3982"/>
                  </a:lnTo>
                  <a:lnTo>
                    <a:pt x="2655" y="3053"/>
                  </a:lnTo>
                  <a:lnTo>
                    <a:pt x="3318" y="2256"/>
                  </a:lnTo>
                  <a:lnTo>
                    <a:pt x="3982" y="1593"/>
                  </a:lnTo>
                  <a:lnTo>
                    <a:pt x="4778" y="1062"/>
                  </a:lnTo>
                  <a:lnTo>
                    <a:pt x="5707" y="664"/>
                  </a:lnTo>
                  <a:lnTo>
                    <a:pt x="6636" y="531"/>
                  </a:lnTo>
                  <a:lnTo>
                    <a:pt x="7300" y="531"/>
                  </a:lnTo>
                  <a:lnTo>
                    <a:pt x="6636" y="266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F6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8"/>
            <p:cNvSpPr/>
            <p:nvPr/>
          </p:nvSpPr>
          <p:spPr>
            <a:xfrm>
              <a:off x="7018921" y="2212650"/>
              <a:ext cx="121034" cy="165037"/>
            </a:xfrm>
            <a:custGeom>
              <a:rect b="b" l="l" r="r" t="t"/>
              <a:pathLst>
                <a:path extrusionOk="0" fill="none" h="9954" w="7300">
                  <a:moveTo>
                    <a:pt x="5574" y="0"/>
                  </a:moveTo>
                  <a:lnTo>
                    <a:pt x="5574" y="0"/>
                  </a:lnTo>
                  <a:lnTo>
                    <a:pt x="4778" y="133"/>
                  </a:lnTo>
                  <a:lnTo>
                    <a:pt x="3849" y="531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062" y="3451"/>
                  </a:lnTo>
                  <a:lnTo>
                    <a:pt x="664" y="4380"/>
                  </a:lnTo>
                  <a:lnTo>
                    <a:pt x="266" y="5309"/>
                  </a:lnTo>
                  <a:lnTo>
                    <a:pt x="133" y="6371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556"/>
                  </a:lnTo>
                  <a:lnTo>
                    <a:pt x="1195" y="9821"/>
                  </a:lnTo>
                  <a:lnTo>
                    <a:pt x="1460" y="9954"/>
                  </a:lnTo>
                  <a:lnTo>
                    <a:pt x="1460" y="9556"/>
                  </a:lnTo>
                  <a:lnTo>
                    <a:pt x="1460" y="9556"/>
                  </a:lnTo>
                  <a:lnTo>
                    <a:pt x="1062" y="8892"/>
                  </a:lnTo>
                  <a:lnTo>
                    <a:pt x="929" y="7830"/>
                  </a:lnTo>
                  <a:lnTo>
                    <a:pt x="929" y="7830"/>
                  </a:lnTo>
                  <a:lnTo>
                    <a:pt x="929" y="7830"/>
                  </a:lnTo>
                  <a:lnTo>
                    <a:pt x="929" y="7830"/>
                  </a:lnTo>
                  <a:lnTo>
                    <a:pt x="1062" y="6901"/>
                  </a:lnTo>
                  <a:lnTo>
                    <a:pt x="1328" y="5840"/>
                  </a:lnTo>
                  <a:lnTo>
                    <a:pt x="1593" y="4911"/>
                  </a:lnTo>
                  <a:lnTo>
                    <a:pt x="2124" y="3982"/>
                  </a:lnTo>
                  <a:lnTo>
                    <a:pt x="2655" y="3053"/>
                  </a:lnTo>
                  <a:lnTo>
                    <a:pt x="3318" y="2256"/>
                  </a:lnTo>
                  <a:lnTo>
                    <a:pt x="3982" y="1593"/>
                  </a:lnTo>
                  <a:lnTo>
                    <a:pt x="4778" y="1062"/>
                  </a:lnTo>
                  <a:lnTo>
                    <a:pt x="4778" y="1062"/>
                  </a:lnTo>
                  <a:lnTo>
                    <a:pt x="5707" y="664"/>
                  </a:lnTo>
                  <a:lnTo>
                    <a:pt x="6636" y="531"/>
                  </a:lnTo>
                  <a:lnTo>
                    <a:pt x="6636" y="531"/>
                  </a:lnTo>
                  <a:lnTo>
                    <a:pt x="7167" y="531"/>
                  </a:lnTo>
                  <a:lnTo>
                    <a:pt x="7167" y="531"/>
                  </a:lnTo>
                  <a:lnTo>
                    <a:pt x="7300" y="531"/>
                  </a:lnTo>
                  <a:lnTo>
                    <a:pt x="6636" y="266"/>
                  </a:lnTo>
                  <a:lnTo>
                    <a:pt x="6636" y="266"/>
                  </a:lnTo>
                  <a:lnTo>
                    <a:pt x="6105" y="0"/>
                  </a:lnTo>
                  <a:lnTo>
                    <a:pt x="557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8"/>
            <p:cNvSpPr/>
            <p:nvPr/>
          </p:nvSpPr>
          <p:spPr>
            <a:xfrm>
              <a:off x="7034323" y="2221454"/>
              <a:ext cx="129838" cy="167242"/>
            </a:xfrm>
            <a:custGeom>
              <a:rect b="b" l="l" r="r" t="t"/>
              <a:pathLst>
                <a:path extrusionOk="0" h="10087" w="7831">
                  <a:moveTo>
                    <a:pt x="5442" y="0"/>
                  </a:moveTo>
                  <a:lnTo>
                    <a:pt x="4645" y="133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5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9" y="5441"/>
                  </a:lnTo>
                  <a:lnTo>
                    <a:pt x="133" y="6370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423"/>
                  </a:lnTo>
                  <a:lnTo>
                    <a:pt x="1195" y="9821"/>
                  </a:lnTo>
                  <a:lnTo>
                    <a:pt x="1858" y="10086"/>
                  </a:lnTo>
                  <a:lnTo>
                    <a:pt x="2522" y="10086"/>
                  </a:lnTo>
                  <a:lnTo>
                    <a:pt x="3185" y="9954"/>
                  </a:lnTo>
                  <a:lnTo>
                    <a:pt x="3982" y="9555"/>
                  </a:lnTo>
                  <a:lnTo>
                    <a:pt x="4778" y="9025"/>
                  </a:lnTo>
                  <a:lnTo>
                    <a:pt x="5574" y="8361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698" y="3716"/>
                  </a:lnTo>
                  <a:lnTo>
                    <a:pt x="7830" y="2787"/>
                  </a:lnTo>
                  <a:lnTo>
                    <a:pt x="7698" y="1858"/>
                  </a:lnTo>
                  <a:lnTo>
                    <a:pt x="7565" y="1195"/>
                  </a:lnTo>
                  <a:lnTo>
                    <a:pt x="7167" y="531"/>
                  </a:lnTo>
                  <a:lnTo>
                    <a:pt x="6636" y="266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8"/>
            <p:cNvSpPr/>
            <p:nvPr/>
          </p:nvSpPr>
          <p:spPr>
            <a:xfrm>
              <a:off x="7034323" y="2221454"/>
              <a:ext cx="129838" cy="167242"/>
            </a:xfrm>
            <a:custGeom>
              <a:rect b="b" l="l" r="r" t="t"/>
              <a:pathLst>
                <a:path extrusionOk="0" fill="none" h="10087" w="7831">
                  <a:moveTo>
                    <a:pt x="3849" y="531"/>
                  </a:moveTo>
                  <a:lnTo>
                    <a:pt x="3849" y="531"/>
                  </a:lnTo>
                  <a:lnTo>
                    <a:pt x="3053" y="1062"/>
                  </a:lnTo>
                  <a:lnTo>
                    <a:pt x="2389" y="1725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9" y="5441"/>
                  </a:lnTo>
                  <a:lnTo>
                    <a:pt x="133" y="6370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133" y="8228"/>
                  </a:lnTo>
                  <a:lnTo>
                    <a:pt x="399" y="8892"/>
                  </a:lnTo>
                  <a:lnTo>
                    <a:pt x="797" y="9423"/>
                  </a:lnTo>
                  <a:lnTo>
                    <a:pt x="1195" y="9821"/>
                  </a:lnTo>
                  <a:lnTo>
                    <a:pt x="1858" y="10086"/>
                  </a:lnTo>
                  <a:lnTo>
                    <a:pt x="2522" y="10086"/>
                  </a:lnTo>
                  <a:lnTo>
                    <a:pt x="3185" y="9954"/>
                  </a:lnTo>
                  <a:lnTo>
                    <a:pt x="3982" y="9555"/>
                  </a:lnTo>
                  <a:lnTo>
                    <a:pt x="3982" y="9555"/>
                  </a:lnTo>
                  <a:lnTo>
                    <a:pt x="4778" y="9025"/>
                  </a:lnTo>
                  <a:lnTo>
                    <a:pt x="5574" y="8361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698" y="3716"/>
                  </a:lnTo>
                  <a:lnTo>
                    <a:pt x="7830" y="2787"/>
                  </a:lnTo>
                  <a:lnTo>
                    <a:pt x="7830" y="2787"/>
                  </a:lnTo>
                  <a:lnTo>
                    <a:pt x="7698" y="1858"/>
                  </a:lnTo>
                  <a:lnTo>
                    <a:pt x="7565" y="1195"/>
                  </a:lnTo>
                  <a:lnTo>
                    <a:pt x="7167" y="531"/>
                  </a:lnTo>
                  <a:lnTo>
                    <a:pt x="6636" y="266"/>
                  </a:lnTo>
                  <a:lnTo>
                    <a:pt x="6105" y="0"/>
                  </a:lnTo>
                  <a:lnTo>
                    <a:pt x="5442" y="0"/>
                  </a:lnTo>
                  <a:lnTo>
                    <a:pt x="4645" y="133"/>
                  </a:lnTo>
                  <a:lnTo>
                    <a:pt x="3849" y="5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7034323" y="2221454"/>
              <a:ext cx="103426" cy="149635"/>
            </a:xfrm>
            <a:custGeom>
              <a:rect b="b" l="l" r="r" t="t"/>
              <a:pathLst>
                <a:path extrusionOk="0" h="9025" w="6238">
                  <a:moveTo>
                    <a:pt x="5707" y="0"/>
                  </a:moveTo>
                  <a:lnTo>
                    <a:pt x="4778" y="133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5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9" y="5309"/>
                  </a:lnTo>
                  <a:lnTo>
                    <a:pt x="133" y="6370"/>
                  </a:lnTo>
                  <a:lnTo>
                    <a:pt x="0" y="7299"/>
                  </a:lnTo>
                  <a:lnTo>
                    <a:pt x="133" y="8361"/>
                  </a:lnTo>
                  <a:lnTo>
                    <a:pt x="531" y="9025"/>
                  </a:lnTo>
                  <a:lnTo>
                    <a:pt x="531" y="7565"/>
                  </a:lnTo>
                  <a:lnTo>
                    <a:pt x="929" y="6105"/>
                  </a:lnTo>
                  <a:lnTo>
                    <a:pt x="1460" y="4778"/>
                  </a:lnTo>
                  <a:lnTo>
                    <a:pt x="2124" y="3583"/>
                  </a:lnTo>
                  <a:lnTo>
                    <a:pt x="2920" y="2522"/>
                  </a:lnTo>
                  <a:lnTo>
                    <a:pt x="3982" y="1593"/>
                  </a:lnTo>
                  <a:lnTo>
                    <a:pt x="5043" y="664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8"/>
            <p:cNvSpPr/>
            <p:nvPr/>
          </p:nvSpPr>
          <p:spPr>
            <a:xfrm>
              <a:off x="7034323" y="2221454"/>
              <a:ext cx="103426" cy="149635"/>
            </a:xfrm>
            <a:custGeom>
              <a:rect b="b" l="l" r="r" t="t"/>
              <a:pathLst>
                <a:path extrusionOk="0" fill="none" h="9025" w="6238">
                  <a:moveTo>
                    <a:pt x="5707" y="0"/>
                  </a:moveTo>
                  <a:lnTo>
                    <a:pt x="5707" y="0"/>
                  </a:lnTo>
                  <a:lnTo>
                    <a:pt x="4778" y="133"/>
                  </a:lnTo>
                  <a:lnTo>
                    <a:pt x="3849" y="531"/>
                  </a:lnTo>
                  <a:lnTo>
                    <a:pt x="3849" y="531"/>
                  </a:lnTo>
                  <a:lnTo>
                    <a:pt x="3053" y="1062"/>
                  </a:lnTo>
                  <a:lnTo>
                    <a:pt x="2389" y="1725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9" y="5309"/>
                  </a:lnTo>
                  <a:lnTo>
                    <a:pt x="133" y="6370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0" y="7299"/>
                  </a:lnTo>
                  <a:lnTo>
                    <a:pt x="133" y="8361"/>
                  </a:lnTo>
                  <a:lnTo>
                    <a:pt x="531" y="9025"/>
                  </a:lnTo>
                  <a:lnTo>
                    <a:pt x="531" y="9025"/>
                  </a:lnTo>
                  <a:lnTo>
                    <a:pt x="531" y="9025"/>
                  </a:lnTo>
                  <a:lnTo>
                    <a:pt x="531" y="7565"/>
                  </a:lnTo>
                  <a:lnTo>
                    <a:pt x="929" y="6105"/>
                  </a:lnTo>
                  <a:lnTo>
                    <a:pt x="1460" y="4778"/>
                  </a:lnTo>
                  <a:lnTo>
                    <a:pt x="2124" y="3583"/>
                  </a:lnTo>
                  <a:lnTo>
                    <a:pt x="2920" y="2522"/>
                  </a:lnTo>
                  <a:lnTo>
                    <a:pt x="3982" y="1593"/>
                  </a:lnTo>
                  <a:lnTo>
                    <a:pt x="5043" y="664"/>
                  </a:lnTo>
                  <a:lnTo>
                    <a:pt x="6238" y="0"/>
                  </a:lnTo>
                  <a:lnTo>
                    <a:pt x="6238" y="0"/>
                  </a:lnTo>
                  <a:lnTo>
                    <a:pt x="570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8"/>
            <p:cNvSpPr/>
            <p:nvPr/>
          </p:nvSpPr>
          <p:spPr>
            <a:xfrm>
              <a:off x="6955104" y="2652716"/>
              <a:ext cx="499506" cy="257454"/>
            </a:xfrm>
            <a:custGeom>
              <a:rect b="b" l="l" r="r" t="t"/>
              <a:pathLst>
                <a:path extrusionOk="0" h="15528" w="30127">
                  <a:moveTo>
                    <a:pt x="13670" y="1"/>
                  </a:moveTo>
                  <a:lnTo>
                    <a:pt x="12210" y="133"/>
                  </a:lnTo>
                  <a:lnTo>
                    <a:pt x="10883" y="399"/>
                  </a:lnTo>
                  <a:lnTo>
                    <a:pt x="9423" y="664"/>
                  </a:lnTo>
                  <a:lnTo>
                    <a:pt x="8096" y="929"/>
                  </a:lnTo>
                  <a:lnTo>
                    <a:pt x="6769" y="1460"/>
                  </a:lnTo>
                  <a:lnTo>
                    <a:pt x="5575" y="1991"/>
                  </a:lnTo>
                  <a:lnTo>
                    <a:pt x="4513" y="2522"/>
                  </a:lnTo>
                  <a:lnTo>
                    <a:pt x="3319" y="3186"/>
                  </a:lnTo>
                  <a:lnTo>
                    <a:pt x="1" y="3186"/>
                  </a:lnTo>
                  <a:lnTo>
                    <a:pt x="1" y="7698"/>
                  </a:lnTo>
                  <a:lnTo>
                    <a:pt x="134" y="8361"/>
                  </a:lnTo>
                  <a:lnTo>
                    <a:pt x="266" y="9025"/>
                  </a:lnTo>
                  <a:lnTo>
                    <a:pt x="664" y="9688"/>
                  </a:lnTo>
                  <a:lnTo>
                    <a:pt x="1063" y="10352"/>
                  </a:lnTo>
                  <a:lnTo>
                    <a:pt x="1726" y="11015"/>
                  </a:lnTo>
                  <a:lnTo>
                    <a:pt x="2522" y="11679"/>
                  </a:lnTo>
                  <a:lnTo>
                    <a:pt x="3451" y="12343"/>
                  </a:lnTo>
                  <a:lnTo>
                    <a:pt x="4513" y="13006"/>
                  </a:lnTo>
                  <a:lnTo>
                    <a:pt x="5575" y="13537"/>
                  </a:lnTo>
                  <a:lnTo>
                    <a:pt x="6769" y="14068"/>
                  </a:lnTo>
                  <a:lnTo>
                    <a:pt x="8096" y="14466"/>
                  </a:lnTo>
                  <a:lnTo>
                    <a:pt x="9423" y="14864"/>
                  </a:lnTo>
                  <a:lnTo>
                    <a:pt x="10883" y="15130"/>
                  </a:lnTo>
                  <a:lnTo>
                    <a:pt x="12210" y="15395"/>
                  </a:lnTo>
                  <a:lnTo>
                    <a:pt x="13670" y="15395"/>
                  </a:lnTo>
                  <a:lnTo>
                    <a:pt x="15130" y="15528"/>
                  </a:lnTo>
                  <a:lnTo>
                    <a:pt x="16590" y="15395"/>
                  </a:lnTo>
                  <a:lnTo>
                    <a:pt x="18049" y="15395"/>
                  </a:lnTo>
                  <a:lnTo>
                    <a:pt x="19377" y="15130"/>
                  </a:lnTo>
                  <a:lnTo>
                    <a:pt x="20836" y="14864"/>
                  </a:lnTo>
                  <a:lnTo>
                    <a:pt x="22163" y="14466"/>
                  </a:lnTo>
                  <a:lnTo>
                    <a:pt x="23358" y="14068"/>
                  </a:lnTo>
                  <a:lnTo>
                    <a:pt x="24685" y="13537"/>
                  </a:lnTo>
                  <a:lnTo>
                    <a:pt x="25747" y="13006"/>
                  </a:lnTo>
                  <a:lnTo>
                    <a:pt x="26808" y="12343"/>
                  </a:lnTo>
                  <a:lnTo>
                    <a:pt x="27737" y="11679"/>
                  </a:lnTo>
                  <a:lnTo>
                    <a:pt x="28534" y="11015"/>
                  </a:lnTo>
                  <a:lnTo>
                    <a:pt x="29064" y="10352"/>
                  </a:lnTo>
                  <a:lnTo>
                    <a:pt x="29595" y="9688"/>
                  </a:lnTo>
                  <a:lnTo>
                    <a:pt x="29993" y="9025"/>
                  </a:lnTo>
                  <a:lnTo>
                    <a:pt x="30126" y="8361"/>
                  </a:lnTo>
                  <a:lnTo>
                    <a:pt x="30126" y="7698"/>
                  </a:lnTo>
                  <a:lnTo>
                    <a:pt x="30126" y="3186"/>
                  </a:lnTo>
                  <a:lnTo>
                    <a:pt x="26808" y="3186"/>
                  </a:lnTo>
                  <a:lnTo>
                    <a:pt x="25747" y="2522"/>
                  </a:lnTo>
                  <a:lnTo>
                    <a:pt x="24685" y="1991"/>
                  </a:lnTo>
                  <a:lnTo>
                    <a:pt x="23358" y="1460"/>
                  </a:lnTo>
                  <a:lnTo>
                    <a:pt x="22163" y="929"/>
                  </a:lnTo>
                  <a:lnTo>
                    <a:pt x="20836" y="664"/>
                  </a:lnTo>
                  <a:lnTo>
                    <a:pt x="19377" y="399"/>
                  </a:lnTo>
                  <a:lnTo>
                    <a:pt x="18049" y="133"/>
                  </a:lnTo>
                  <a:lnTo>
                    <a:pt x="16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8"/>
            <p:cNvSpPr/>
            <p:nvPr/>
          </p:nvSpPr>
          <p:spPr>
            <a:xfrm>
              <a:off x="6955104" y="2652716"/>
              <a:ext cx="499506" cy="257454"/>
            </a:xfrm>
            <a:custGeom>
              <a:rect b="b" l="l" r="r" t="t"/>
              <a:pathLst>
                <a:path extrusionOk="0" fill="none" h="15528" w="30127">
                  <a:moveTo>
                    <a:pt x="30126" y="7698"/>
                  </a:moveTo>
                  <a:lnTo>
                    <a:pt x="30126" y="7698"/>
                  </a:lnTo>
                  <a:lnTo>
                    <a:pt x="30126" y="3186"/>
                  </a:lnTo>
                  <a:lnTo>
                    <a:pt x="26808" y="3186"/>
                  </a:lnTo>
                  <a:lnTo>
                    <a:pt x="26808" y="3186"/>
                  </a:lnTo>
                  <a:lnTo>
                    <a:pt x="25747" y="2522"/>
                  </a:lnTo>
                  <a:lnTo>
                    <a:pt x="25747" y="2522"/>
                  </a:lnTo>
                  <a:lnTo>
                    <a:pt x="24685" y="1991"/>
                  </a:lnTo>
                  <a:lnTo>
                    <a:pt x="23358" y="1460"/>
                  </a:lnTo>
                  <a:lnTo>
                    <a:pt x="22163" y="929"/>
                  </a:lnTo>
                  <a:lnTo>
                    <a:pt x="20836" y="664"/>
                  </a:lnTo>
                  <a:lnTo>
                    <a:pt x="19377" y="399"/>
                  </a:lnTo>
                  <a:lnTo>
                    <a:pt x="18049" y="133"/>
                  </a:lnTo>
                  <a:lnTo>
                    <a:pt x="16590" y="1"/>
                  </a:lnTo>
                  <a:lnTo>
                    <a:pt x="15130" y="1"/>
                  </a:lnTo>
                  <a:lnTo>
                    <a:pt x="13670" y="1"/>
                  </a:lnTo>
                  <a:lnTo>
                    <a:pt x="12210" y="133"/>
                  </a:lnTo>
                  <a:lnTo>
                    <a:pt x="10883" y="399"/>
                  </a:lnTo>
                  <a:lnTo>
                    <a:pt x="9423" y="664"/>
                  </a:lnTo>
                  <a:lnTo>
                    <a:pt x="8096" y="929"/>
                  </a:lnTo>
                  <a:lnTo>
                    <a:pt x="6769" y="1460"/>
                  </a:lnTo>
                  <a:lnTo>
                    <a:pt x="5575" y="1991"/>
                  </a:lnTo>
                  <a:lnTo>
                    <a:pt x="4513" y="2522"/>
                  </a:lnTo>
                  <a:lnTo>
                    <a:pt x="4513" y="2522"/>
                  </a:lnTo>
                  <a:lnTo>
                    <a:pt x="3319" y="3186"/>
                  </a:lnTo>
                  <a:lnTo>
                    <a:pt x="1" y="3186"/>
                  </a:lnTo>
                  <a:lnTo>
                    <a:pt x="1" y="7698"/>
                  </a:lnTo>
                  <a:lnTo>
                    <a:pt x="1" y="7698"/>
                  </a:lnTo>
                  <a:lnTo>
                    <a:pt x="1" y="7698"/>
                  </a:lnTo>
                  <a:lnTo>
                    <a:pt x="134" y="8361"/>
                  </a:lnTo>
                  <a:lnTo>
                    <a:pt x="266" y="9025"/>
                  </a:lnTo>
                  <a:lnTo>
                    <a:pt x="664" y="9688"/>
                  </a:lnTo>
                  <a:lnTo>
                    <a:pt x="1063" y="10352"/>
                  </a:lnTo>
                  <a:lnTo>
                    <a:pt x="1726" y="11015"/>
                  </a:lnTo>
                  <a:lnTo>
                    <a:pt x="2522" y="11679"/>
                  </a:lnTo>
                  <a:lnTo>
                    <a:pt x="3451" y="12343"/>
                  </a:lnTo>
                  <a:lnTo>
                    <a:pt x="4513" y="13006"/>
                  </a:lnTo>
                  <a:lnTo>
                    <a:pt x="4513" y="13006"/>
                  </a:lnTo>
                  <a:lnTo>
                    <a:pt x="5575" y="13537"/>
                  </a:lnTo>
                  <a:lnTo>
                    <a:pt x="6769" y="14068"/>
                  </a:lnTo>
                  <a:lnTo>
                    <a:pt x="8096" y="14466"/>
                  </a:lnTo>
                  <a:lnTo>
                    <a:pt x="9423" y="14864"/>
                  </a:lnTo>
                  <a:lnTo>
                    <a:pt x="10883" y="15130"/>
                  </a:lnTo>
                  <a:lnTo>
                    <a:pt x="12210" y="15395"/>
                  </a:lnTo>
                  <a:lnTo>
                    <a:pt x="13670" y="15395"/>
                  </a:lnTo>
                  <a:lnTo>
                    <a:pt x="15130" y="15528"/>
                  </a:lnTo>
                  <a:lnTo>
                    <a:pt x="16590" y="15395"/>
                  </a:lnTo>
                  <a:lnTo>
                    <a:pt x="18049" y="15395"/>
                  </a:lnTo>
                  <a:lnTo>
                    <a:pt x="19377" y="15130"/>
                  </a:lnTo>
                  <a:lnTo>
                    <a:pt x="20836" y="14864"/>
                  </a:lnTo>
                  <a:lnTo>
                    <a:pt x="22163" y="14466"/>
                  </a:lnTo>
                  <a:lnTo>
                    <a:pt x="23358" y="14068"/>
                  </a:lnTo>
                  <a:lnTo>
                    <a:pt x="24685" y="13537"/>
                  </a:lnTo>
                  <a:lnTo>
                    <a:pt x="25747" y="13006"/>
                  </a:lnTo>
                  <a:lnTo>
                    <a:pt x="25747" y="13006"/>
                  </a:lnTo>
                  <a:lnTo>
                    <a:pt x="26808" y="12343"/>
                  </a:lnTo>
                  <a:lnTo>
                    <a:pt x="27737" y="11679"/>
                  </a:lnTo>
                  <a:lnTo>
                    <a:pt x="28534" y="11015"/>
                  </a:lnTo>
                  <a:lnTo>
                    <a:pt x="29064" y="10352"/>
                  </a:lnTo>
                  <a:lnTo>
                    <a:pt x="29595" y="9688"/>
                  </a:lnTo>
                  <a:lnTo>
                    <a:pt x="29993" y="9025"/>
                  </a:lnTo>
                  <a:lnTo>
                    <a:pt x="30126" y="8361"/>
                  </a:lnTo>
                  <a:lnTo>
                    <a:pt x="30126" y="769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8"/>
            <p:cNvSpPr/>
            <p:nvPr/>
          </p:nvSpPr>
          <p:spPr>
            <a:xfrm>
              <a:off x="6955104" y="2562504"/>
              <a:ext cx="499506" cy="288260"/>
            </a:xfrm>
            <a:custGeom>
              <a:rect b="b" l="l" r="r" t="t"/>
              <a:pathLst>
                <a:path extrusionOk="0" h="17386" w="30127">
                  <a:moveTo>
                    <a:pt x="13670" y="0"/>
                  </a:moveTo>
                  <a:lnTo>
                    <a:pt x="12210" y="133"/>
                  </a:lnTo>
                  <a:lnTo>
                    <a:pt x="10883" y="399"/>
                  </a:lnTo>
                  <a:lnTo>
                    <a:pt x="9423" y="664"/>
                  </a:lnTo>
                  <a:lnTo>
                    <a:pt x="8096" y="929"/>
                  </a:lnTo>
                  <a:lnTo>
                    <a:pt x="6769" y="1460"/>
                  </a:lnTo>
                  <a:lnTo>
                    <a:pt x="5575" y="1991"/>
                  </a:lnTo>
                  <a:lnTo>
                    <a:pt x="4513" y="2522"/>
                  </a:lnTo>
                  <a:lnTo>
                    <a:pt x="3451" y="3185"/>
                  </a:lnTo>
                  <a:lnTo>
                    <a:pt x="2522" y="3849"/>
                  </a:lnTo>
                  <a:lnTo>
                    <a:pt x="1726" y="4645"/>
                  </a:lnTo>
                  <a:lnTo>
                    <a:pt x="1195" y="5442"/>
                  </a:lnTo>
                  <a:lnTo>
                    <a:pt x="664" y="6238"/>
                  </a:lnTo>
                  <a:lnTo>
                    <a:pt x="266" y="7034"/>
                  </a:lnTo>
                  <a:lnTo>
                    <a:pt x="134" y="7830"/>
                  </a:lnTo>
                  <a:lnTo>
                    <a:pt x="1" y="8627"/>
                  </a:lnTo>
                  <a:lnTo>
                    <a:pt x="134" y="9556"/>
                  </a:lnTo>
                  <a:lnTo>
                    <a:pt x="266" y="10352"/>
                  </a:lnTo>
                  <a:lnTo>
                    <a:pt x="664" y="11148"/>
                  </a:lnTo>
                  <a:lnTo>
                    <a:pt x="1195" y="11944"/>
                  </a:lnTo>
                  <a:lnTo>
                    <a:pt x="1726" y="12741"/>
                  </a:lnTo>
                  <a:lnTo>
                    <a:pt x="2522" y="13404"/>
                  </a:lnTo>
                  <a:lnTo>
                    <a:pt x="3451" y="14200"/>
                  </a:lnTo>
                  <a:lnTo>
                    <a:pt x="4513" y="14864"/>
                  </a:lnTo>
                  <a:lnTo>
                    <a:pt x="5575" y="15395"/>
                  </a:lnTo>
                  <a:lnTo>
                    <a:pt x="6769" y="15926"/>
                  </a:lnTo>
                  <a:lnTo>
                    <a:pt x="8096" y="16324"/>
                  </a:lnTo>
                  <a:lnTo>
                    <a:pt x="9423" y="16722"/>
                  </a:lnTo>
                  <a:lnTo>
                    <a:pt x="10883" y="16987"/>
                  </a:lnTo>
                  <a:lnTo>
                    <a:pt x="12210" y="17253"/>
                  </a:lnTo>
                  <a:lnTo>
                    <a:pt x="13670" y="17385"/>
                  </a:lnTo>
                  <a:lnTo>
                    <a:pt x="16590" y="17385"/>
                  </a:lnTo>
                  <a:lnTo>
                    <a:pt x="18049" y="17253"/>
                  </a:lnTo>
                  <a:lnTo>
                    <a:pt x="19377" y="16987"/>
                  </a:lnTo>
                  <a:lnTo>
                    <a:pt x="20836" y="16722"/>
                  </a:lnTo>
                  <a:lnTo>
                    <a:pt x="22163" y="16324"/>
                  </a:lnTo>
                  <a:lnTo>
                    <a:pt x="23358" y="15926"/>
                  </a:lnTo>
                  <a:lnTo>
                    <a:pt x="24685" y="15395"/>
                  </a:lnTo>
                  <a:lnTo>
                    <a:pt x="25747" y="14864"/>
                  </a:lnTo>
                  <a:lnTo>
                    <a:pt x="26808" y="14200"/>
                  </a:lnTo>
                  <a:lnTo>
                    <a:pt x="27737" y="13404"/>
                  </a:lnTo>
                  <a:lnTo>
                    <a:pt x="28401" y="12741"/>
                  </a:lnTo>
                  <a:lnTo>
                    <a:pt x="29064" y="11944"/>
                  </a:lnTo>
                  <a:lnTo>
                    <a:pt x="29595" y="11148"/>
                  </a:lnTo>
                  <a:lnTo>
                    <a:pt x="29861" y="10352"/>
                  </a:lnTo>
                  <a:lnTo>
                    <a:pt x="30126" y="9556"/>
                  </a:lnTo>
                  <a:lnTo>
                    <a:pt x="30126" y="8627"/>
                  </a:lnTo>
                  <a:lnTo>
                    <a:pt x="30126" y="7830"/>
                  </a:lnTo>
                  <a:lnTo>
                    <a:pt x="29861" y="7034"/>
                  </a:lnTo>
                  <a:lnTo>
                    <a:pt x="29595" y="6238"/>
                  </a:lnTo>
                  <a:lnTo>
                    <a:pt x="29064" y="5442"/>
                  </a:lnTo>
                  <a:lnTo>
                    <a:pt x="28401" y="4645"/>
                  </a:lnTo>
                  <a:lnTo>
                    <a:pt x="27737" y="3849"/>
                  </a:lnTo>
                  <a:lnTo>
                    <a:pt x="26808" y="3185"/>
                  </a:lnTo>
                  <a:lnTo>
                    <a:pt x="25747" y="2522"/>
                  </a:lnTo>
                  <a:lnTo>
                    <a:pt x="24685" y="1858"/>
                  </a:lnTo>
                  <a:lnTo>
                    <a:pt x="23358" y="1460"/>
                  </a:lnTo>
                  <a:lnTo>
                    <a:pt x="22163" y="929"/>
                  </a:lnTo>
                  <a:lnTo>
                    <a:pt x="20836" y="664"/>
                  </a:lnTo>
                  <a:lnTo>
                    <a:pt x="19377" y="399"/>
                  </a:lnTo>
                  <a:lnTo>
                    <a:pt x="18049" y="133"/>
                  </a:lnTo>
                  <a:lnTo>
                    <a:pt x="1659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6955104" y="2562504"/>
              <a:ext cx="499506" cy="288260"/>
            </a:xfrm>
            <a:custGeom>
              <a:rect b="b" l="l" r="r" t="t"/>
              <a:pathLst>
                <a:path extrusionOk="0" fill="none" h="17386" w="30127">
                  <a:moveTo>
                    <a:pt x="4513" y="14864"/>
                  </a:moveTo>
                  <a:lnTo>
                    <a:pt x="4513" y="14864"/>
                  </a:lnTo>
                  <a:lnTo>
                    <a:pt x="3451" y="14200"/>
                  </a:lnTo>
                  <a:lnTo>
                    <a:pt x="2522" y="13404"/>
                  </a:lnTo>
                  <a:lnTo>
                    <a:pt x="1726" y="12741"/>
                  </a:lnTo>
                  <a:lnTo>
                    <a:pt x="1195" y="11944"/>
                  </a:lnTo>
                  <a:lnTo>
                    <a:pt x="664" y="11148"/>
                  </a:lnTo>
                  <a:lnTo>
                    <a:pt x="266" y="10352"/>
                  </a:lnTo>
                  <a:lnTo>
                    <a:pt x="134" y="9556"/>
                  </a:lnTo>
                  <a:lnTo>
                    <a:pt x="1" y="8627"/>
                  </a:lnTo>
                  <a:lnTo>
                    <a:pt x="134" y="7830"/>
                  </a:lnTo>
                  <a:lnTo>
                    <a:pt x="266" y="7034"/>
                  </a:lnTo>
                  <a:lnTo>
                    <a:pt x="664" y="6238"/>
                  </a:lnTo>
                  <a:lnTo>
                    <a:pt x="1195" y="5442"/>
                  </a:lnTo>
                  <a:lnTo>
                    <a:pt x="1726" y="4645"/>
                  </a:lnTo>
                  <a:lnTo>
                    <a:pt x="2522" y="3849"/>
                  </a:lnTo>
                  <a:lnTo>
                    <a:pt x="3451" y="3185"/>
                  </a:lnTo>
                  <a:lnTo>
                    <a:pt x="4513" y="2522"/>
                  </a:lnTo>
                  <a:lnTo>
                    <a:pt x="4513" y="2522"/>
                  </a:lnTo>
                  <a:lnTo>
                    <a:pt x="5575" y="1991"/>
                  </a:lnTo>
                  <a:lnTo>
                    <a:pt x="6769" y="1460"/>
                  </a:lnTo>
                  <a:lnTo>
                    <a:pt x="8096" y="929"/>
                  </a:lnTo>
                  <a:lnTo>
                    <a:pt x="9423" y="664"/>
                  </a:lnTo>
                  <a:lnTo>
                    <a:pt x="10883" y="399"/>
                  </a:lnTo>
                  <a:lnTo>
                    <a:pt x="12210" y="133"/>
                  </a:lnTo>
                  <a:lnTo>
                    <a:pt x="13670" y="0"/>
                  </a:lnTo>
                  <a:lnTo>
                    <a:pt x="15130" y="0"/>
                  </a:lnTo>
                  <a:lnTo>
                    <a:pt x="16590" y="0"/>
                  </a:lnTo>
                  <a:lnTo>
                    <a:pt x="18049" y="133"/>
                  </a:lnTo>
                  <a:lnTo>
                    <a:pt x="19377" y="399"/>
                  </a:lnTo>
                  <a:lnTo>
                    <a:pt x="20836" y="664"/>
                  </a:lnTo>
                  <a:lnTo>
                    <a:pt x="22163" y="929"/>
                  </a:lnTo>
                  <a:lnTo>
                    <a:pt x="23358" y="1460"/>
                  </a:lnTo>
                  <a:lnTo>
                    <a:pt x="24685" y="1858"/>
                  </a:lnTo>
                  <a:lnTo>
                    <a:pt x="25747" y="2522"/>
                  </a:lnTo>
                  <a:lnTo>
                    <a:pt x="25747" y="2522"/>
                  </a:lnTo>
                  <a:lnTo>
                    <a:pt x="26808" y="3185"/>
                  </a:lnTo>
                  <a:lnTo>
                    <a:pt x="27737" y="3849"/>
                  </a:lnTo>
                  <a:lnTo>
                    <a:pt x="28401" y="4645"/>
                  </a:lnTo>
                  <a:lnTo>
                    <a:pt x="29064" y="5442"/>
                  </a:lnTo>
                  <a:lnTo>
                    <a:pt x="29595" y="6238"/>
                  </a:lnTo>
                  <a:lnTo>
                    <a:pt x="29861" y="7034"/>
                  </a:lnTo>
                  <a:lnTo>
                    <a:pt x="30126" y="7830"/>
                  </a:lnTo>
                  <a:lnTo>
                    <a:pt x="30126" y="8627"/>
                  </a:lnTo>
                  <a:lnTo>
                    <a:pt x="30126" y="9556"/>
                  </a:lnTo>
                  <a:lnTo>
                    <a:pt x="29861" y="10352"/>
                  </a:lnTo>
                  <a:lnTo>
                    <a:pt x="29595" y="11148"/>
                  </a:lnTo>
                  <a:lnTo>
                    <a:pt x="29064" y="11944"/>
                  </a:lnTo>
                  <a:lnTo>
                    <a:pt x="28401" y="12741"/>
                  </a:lnTo>
                  <a:lnTo>
                    <a:pt x="27737" y="13404"/>
                  </a:lnTo>
                  <a:lnTo>
                    <a:pt x="26808" y="14200"/>
                  </a:lnTo>
                  <a:lnTo>
                    <a:pt x="25747" y="14864"/>
                  </a:lnTo>
                  <a:lnTo>
                    <a:pt x="25747" y="14864"/>
                  </a:lnTo>
                  <a:lnTo>
                    <a:pt x="24685" y="15395"/>
                  </a:lnTo>
                  <a:lnTo>
                    <a:pt x="23358" y="15926"/>
                  </a:lnTo>
                  <a:lnTo>
                    <a:pt x="22163" y="16324"/>
                  </a:lnTo>
                  <a:lnTo>
                    <a:pt x="20836" y="16722"/>
                  </a:lnTo>
                  <a:lnTo>
                    <a:pt x="19377" y="16987"/>
                  </a:lnTo>
                  <a:lnTo>
                    <a:pt x="18049" y="17253"/>
                  </a:lnTo>
                  <a:lnTo>
                    <a:pt x="16590" y="17385"/>
                  </a:lnTo>
                  <a:lnTo>
                    <a:pt x="15130" y="17385"/>
                  </a:lnTo>
                  <a:lnTo>
                    <a:pt x="13670" y="17385"/>
                  </a:lnTo>
                  <a:lnTo>
                    <a:pt x="12210" y="17253"/>
                  </a:lnTo>
                  <a:lnTo>
                    <a:pt x="10883" y="16987"/>
                  </a:lnTo>
                  <a:lnTo>
                    <a:pt x="9423" y="16722"/>
                  </a:lnTo>
                  <a:lnTo>
                    <a:pt x="8096" y="16324"/>
                  </a:lnTo>
                  <a:lnTo>
                    <a:pt x="6769" y="15926"/>
                  </a:lnTo>
                  <a:lnTo>
                    <a:pt x="5575" y="15395"/>
                  </a:lnTo>
                  <a:lnTo>
                    <a:pt x="4513" y="148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8"/>
            <p:cNvSpPr/>
            <p:nvPr/>
          </p:nvSpPr>
          <p:spPr>
            <a:xfrm>
              <a:off x="7043127" y="2208239"/>
              <a:ext cx="325664" cy="591923"/>
            </a:xfrm>
            <a:custGeom>
              <a:rect b="b" l="l" r="r" t="t"/>
              <a:pathLst>
                <a:path extrusionOk="0" h="35701" w="19642">
                  <a:moveTo>
                    <a:pt x="8759" y="1"/>
                  </a:moveTo>
                  <a:lnTo>
                    <a:pt x="7830" y="134"/>
                  </a:lnTo>
                  <a:lnTo>
                    <a:pt x="6901" y="399"/>
                  </a:lnTo>
                  <a:lnTo>
                    <a:pt x="5972" y="797"/>
                  </a:lnTo>
                  <a:lnTo>
                    <a:pt x="5043" y="1195"/>
                  </a:lnTo>
                  <a:lnTo>
                    <a:pt x="4247" y="1593"/>
                  </a:lnTo>
                  <a:lnTo>
                    <a:pt x="3583" y="2257"/>
                  </a:lnTo>
                  <a:lnTo>
                    <a:pt x="2787" y="2788"/>
                  </a:lnTo>
                  <a:lnTo>
                    <a:pt x="2124" y="3584"/>
                  </a:lnTo>
                  <a:lnTo>
                    <a:pt x="1593" y="4248"/>
                  </a:lnTo>
                  <a:lnTo>
                    <a:pt x="1195" y="5177"/>
                  </a:lnTo>
                  <a:lnTo>
                    <a:pt x="664" y="5973"/>
                  </a:lnTo>
                  <a:lnTo>
                    <a:pt x="398" y="6902"/>
                  </a:lnTo>
                  <a:lnTo>
                    <a:pt x="133" y="7831"/>
                  </a:lnTo>
                  <a:lnTo>
                    <a:pt x="0" y="8760"/>
                  </a:lnTo>
                  <a:lnTo>
                    <a:pt x="0" y="9822"/>
                  </a:lnTo>
                  <a:lnTo>
                    <a:pt x="0" y="30126"/>
                  </a:lnTo>
                  <a:lnTo>
                    <a:pt x="0" y="30657"/>
                  </a:lnTo>
                  <a:lnTo>
                    <a:pt x="133" y="31188"/>
                  </a:lnTo>
                  <a:lnTo>
                    <a:pt x="398" y="31719"/>
                  </a:lnTo>
                  <a:lnTo>
                    <a:pt x="664" y="32250"/>
                  </a:lnTo>
                  <a:lnTo>
                    <a:pt x="1062" y="32648"/>
                  </a:lnTo>
                  <a:lnTo>
                    <a:pt x="1593" y="33179"/>
                  </a:lnTo>
                  <a:lnTo>
                    <a:pt x="2787" y="34108"/>
                  </a:lnTo>
                  <a:lnTo>
                    <a:pt x="4380" y="34771"/>
                  </a:lnTo>
                  <a:lnTo>
                    <a:pt x="6105" y="35302"/>
                  </a:lnTo>
                  <a:lnTo>
                    <a:pt x="7963" y="35567"/>
                  </a:lnTo>
                  <a:lnTo>
                    <a:pt x="9821" y="35700"/>
                  </a:lnTo>
                  <a:lnTo>
                    <a:pt x="11679" y="35567"/>
                  </a:lnTo>
                  <a:lnTo>
                    <a:pt x="13537" y="35302"/>
                  </a:lnTo>
                  <a:lnTo>
                    <a:pt x="15262" y="34771"/>
                  </a:lnTo>
                  <a:lnTo>
                    <a:pt x="16722" y="33975"/>
                  </a:lnTo>
                  <a:lnTo>
                    <a:pt x="18049" y="33179"/>
                  </a:lnTo>
                  <a:lnTo>
                    <a:pt x="18845" y="32250"/>
                  </a:lnTo>
                  <a:lnTo>
                    <a:pt x="19243" y="31719"/>
                  </a:lnTo>
                  <a:lnTo>
                    <a:pt x="19376" y="31188"/>
                  </a:lnTo>
                  <a:lnTo>
                    <a:pt x="19509" y="30657"/>
                  </a:lnTo>
                  <a:lnTo>
                    <a:pt x="19641" y="30126"/>
                  </a:lnTo>
                  <a:lnTo>
                    <a:pt x="19641" y="29994"/>
                  </a:lnTo>
                  <a:lnTo>
                    <a:pt x="19641" y="9822"/>
                  </a:lnTo>
                  <a:lnTo>
                    <a:pt x="19509" y="8760"/>
                  </a:lnTo>
                  <a:lnTo>
                    <a:pt x="19376" y="7831"/>
                  </a:lnTo>
                  <a:lnTo>
                    <a:pt x="19111" y="6902"/>
                  </a:lnTo>
                  <a:lnTo>
                    <a:pt x="18845" y="5973"/>
                  </a:lnTo>
                  <a:lnTo>
                    <a:pt x="18447" y="5177"/>
                  </a:lnTo>
                  <a:lnTo>
                    <a:pt x="17916" y="4248"/>
                  </a:lnTo>
                  <a:lnTo>
                    <a:pt x="17385" y="3584"/>
                  </a:lnTo>
                  <a:lnTo>
                    <a:pt x="16722" y="2788"/>
                  </a:lnTo>
                  <a:lnTo>
                    <a:pt x="16058" y="2257"/>
                  </a:lnTo>
                  <a:lnTo>
                    <a:pt x="15262" y="1593"/>
                  </a:lnTo>
                  <a:lnTo>
                    <a:pt x="14466" y="1195"/>
                  </a:lnTo>
                  <a:lnTo>
                    <a:pt x="13537" y="797"/>
                  </a:lnTo>
                  <a:lnTo>
                    <a:pt x="12740" y="399"/>
                  </a:lnTo>
                  <a:lnTo>
                    <a:pt x="11811" y="134"/>
                  </a:lnTo>
                  <a:lnTo>
                    <a:pt x="1075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8"/>
            <p:cNvSpPr/>
            <p:nvPr/>
          </p:nvSpPr>
          <p:spPr>
            <a:xfrm>
              <a:off x="7043127" y="2208239"/>
              <a:ext cx="325664" cy="591923"/>
            </a:xfrm>
            <a:custGeom>
              <a:rect b="b" l="l" r="r" t="t"/>
              <a:pathLst>
                <a:path extrusionOk="0" fill="none" h="35701" w="19642">
                  <a:moveTo>
                    <a:pt x="19641" y="29994"/>
                  </a:moveTo>
                  <a:lnTo>
                    <a:pt x="19641" y="29994"/>
                  </a:lnTo>
                  <a:lnTo>
                    <a:pt x="19641" y="9822"/>
                  </a:lnTo>
                  <a:lnTo>
                    <a:pt x="19641" y="9822"/>
                  </a:lnTo>
                  <a:lnTo>
                    <a:pt x="19641" y="9822"/>
                  </a:lnTo>
                  <a:lnTo>
                    <a:pt x="19509" y="8760"/>
                  </a:lnTo>
                  <a:lnTo>
                    <a:pt x="19376" y="7831"/>
                  </a:lnTo>
                  <a:lnTo>
                    <a:pt x="19111" y="6902"/>
                  </a:lnTo>
                  <a:lnTo>
                    <a:pt x="18845" y="5973"/>
                  </a:lnTo>
                  <a:lnTo>
                    <a:pt x="18447" y="5177"/>
                  </a:lnTo>
                  <a:lnTo>
                    <a:pt x="17916" y="4248"/>
                  </a:lnTo>
                  <a:lnTo>
                    <a:pt x="17385" y="3584"/>
                  </a:lnTo>
                  <a:lnTo>
                    <a:pt x="16722" y="2788"/>
                  </a:lnTo>
                  <a:lnTo>
                    <a:pt x="16058" y="2257"/>
                  </a:lnTo>
                  <a:lnTo>
                    <a:pt x="15262" y="1593"/>
                  </a:lnTo>
                  <a:lnTo>
                    <a:pt x="14466" y="1195"/>
                  </a:lnTo>
                  <a:lnTo>
                    <a:pt x="13537" y="797"/>
                  </a:lnTo>
                  <a:lnTo>
                    <a:pt x="12740" y="399"/>
                  </a:lnTo>
                  <a:lnTo>
                    <a:pt x="11811" y="134"/>
                  </a:lnTo>
                  <a:lnTo>
                    <a:pt x="10750" y="1"/>
                  </a:lnTo>
                  <a:lnTo>
                    <a:pt x="9821" y="1"/>
                  </a:lnTo>
                  <a:lnTo>
                    <a:pt x="9821" y="1"/>
                  </a:lnTo>
                  <a:lnTo>
                    <a:pt x="8759" y="1"/>
                  </a:lnTo>
                  <a:lnTo>
                    <a:pt x="7830" y="134"/>
                  </a:lnTo>
                  <a:lnTo>
                    <a:pt x="6901" y="399"/>
                  </a:lnTo>
                  <a:lnTo>
                    <a:pt x="5972" y="797"/>
                  </a:lnTo>
                  <a:lnTo>
                    <a:pt x="5043" y="1195"/>
                  </a:lnTo>
                  <a:lnTo>
                    <a:pt x="4247" y="1593"/>
                  </a:lnTo>
                  <a:lnTo>
                    <a:pt x="3583" y="2257"/>
                  </a:lnTo>
                  <a:lnTo>
                    <a:pt x="2787" y="2788"/>
                  </a:lnTo>
                  <a:lnTo>
                    <a:pt x="2124" y="3584"/>
                  </a:lnTo>
                  <a:lnTo>
                    <a:pt x="1593" y="4248"/>
                  </a:lnTo>
                  <a:lnTo>
                    <a:pt x="1195" y="5177"/>
                  </a:lnTo>
                  <a:lnTo>
                    <a:pt x="664" y="5973"/>
                  </a:lnTo>
                  <a:lnTo>
                    <a:pt x="398" y="6902"/>
                  </a:lnTo>
                  <a:lnTo>
                    <a:pt x="133" y="7831"/>
                  </a:lnTo>
                  <a:lnTo>
                    <a:pt x="0" y="8760"/>
                  </a:lnTo>
                  <a:lnTo>
                    <a:pt x="0" y="9822"/>
                  </a:lnTo>
                  <a:lnTo>
                    <a:pt x="0" y="30126"/>
                  </a:lnTo>
                  <a:lnTo>
                    <a:pt x="0" y="30126"/>
                  </a:lnTo>
                  <a:lnTo>
                    <a:pt x="0" y="30126"/>
                  </a:lnTo>
                  <a:lnTo>
                    <a:pt x="0" y="30657"/>
                  </a:lnTo>
                  <a:lnTo>
                    <a:pt x="133" y="31188"/>
                  </a:lnTo>
                  <a:lnTo>
                    <a:pt x="398" y="31719"/>
                  </a:lnTo>
                  <a:lnTo>
                    <a:pt x="664" y="32250"/>
                  </a:lnTo>
                  <a:lnTo>
                    <a:pt x="1062" y="32648"/>
                  </a:lnTo>
                  <a:lnTo>
                    <a:pt x="1593" y="33179"/>
                  </a:lnTo>
                  <a:lnTo>
                    <a:pt x="2787" y="34108"/>
                  </a:lnTo>
                  <a:lnTo>
                    <a:pt x="2787" y="34108"/>
                  </a:lnTo>
                  <a:lnTo>
                    <a:pt x="4380" y="34771"/>
                  </a:lnTo>
                  <a:lnTo>
                    <a:pt x="6105" y="35302"/>
                  </a:lnTo>
                  <a:lnTo>
                    <a:pt x="7963" y="35567"/>
                  </a:lnTo>
                  <a:lnTo>
                    <a:pt x="9821" y="35700"/>
                  </a:lnTo>
                  <a:lnTo>
                    <a:pt x="11679" y="35567"/>
                  </a:lnTo>
                  <a:lnTo>
                    <a:pt x="13537" y="35302"/>
                  </a:lnTo>
                  <a:lnTo>
                    <a:pt x="15262" y="34771"/>
                  </a:lnTo>
                  <a:lnTo>
                    <a:pt x="16722" y="33975"/>
                  </a:lnTo>
                  <a:lnTo>
                    <a:pt x="16722" y="33975"/>
                  </a:lnTo>
                  <a:lnTo>
                    <a:pt x="18049" y="33179"/>
                  </a:lnTo>
                  <a:lnTo>
                    <a:pt x="18845" y="32250"/>
                  </a:lnTo>
                  <a:lnTo>
                    <a:pt x="19243" y="31719"/>
                  </a:lnTo>
                  <a:lnTo>
                    <a:pt x="19376" y="31188"/>
                  </a:lnTo>
                  <a:lnTo>
                    <a:pt x="19509" y="30657"/>
                  </a:lnTo>
                  <a:lnTo>
                    <a:pt x="19641" y="30126"/>
                  </a:lnTo>
                  <a:lnTo>
                    <a:pt x="19641" y="30126"/>
                  </a:lnTo>
                  <a:lnTo>
                    <a:pt x="19641" y="2999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8"/>
            <p:cNvSpPr/>
            <p:nvPr/>
          </p:nvSpPr>
          <p:spPr>
            <a:xfrm>
              <a:off x="7216952" y="2322658"/>
              <a:ext cx="129838" cy="173858"/>
            </a:xfrm>
            <a:custGeom>
              <a:rect b="b" l="l" r="r" t="t"/>
              <a:pathLst>
                <a:path extrusionOk="0" h="10486" w="7831">
                  <a:moveTo>
                    <a:pt x="5442" y="1"/>
                  </a:moveTo>
                  <a:lnTo>
                    <a:pt x="4645" y="266"/>
                  </a:lnTo>
                  <a:lnTo>
                    <a:pt x="3849" y="532"/>
                  </a:lnTo>
                  <a:lnTo>
                    <a:pt x="3053" y="1195"/>
                  </a:lnTo>
                  <a:lnTo>
                    <a:pt x="2389" y="1859"/>
                  </a:lnTo>
                  <a:lnTo>
                    <a:pt x="1726" y="2655"/>
                  </a:lnTo>
                  <a:lnTo>
                    <a:pt x="1195" y="3584"/>
                  </a:lnTo>
                  <a:lnTo>
                    <a:pt x="664" y="4513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433"/>
                  </a:lnTo>
                  <a:lnTo>
                    <a:pt x="133" y="8229"/>
                  </a:lnTo>
                  <a:lnTo>
                    <a:pt x="399" y="9025"/>
                  </a:lnTo>
                  <a:lnTo>
                    <a:pt x="664" y="9556"/>
                  </a:lnTo>
                  <a:lnTo>
                    <a:pt x="1195" y="9954"/>
                  </a:lnTo>
                  <a:lnTo>
                    <a:pt x="2124" y="10485"/>
                  </a:lnTo>
                  <a:lnTo>
                    <a:pt x="2256" y="10220"/>
                  </a:lnTo>
                  <a:lnTo>
                    <a:pt x="3053" y="9954"/>
                  </a:lnTo>
                  <a:lnTo>
                    <a:pt x="3982" y="9689"/>
                  </a:lnTo>
                  <a:lnTo>
                    <a:pt x="4778" y="9025"/>
                  </a:lnTo>
                  <a:lnTo>
                    <a:pt x="5442" y="8362"/>
                  </a:lnTo>
                  <a:lnTo>
                    <a:pt x="6105" y="7565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565" y="4779"/>
                  </a:lnTo>
                  <a:lnTo>
                    <a:pt x="7698" y="3850"/>
                  </a:lnTo>
                  <a:lnTo>
                    <a:pt x="7830" y="2788"/>
                  </a:lnTo>
                  <a:lnTo>
                    <a:pt x="7698" y="1859"/>
                  </a:lnTo>
                  <a:lnTo>
                    <a:pt x="7432" y="1195"/>
                  </a:lnTo>
                  <a:lnTo>
                    <a:pt x="7565" y="797"/>
                  </a:lnTo>
                  <a:lnTo>
                    <a:pt x="6769" y="399"/>
                  </a:lnTo>
                  <a:lnTo>
                    <a:pt x="6105" y="134"/>
                  </a:lnTo>
                  <a:lnTo>
                    <a:pt x="5442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8"/>
            <p:cNvSpPr/>
            <p:nvPr/>
          </p:nvSpPr>
          <p:spPr>
            <a:xfrm>
              <a:off x="7216952" y="2322658"/>
              <a:ext cx="129838" cy="173858"/>
            </a:xfrm>
            <a:custGeom>
              <a:rect b="b" l="l" r="r" t="t"/>
              <a:pathLst>
                <a:path extrusionOk="0" fill="none" h="10486" w="7831">
                  <a:moveTo>
                    <a:pt x="7830" y="2788"/>
                  </a:moveTo>
                  <a:lnTo>
                    <a:pt x="7830" y="2788"/>
                  </a:lnTo>
                  <a:lnTo>
                    <a:pt x="7698" y="1859"/>
                  </a:lnTo>
                  <a:lnTo>
                    <a:pt x="7432" y="1195"/>
                  </a:lnTo>
                  <a:lnTo>
                    <a:pt x="7565" y="797"/>
                  </a:lnTo>
                  <a:lnTo>
                    <a:pt x="6769" y="399"/>
                  </a:lnTo>
                  <a:lnTo>
                    <a:pt x="6769" y="399"/>
                  </a:lnTo>
                  <a:lnTo>
                    <a:pt x="6105" y="134"/>
                  </a:lnTo>
                  <a:lnTo>
                    <a:pt x="5442" y="1"/>
                  </a:lnTo>
                  <a:lnTo>
                    <a:pt x="4645" y="266"/>
                  </a:lnTo>
                  <a:lnTo>
                    <a:pt x="3849" y="532"/>
                  </a:lnTo>
                  <a:lnTo>
                    <a:pt x="3849" y="532"/>
                  </a:lnTo>
                  <a:lnTo>
                    <a:pt x="3053" y="1195"/>
                  </a:lnTo>
                  <a:lnTo>
                    <a:pt x="2389" y="1859"/>
                  </a:lnTo>
                  <a:lnTo>
                    <a:pt x="1726" y="2655"/>
                  </a:lnTo>
                  <a:lnTo>
                    <a:pt x="1195" y="3584"/>
                  </a:lnTo>
                  <a:lnTo>
                    <a:pt x="664" y="4513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433"/>
                  </a:lnTo>
                  <a:lnTo>
                    <a:pt x="0" y="7433"/>
                  </a:lnTo>
                  <a:lnTo>
                    <a:pt x="133" y="8229"/>
                  </a:lnTo>
                  <a:lnTo>
                    <a:pt x="399" y="9025"/>
                  </a:lnTo>
                  <a:lnTo>
                    <a:pt x="664" y="9556"/>
                  </a:lnTo>
                  <a:lnTo>
                    <a:pt x="1195" y="9954"/>
                  </a:lnTo>
                  <a:lnTo>
                    <a:pt x="2124" y="10485"/>
                  </a:lnTo>
                  <a:lnTo>
                    <a:pt x="2256" y="10220"/>
                  </a:lnTo>
                  <a:lnTo>
                    <a:pt x="2256" y="10220"/>
                  </a:lnTo>
                  <a:lnTo>
                    <a:pt x="3053" y="9954"/>
                  </a:lnTo>
                  <a:lnTo>
                    <a:pt x="3982" y="9689"/>
                  </a:lnTo>
                  <a:lnTo>
                    <a:pt x="3982" y="9689"/>
                  </a:lnTo>
                  <a:lnTo>
                    <a:pt x="4778" y="9025"/>
                  </a:lnTo>
                  <a:lnTo>
                    <a:pt x="5442" y="8362"/>
                  </a:lnTo>
                  <a:lnTo>
                    <a:pt x="6105" y="7565"/>
                  </a:lnTo>
                  <a:lnTo>
                    <a:pt x="6636" y="6636"/>
                  </a:lnTo>
                  <a:lnTo>
                    <a:pt x="7167" y="5707"/>
                  </a:lnTo>
                  <a:lnTo>
                    <a:pt x="7565" y="4779"/>
                  </a:lnTo>
                  <a:lnTo>
                    <a:pt x="7698" y="3850"/>
                  </a:lnTo>
                  <a:lnTo>
                    <a:pt x="7830" y="27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7216952" y="2322658"/>
              <a:ext cx="125428" cy="173858"/>
            </a:xfrm>
            <a:custGeom>
              <a:rect b="b" l="l" r="r" t="t"/>
              <a:pathLst>
                <a:path extrusionOk="0" h="10486" w="7565">
                  <a:moveTo>
                    <a:pt x="5707" y="1"/>
                  </a:moveTo>
                  <a:lnTo>
                    <a:pt x="4778" y="134"/>
                  </a:lnTo>
                  <a:lnTo>
                    <a:pt x="3849" y="532"/>
                  </a:lnTo>
                  <a:lnTo>
                    <a:pt x="3053" y="1195"/>
                  </a:lnTo>
                  <a:lnTo>
                    <a:pt x="2389" y="1859"/>
                  </a:lnTo>
                  <a:lnTo>
                    <a:pt x="1726" y="2655"/>
                  </a:lnTo>
                  <a:lnTo>
                    <a:pt x="1195" y="3584"/>
                  </a:lnTo>
                  <a:lnTo>
                    <a:pt x="664" y="4513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433"/>
                  </a:lnTo>
                  <a:lnTo>
                    <a:pt x="133" y="8229"/>
                  </a:lnTo>
                  <a:lnTo>
                    <a:pt x="399" y="9025"/>
                  </a:lnTo>
                  <a:lnTo>
                    <a:pt x="664" y="9556"/>
                  </a:lnTo>
                  <a:lnTo>
                    <a:pt x="1195" y="9954"/>
                  </a:lnTo>
                  <a:lnTo>
                    <a:pt x="2124" y="10485"/>
                  </a:lnTo>
                  <a:lnTo>
                    <a:pt x="1593" y="10087"/>
                  </a:lnTo>
                  <a:lnTo>
                    <a:pt x="1327" y="9556"/>
                  </a:lnTo>
                  <a:lnTo>
                    <a:pt x="1062" y="8760"/>
                  </a:lnTo>
                  <a:lnTo>
                    <a:pt x="929" y="7964"/>
                  </a:lnTo>
                  <a:lnTo>
                    <a:pt x="1062" y="7035"/>
                  </a:lnTo>
                  <a:lnTo>
                    <a:pt x="1327" y="5973"/>
                  </a:lnTo>
                  <a:lnTo>
                    <a:pt x="1593" y="5044"/>
                  </a:lnTo>
                  <a:lnTo>
                    <a:pt x="2124" y="4115"/>
                  </a:lnTo>
                  <a:lnTo>
                    <a:pt x="2655" y="3186"/>
                  </a:lnTo>
                  <a:lnTo>
                    <a:pt x="3318" y="2390"/>
                  </a:lnTo>
                  <a:lnTo>
                    <a:pt x="4114" y="1726"/>
                  </a:lnTo>
                  <a:lnTo>
                    <a:pt x="4911" y="1195"/>
                  </a:lnTo>
                  <a:lnTo>
                    <a:pt x="5840" y="797"/>
                  </a:lnTo>
                  <a:lnTo>
                    <a:pt x="6636" y="664"/>
                  </a:lnTo>
                  <a:lnTo>
                    <a:pt x="7167" y="664"/>
                  </a:lnTo>
                  <a:lnTo>
                    <a:pt x="7565" y="797"/>
                  </a:lnTo>
                  <a:lnTo>
                    <a:pt x="7565" y="797"/>
                  </a:lnTo>
                  <a:lnTo>
                    <a:pt x="6769" y="399"/>
                  </a:lnTo>
                  <a:lnTo>
                    <a:pt x="6238" y="13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rgbClr val="F6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8"/>
            <p:cNvSpPr/>
            <p:nvPr/>
          </p:nvSpPr>
          <p:spPr>
            <a:xfrm>
              <a:off x="7216952" y="2322658"/>
              <a:ext cx="125428" cy="173858"/>
            </a:xfrm>
            <a:custGeom>
              <a:rect b="b" l="l" r="r" t="t"/>
              <a:pathLst>
                <a:path extrusionOk="0" fill="none" h="10486" w="7565">
                  <a:moveTo>
                    <a:pt x="5707" y="1"/>
                  </a:moveTo>
                  <a:lnTo>
                    <a:pt x="5707" y="1"/>
                  </a:lnTo>
                  <a:lnTo>
                    <a:pt x="4778" y="134"/>
                  </a:lnTo>
                  <a:lnTo>
                    <a:pt x="3849" y="532"/>
                  </a:lnTo>
                  <a:lnTo>
                    <a:pt x="3849" y="532"/>
                  </a:lnTo>
                  <a:lnTo>
                    <a:pt x="3053" y="1195"/>
                  </a:lnTo>
                  <a:lnTo>
                    <a:pt x="2389" y="1859"/>
                  </a:lnTo>
                  <a:lnTo>
                    <a:pt x="1726" y="2655"/>
                  </a:lnTo>
                  <a:lnTo>
                    <a:pt x="1195" y="3584"/>
                  </a:lnTo>
                  <a:lnTo>
                    <a:pt x="664" y="4513"/>
                  </a:lnTo>
                  <a:lnTo>
                    <a:pt x="266" y="5442"/>
                  </a:lnTo>
                  <a:lnTo>
                    <a:pt x="133" y="6371"/>
                  </a:lnTo>
                  <a:lnTo>
                    <a:pt x="0" y="7433"/>
                  </a:lnTo>
                  <a:lnTo>
                    <a:pt x="0" y="7433"/>
                  </a:lnTo>
                  <a:lnTo>
                    <a:pt x="133" y="8229"/>
                  </a:lnTo>
                  <a:lnTo>
                    <a:pt x="399" y="9025"/>
                  </a:lnTo>
                  <a:lnTo>
                    <a:pt x="664" y="9556"/>
                  </a:lnTo>
                  <a:lnTo>
                    <a:pt x="1195" y="9954"/>
                  </a:lnTo>
                  <a:lnTo>
                    <a:pt x="2124" y="10485"/>
                  </a:lnTo>
                  <a:lnTo>
                    <a:pt x="2124" y="10485"/>
                  </a:lnTo>
                  <a:lnTo>
                    <a:pt x="1593" y="10087"/>
                  </a:lnTo>
                  <a:lnTo>
                    <a:pt x="1327" y="9556"/>
                  </a:lnTo>
                  <a:lnTo>
                    <a:pt x="1062" y="8760"/>
                  </a:lnTo>
                  <a:lnTo>
                    <a:pt x="929" y="7964"/>
                  </a:lnTo>
                  <a:lnTo>
                    <a:pt x="929" y="7964"/>
                  </a:lnTo>
                  <a:lnTo>
                    <a:pt x="929" y="7964"/>
                  </a:lnTo>
                  <a:lnTo>
                    <a:pt x="929" y="7964"/>
                  </a:lnTo>
                  <a:lnTo>
                    <a:pt x="1062" y="7035"/>
                  </a:lnTo>
                  <a:lnTo>
                    <a:pt x="1327" y="5973"/>
                  </a:lnTo>
                  <a:lnTo>
                    <a:pt x="1593" y="5044"/>
                  </a:lnTo>
                  <a:lnTo>
                    <a:pt x="2124" y="4115"/>
                  </a:lnTo>
                  <a:lnTo>
                    <a:pt x="2655" y="3186"/>
                  </a:lnTo>
                  <a:lnTo>
                    <a:pt x="3318" y="2390"/>
                  </a:lnTo>
                  <a:lnTo>
                    <a:pt x="4114" y="1726"/>
                  </a:lnTo>
                  <a:lnTo>
                    <a:pt x="4911" y="1195"/>
                  </a:lnTo>
                  <a:lnTo>
                    <a:pt x="4911" y="1195"/>
                  </a:lnTo>
                  <a:lnTo>
                    <a:pt x="5840" y="797"/>
                  </a:lnTo>
                  <a:lnTo>
                    <a:pt x="6636" y="664"/>
                  </a:lnTo>
                  <a:lnTo>
                    <a:pt x="6636" y="664"/>
                  </a:lnTo>
                  <a:lnTo>
                    <a:pt x="7167" y="664"/>
                  </a:lnTo>
                  <a:lnTo>
                    <a:pt x="7565" y="797"/>
                  </a:lnTo>
                  <a:lnTo>
                    <a:pt x="6769" y="399"/>
                  </a:lnTo>
                  <a:lnTo>
                    <a:pt x="6769" y="399"/>
                  </a:lnTo>
                  <a:lnTo>
                    <a:pt x="6238" y="134"/>
                  </a:lnTo>
                  <a:lnTo>
                    <a:pt x="570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8"/>
            <p:cNvSpPr/>
            <p:nvPr/>
          </p:nvSpPr>
          <p:spPr>
            <a:xfrm>
              <a:off x="7232355" y="2333667"/>
              <a:ext cx="129838" cy="167242"/>
            </a:xfrm>
            <a:custGeom>
              <a:rect b="b" l="l" r="r" t="t"/>
              <a:pathLst>
                <a:path extrusionOk="0" h="10087" w="7831">
                  <a:moveTo>
                    <a:pt x="5441" y="0"/>
                  </a:moveTo>
                  <a:lnTo>
                    <a:pt x="4778" y="133"/>
                  </a:lnTo>
                  <a:lnTo>
                    <a:pt x="3982" y="531"/>
                  </a:lnTo>
                  <a:lnTo>
                    <a:pt x="3185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133" y="8096"/>
                  </a:lnTo>
                  <a:lnTo>
                    <a:pt x="398" y="8892"/>
                  </a:lnTo>
                  <a:lnTo>
                    <a:pt x="797" y="9423"/>
                  </a:lnTo>
                  <a:lnTo>
                    <a:pt x="1195" y="9821"/>
                  </a:lnTo>
                  <a:lnTo>
                    <a:pt x="1726" y="10086"/>
                  </a:lnTo>
                  <a:lnTo>
                    <a:pt x="2389" y="10086"/>
                  </a:lnTo>
                  <a:lnTo>
                    <a:pt x="3185" y="9954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830" y="3716"/>
                  </a:lnTo>
                  <a:lnTo>
                    <a:pt x="7830" y="2787"/>
                  </a:lnTo>
                  <a:lnTo>
                    <a:pt x="7830" y="1858"/>
                  </a:lnTo>
                  <a:lnTo>
                    <a:pt x="7565" y="1195"/>
                  </a:lnTo>
                  <a:lnTo>
                    <a:pt x="7167" y="664"/>
                  </a:lnTo>
                  <a:lnTo>
                    <a:pt x="6769" y="266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8"/>
            <p:cNvSpPr/>
            <p:nvPr/>
          </p:nvSpPr>
          <p:spPr>
            <a:xfrm>
              <a:off x="7232355" y="2333667"/>
              <a:ext cx="129838" cy="167242"/>
            </a:xfrm>
            <a:custGeom>
              <a:rect b="b" l="l" r="r" t="t"/>
              <a:pathLst>
                <a:path extrusionOk="0" fill="none" h="10087" w="7831">
                  <a:moveTo>
                    <a:pt x="3982" y="531"/>
                  </a:moveTo>
                  <a:lnTo>
                    <a:pt x="3982" y="531"/>
                  </a:lnTo>
                  <a:lnTo>
                    <a:pt x="3185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133" y="8096"/>
                  </a:lnTo>
                  <a:lnTo>
                    <a:pt x="398" y="8892"/>
                  </a:lnTo>
                  <a:lnTo>
                    <a:pt x="797" y="9423"/>
                  </a:lnTo>
                  <a:lnTo>
                    <a:pt x="1195" y="9821"/>
                  </a:lnTo>
                  <a:lnTo>
                    <a:pt x="1726" y="10086"/>
                  </a:lnTo>
                  <a:lnTo>
                    <a:pt x="2389" y="10086"/>
                  </a:lnTo>
                  <a:lnTo>
                    <a:pt x="3185" y="9954"/>
                  </a:lnTo>
                  <a:lnTo>
                    <a:pt x="3982" y="9556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830" y="3716"/>
                  </a:lnTo>
                  <a:lnTo>
                    <a:pt x="7830" y="2787"/>
                  </a:lnTo>
                  <a:lnTo>
                    <a:pt x="7830" y="2787"/>
                  </a:lnTo>
                  <a:lnTo>
                    <a:pt x="7830" y="1858"/>
                  </a:lnTo>
                  <a:lnTo>
                    <a:pt x="7565" y="1195"/>
                  </a:lnTo>
                  <a:lnTo>
                    <a:pt x="7167" y="664"/>
                  </a:lnTo>
                  <a:lnTo>
                    <a:pt x="6769" y="266"/>
                  </a:lnTo>
                  <a:lnTo>
                    <a:pt x="6105" y="0"/>
                  </a:lnTo>
                  <a:lnTo>
                    <a:pt x="5441" y="0"/>
                  </a:lnTo>
                  <a:lnTo>
                    <a:pt x="4778" y="133"/>
                  </a:lnTo>
                  <a:lnTo>
                    <a:pt x="3982" y="5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8"/>
            <p:cNvSpPr/>
            <p:nvPr/>
          </p:nvSpPr>
          <p:spPr>
            <a:xfrm>
              <a:off x="7232355" y="2333667"/>
              <a:ext cx="129838" cy="167242"/>
            </a:xfrm>
            <a:custGeom>
              <a:rect b="b" l="l" r="r" t="t"/>
              <a:pathLst>
                <a:path extrusionOk="0" h="10087" w="7831">
                  <a:moveTo>
                    <a:pt x="5707" y="0"/>
                  </a:moveTo>
                  <a:lnTo>
                    <a:pt x="4911" y="133"/>
                  </a:lnTo>
                  <a:lnTo>
                    <a:pt x="3982" y="531"/>
                  </a:lnTo>
                  <a:lnTo>
                    <a:pt x="3185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133" y="7963"/>
                  </a:lnTo>
                  <a:lnTo>
                    <a:pt x="266" y="8494"/>
                  </a:lnTo>
                  <a:lnTo>
                    <a:pt x="398" y="8892"/>
                  </a:lnTo>
                  <a:lnTo>
                    <a:pt x="664" y="9290"/>
                  </a:lnTo>
                  <a:lnTo>
                    <a:pt x="929" y="9688"/>
                  </a:lnTo>
                  <a:lnTo>
                    <a:pt x="1327" y="9821"/>
                  </a:lnTo>
                  <a:lnTo>
                    <a:pt x="1726" y="9954"/>
                  </a:lnTo>
                  <a:lnTo>
                    <a:pt x="2256" y="10086"/>
                  </a:lnTo>
                  <a:lnTo>
                    <a:pt x="3053" y="9954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830" y="3716"/>
                  </a:lnTo>
                  <a:lnTo>
                    <a:pt x="7830" y="2787"/>
                  </a:lnTo>
                  <a:lnTo>
                    <a:pt x="7830" y="2124"/>
                  </a:lnTo>
                  <a:lnTo>
                    <a:pt x="7698" y="1593"/>
                  </a:lnTo>
                  <a:lnTo>
                    <a:pt x="7565" y="1062"/>
                  </a:lnTo>
                  <a:lnTo>
                    <a:pt x="7299" y="664"/>
                  </a:lnTo>
                  <a:lnTo>
                    <a:pt x="6901" y="399"/>
                  </a:lnTo>
                  <a:lnTo>
                    <a:pt x="6636" y="133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F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7232355" y="2333667"/>
              <a:ext cx="129838" cy="167242"/>
            </a:xfrm>
            <a:custGeom>
              <a:rect b="b" l="l" r="r" t="t"/>
              <a:pathLst>
                <a:path extrusionOk="0" fill="none" h="10087" w="7831">
                  <a:moveTo>
                    <a:pt x="5707" y="0"/>
                  </a:moveTo>
                  <a:lnTo>
                    <a:pt x="5707" y="0"/>
                  </a:lnTo>
                  <a:lnTo>
                    <a:pt x="4911" y="133"/>
                  </a:lnTo>
                  <a:lnTo>
                    <a:pt x="3982" y="531"/>
                  </a:lnTo>
                  <a:lnTo>
                    <a:pt x="3982" y="531"/>
                  </a:lnTo>
                  <a:lnTo>
                    <a:pt x="3185" y="1062"/>
                  </a:lnTo>
                  <a:lnTo>
                    <a:pt x="2389" y="1726"/>
                  </a:lnTo>
                  <a:lnTo>
                    <a:pt x="1726" y="2522"/>
                  </a:lnTo>
                  <a:lnTo>
                    <a:pt x="1195" y="3451"/>
                  </a:lnTo>
                  <a:lnTo>
                    <a:pt x="664" y="4380"/>
                  </a:lnTo>
                  <a:lnTo>
                    <a:pt x="398" y="5309"/>
                  </a:lnTo>
                  <a:lnTo>
                    <a:pt x="133" y="6371"/>
                  </a:lnTo>
                  <a:lnTo>
                    <a:pt x="0" y="7300"/>
                  </a:lnTo>
                  <a:lnTo>
                    <a:pt x="0" y="7300"/>
                  </a:lnTo>
                  <a:lnTo>
                    <a:pt x="133" y="7963"/>
                  </a:lnTo>
                  <a:lnTo>
                    <a:pt x="266" y="8494"/>
                  </a:lnTo>
                  <a:lnTo>
                    <a:pt x="398" y="8892"/>
                  </a:lnTo>
                  <a:lnTo>
                    <a:pt x="664" y="9290"/>
                  </a:lnTo>
                  <a:lnTo>
                    <a:pt x="929" y="9688"/>
                  </a:lnTo>
                  <a:lnTo>
                    <a:pt x="1327" y="9821"/>
                  </a:lnTo>
                  <a:lnTo>
                    <a:pt x="1726" y="9954"/>
                  </a:lnTo>
                  <a:lnTo>
                    <a:pt x="2256" y="10086"/>
                  </a:lnTo>
                  <a:lnTo>
                    <a:pt x="2256" y="10086"/>
                  </a:lnTo>
                  <a:lnTo>
                    <a:pt x="3053" y="9954"/>
                  </a:lnTo>
                  <a:lnTo>
                    <a:pt x="3982" y="9556"/>
                  </a:lnTo>
                  <a:lnTo>
                    <a:pt x="3982" y="9556"/>
                  </a:lnTo>
                  <a:lnTo>
                    <a:pt x="4778" y="9025"/>
                  </a:lnTo>
                  <a:lnTo>
                    <a:pt x="5441" y="8229"/>
                  </a:lnTo>
                  <a:lnTo>
                    <a:pt x="6105" y="7432"/>
                  </a:lnTo>
                  <a:lnTo>
                    <a:pt x="6769" y="6636"/>
                  </a:lnTo>
                  <a:lnTo>
                    <a:pt x="7167" y="5707"/>
                  </a:lnTo>
                  <a:lnTo>
                    <a:pt x="7565" y="4645"/>
                  </a:lnTo>
                  <a:lnTo>
                    <a:pt x="7830" y="3716"/>
                  </a:lnTo>
                  <a:lnTo>
                    <a:pt x="7830" y="2787"/>
                  </a:lnTo>
                  <a:lnTo>
                    <a:pt x="7830" y="2787"/>
                  </a:lnTo>
                  <a:lnTo>
                    <a:pt x="7830" y="2124"/>
                  </a:lnTo>
                  <a:lnTo>
                    <a:pt x="7698" y="1593"/>
                  </a:lnTo>
                  <a:lnTo>
                    <a:pt x="7565" y="1062"/>
                  </a:lnTo>
                  <a:lnTo>
                    <a:pt x="7299" y="664"/>
                  </a:lnTo>
                  <a:lnTo>
                    <a:pt x="6901" y="399"/>
                  </a:lnTo>
                  <a:lnTo>
                    <a:pt x="6636" y="133"/>
                  </a:lnTo>
                  <a:lnTo>
                    <a:pt x="6105" y="0"/>
                  </a:lnTo>
                  <a:lnTo>
                    <a:pt x="570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8"/>
            <p:cNvSpPr/>
            <p:nvPr/>
          </p:nvSpPr>
          <p:spPr>
            <a:xfrm>
              <a:off x="7267554" y="2377670"/>
              <a:ext cx="61628" cy="79236"/>
            </a:xfrm>
            <a:custGeom>
              <a:rect b="b" l="l" r="r" t="t"/>
              <a:pathLst>
                <a:path extrusionOk="0" h="4779" w="3717">
                  <a:moveTo>
                    <a:pt x="2390" y="1"/>
                  </a:moveTo>
                  <a:lnTo>
                    <a:pt x="1859" y="133"/>
                  </a:lnTo>
                  <a:lnTo>
                    <a:pt x="1062" y="797"/>
                  </a:lnTo>
                  <a:lnTo>
                    <a:pt x="532" y="1593"/>
                  </a:lnTo>
                  <a:lnTo>
                    <a:pt x="133" y="2522"/>
                  </a:lnTo>
                  <a:lnTo>
                    <a:pt x="1" y="3451"/>
                  </a:lnTo>
                  <a:lnTo>
                    <a:pt x="1" y="3849"/>
                  </a:lnTo>
                  <a:lnTo>
                    <a:pt x="133" y="4247"/>
                  </a:lnTo>
                  <a:lnTo>
                    <a:pt x="399" y="4513"/>
                  </a:lnTo>
                  <a:lnTo>
                    <a:pt x="797" y="4778"/>
                  </a:lnTo>
                  <a:lnTo>
                    <a:pt x="1328" y="4778"/>
                  </a:lnTo>
                  <a:lnTo>
                    <a:pt x="1859" y="4513"/>
                  </a:lnTo>
                  <a:lnTo>
                    <a:pt x="2522" y="3982"/>
                  </a:lnTo>
                  <a:lnTo>
                    <a:pt x="3186" y="3053"/>
                  </a:lnTo>
                  <a:lnTo>
                    <a:pt x="3584" y="2257"/>
                  </a:lnTo>
                  <a:lnTo>
                    <a:pt x="3717" y="1328"/>
                  </a:lnTo>
                  <a:lnTo>
                    <a:pt x="3584" y="797"/>
                  </a:lnTo>
                  <a:lnTo>
                    <a:pt x="3451" y="399"/>
                  </a:lnTo>
                  <a:lnTo>
                    <a:pt x="3186" y="133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8"/>
            <p:cNvSpPr/>
            <p:nvPr/>
          </p:nvSpPr>
          <p:spPr>
            <a:xfrm>
              <a:off x="7267554" y="2377670"/>
              <a:ext cx="48430" cy="70432"/>
            </a:xfrm>
            <a:custGeom>
              <a:rect b="b" l="l" r="r" t="t"/>
              <a:pathLst>
                <a:path extrusionOk="0" h="4248" w="2921">
                  <a:moveTo>
                    <a:pt x="2390" y="1"/>
                  </a:moveTo>
                  <a:lnTo>
                    <a:pt x="1859" y="133"/>
                  </a:lnTo>
                  <a:lnTo>
                    <a:pt x="1062" y="797"/>
                  </a:lnTo>
                  <a:lnTo>
                    <a:pt x="532" y="1593"/>
                  </a:lnTo>
                  <a:lnTo>
                    <a:pt x="133" y="2522"/>
                  </a:lnTo>
                  <a:lnTo>
                    <a:pt x="1" y="3451"/>
                  </a:lnTo>
                  <a:lnTo>
                    <a:pt x="1" y="3849"/>
                  </a:lnTo>
                  <a:lnTo>
                    <a:pt x="133" y="4247"/>
                  </a:lnTo>
                  <a:lnTo>
                    <a:pt x="532" y="4115"/>
                  </a:lnTo>
                  <a:lnTo>
                    <a:pt x="1062" y="3982"/>
                  </a:lnTo>
                  <a:lnTo>
                    <a:pt x="1859" y="3318"/>
                  </a:lnTo>
                  <a:lnTo>
                    <a:pt x="2390" y="2522"/>
                  </a:lnTo>
                  <a:lnTo>
                    <a:pt x="2788" y="1593"/>
                  </a:lnTo>
                  <a:lnTo>
                    <a:pt x="2920" y="664"/>
                  </a:lnTo>
                  <a:lnTo>
                    <a:pt x="2920" y="266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8"/>
            <p:cNvSpPr/>
            <p:nvPr/>
          </p:nvSpPr>
          <p:spPr>
            <a:xfrm>
              <a:off x="7263161" y="2566898"/>
              <a:ext cx="48414" cy="61628"/>
            </a:xfrm>
            <a:custGeom>
              <a:rect b="b" l="l" r="r" t="t"/>
              <a:pathLst>
                <a:path extrusionOk="0" h="3717" w="2920">
                  <a:moveTo>
                    <a:pt x="1858" y="1"/>
                  </a:moveTo>
                  <a:lnTo>
                    <a:pt x="1327" y="266"/>
                  </a:lnTo>
                  <a:lnTo>
                    <a:pt x="797" y="664"/>
                  </a:lnTo>
                  <a:lnTo>
                    <a:pt x="398" y="1195"/>
                  </a:lnTo>
                  <a:lnTo>
                    <a:pt x="133" y="1859"/>
                  </a:lnTo>
                  <a:lnTo>
                    <a:pt x="0" y="2522"/>
                  </a:lnTo>
                  <a:lnTo>
                    <a:pt x="133" y="3053"/>
                  </a:lnTo>
                  <a:lnTo>
                    <a:pt x="398" y="3319"/>
                  </a:lnTo>
                  <a:lnTo>
                    <a:pt x="1062" y="3717"/>
                  </a:lnTo>
                  <a:lnTo>
                    <a:pt x="1327" y="3186"/>
                  </a:lnTo>
                  <a:lnTo>
                    <a:pt x="1858" y="2788"/>
                  </a:lnTo>
                  <a:lnTo>
                    <a:pt x="2256" y="2257"/>
                  </a:lnTo>
                  <a:lnTo>
                    <a:pt x="2522" y="1593"/>
                  </a:lnTo>
                  <a:lnTo>
                    <a:pt x="2655" y="930"/>
                  </a:lnTo>
                  <a:lnTo>
                    <a:pt x="2920" y="532"/>
                  </a:lnTo>
                  <a:lnTo>
                    <a:pt x="2256" y="134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8"/>
            <p:cNvSpPr/>
            <p:nvPr/>
          </p:nvSpPr>
          <p:spPr>
            <a:xfrm>
              <a:off x="7263161" y="2566898"/>
              <a:ext cx="48414" cy="61628"/>
            </a:xfrm>
            <a:custGeom>
              <a:rect b="b" l="l" r="r" t="t"/>
              <a:pathLst>
                <a:path extrusionOk="0" fill="none" h="3717" w="2920">
                  <a:moveTo>
                    <a:pt x="0" y="2522"/>
                  </a:moveTo>
                  <a:lnTo>
                    <a:pt x="0" y="2522"/>
                  </a:lnTo>
                  <a:lnTo>
                    <a:pt x="133" y="1859"/>
                  </a:lnTo>
                  <a:lnTo>
                    <a:pt x="398" y="1195"/>
                  </a:lnTo>
                  <a:lnTo>
                    <a:pt x="797" y="664"/>
                  </a:lnTo>
                  <a:lnTo>
                    <a:pt x="1327" y="266"/>
                  </a:lnTo>
                  <a:lnTo>
                    <a:pt x="1327" y="266"/>
                  </a:lnTo>
                  <a:lnTo>
                    <a:pt x="1858" y="1"/>
                  </a:lnTo>
                  <a:lnTo>
                    <a:pt x="2256" y="134"/>
                  </a:lnTo>
                  <a:lnTo>
                    <a:pt x="2256" y="134"/>
                  </a:lnTo>
                  <a:lnTo>
                    <a:pt x="2920" y="532"/>
                  </a:lnTo>
                  <a:lnTo>
                    <a:pt x="2655" y="930"/>
                  </a:lnTo>
                  <a:lnTo>
                    <a:pt x="2655" y="930"/>
                  </a:lnTo>
                  <a:lnTo>
                    <a:pt x="2655" y="930"/>
                  </a:lnTo>
                  <a:lnTo>
                    <a:pt x="2522" y="1593"/>
                  </a:lnTo>
                  <a:lnTo>
                    <a:pt x="2256" y="2257"/>
                  </a:lnTo>
                  <a:lnTo>
                    <a:pt x="1858" y="2788"/>
                  </a:lnTo>
                  <a:lnTo>
                    <a:pt x="1327" y="3186"/>
                  </a:lnTo>
                  <a:lnTo>
                    <a:pt x="1327" y="3186"/>
                  </a:lnTo>
                  <a:lnTo>
                    <a:pt x="1062" y="3717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133" y="3053"/>
                  </a:lnTo>
                  <a:lnTo>
                    <a:pt x="0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7263161" y="2566898"/>
              <a:ext cx="48414" cy="61628"/>
            </a:xfrm>
            <a:custGeom>
              <a:rect b="b" l="l" r="r" t="t"/>
              <a:pathLst>
                <a:path extrusionOk="0" h="3717" w="2920">
                  <a:moveTo>
                    <a:pt x="1991" y="1"/>
                  </a:moveTo>
                  <a:lnTo>
                    <a:pt x="1726" y="134"/>
                  </a:lnTo>
                  <a:lnTo>
                    <a:pt x="1327" y="266"/>
                  </a:lnTo>
                  <a:lnTo>
                    <a:pt x="797" y="664"/>
                  </a:lnTo>
                  <a:lnTo>
                    <a:pt x="398" y="1195"/>
                  </a:lnTo>
                  <a:lnTo>
                    <a:pt x="133" y="1859"/>
                  </a:lnTo>
                  <a:lnTo>
                    <a:pt x="0" y="2522"/>
                  </a:lnTo>
                  <a:lnTo>
                    <a:pt x="133" y="3053"/>
                  </a:lnTo>
                  <a:lnTo>
                    <a:pt x="398" y="3319"/>
                  </a:lnTo>
                  <a:lnTo>
                    <a:pt x="1062" y="3717"/>
                  </a:lnTo>
                  <a:lnTo>
                    <a:pt x="1327" y="3186"/>
                  </a:lnTo>
                  <a:lnTo>
                    <a:pt x="1858" y="2788"/>
                  </a:lnTo>
                  <a:lnTo>
                    <a:pt x="2256" y="2257"/>
                  </a:lnTo>
                  <a:lnTo>
                    <a:pt x="2522" y="1593"/>
                  </a:lnTo>
                  <a:lnTo>
                    <a:pt x="2655" y="930"/>
                  </a:lnTo>
                  <a:lnTo>
                    <a:pt x="2920" y="532"/>
                  </a:lnTo>
                  <a:lnTo>
                    <a:pt x="2256" y="134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8"/>
            <p:cNvSpPr/>
            <p:nvPr/>
          </p:nvSpPr>
          <p:spPr>
            <a:xfrm>
              <a:off x="7263161" y="2566898"/>
              <a:ext cx="48414" cy="61628"/>
            </a:xfrm>
            <a:custGeom>
              <a:rect b="b" l="l" r="r" t="t"/>
              <a:pathLst>
                <a:path extrusionOk="0" fill="none" h="3717" w="2920">
                  <a:moveTo>
                    <a:pt x="1991" y="1"/>
                  </a:moveTo>
                  <a:lnTo>
                    <a:pt x="1991" y="1"/>
                  </a:lnTo>
                  <a:lnTo>
                    <a:pt x="1726" y="134"/>
                  </a:lnTo>
                  <a:lnTo>
                    <a:pt x="1327" y="266"/>
                  </a:lnTo>
                  <a:lnTo>
                    <a:pt x="1327" y="266"/>
                  </a:lnTo>
                  <a:lnTo>
                    <a:pt x="797" y="664"/>
                  </a:lnTo>
                  <a:lnTo>
                    <a:pt x="398" y="1195"/>
                  </a:lnTo>
                  <a:lnTo>
                    <a:pt x="133" y="1859"/>
                  </a:lnTo>
                  <a:lnTo>
                    <a:pt x="0" y="2522"/>
                  </a:lnTo>
                  <a:lnTo>
                    <a:pt x="0" y="2522"/>
                  </a:lnTo>
                  <a:lnTo>
                    <a:pt x="133" y="3053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398" y="3319"/>
                  </a:lnTo>
                  <a:lnTo>
                    <a:pt x="1062" y="3717"/>
                  </a:lnTo>
                  <a:lnTo>
                    <a:pt x="1327" y="3186"/>
                  </a:lnTo>
                  <a:lnTo>
                    <a:pt x="1327" y="3186"/>
                  </a:lnTo>
                  <a:lnTo>
                    <a:pt x="1327" y="3186"/>
                  </a:lnTo>
                  <a:lnTo>
                    <a:pt x="1858" y="2788"/>
                  </a:lnTo>
                  <a:lnTo>
                    <a:pt x="2256" y="2257"/>
                  </a:lnTo>
                  <a:lnTo>
                    <a:pt x="2522" y="1593"/>
                  </a:lnTo>
                  <a:lnTo>
                    <a:pt x="2655" y="930"/>
                  </a:lnTo>
                  <a:lnTo>
                    <a:pt x="2655" y="930"/>
                  </a:lnTo>
                  <a:lnTo>
                    <a:pt x="2920" y="532"/>
                  </a:lnTo>
                  <a:lnTo>
                    <a:pt x="2256" y="134"/>
                  </a:lnTo>
                  <a:lnTo>
                    <a:pt x="2256" y="134"/>
                  </a:lnTo>
                  <a:lnTo>
                    <a:pt x="2256" y="134"/>
                  </a:lnTo>
                  <a:lnTo>
                    <a:pt x="19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8"/>
            <p:cNvSpPr/>
            <p:nvPr/>
          </p:nvSpPr>
          <p:spPr>
            <a:xfrm>
              <a:off x="7274153" y="2573497"/>
              <a:ext cx="44036" cy="57234"/>
            </a:xfrm>
            <a:custGeom>
              <a:rect b="b" l="l" r="r" t="t"/>
              <a:pathLst>
                <a:path extrusionOk="0" h="3452" w="2656">
                  <a:moveTo>
                    <a:pt x="1859" y="1"/>
                  </a:moveTo>
                  <a:lnTo>
                    <a:pt x="1328" y="266"/>
                  </a:lnTo>
                  <a:lnTo>
                    <a:pt x="797" y="664"/>
                  </a:lnTo>
                  <a:lnTo>
                    <a:pt x="399" y="1195"/>
                  </a:lnTo>
                  <a:lnTo>
                    <a:pt x="134" y="1859"/>
                  </a:lnTo>
                  <a:lnTo>
                    <a:pt x="1" y="2522"/>
                  </a:lnTo>
                  <a:lnTo>
                    <a:pt x="134" y="3053"/>
                  </a:lnTo>
                  <a:lnTo>
                    <a:pt x="399" y="3319"/>
                  </a:lnTo>
                  <a:lnTo>
                    <a:pt x="797" y="3451"/>
                  </a:lnTo>
                  <a:lnTo>
                    <a:pt x="1328" y="3186"/>
                  </a:lnTo>
                  <a:lnTo>
                    <a:pt x="1859" y="2788"/>
                  </a:lnTo>
                  <a:lnTo>
                    <a:pt x="2257" y="2257"/>
                  </a:lnTo>
                  <a:lnTo>
                    <a:pt x="2522" y="1593"/>
                  </a:lnTo>
                  <a:lnTo>
                    <a:pt x="2655" y="930"/>
                  </a:lnTo>
                  <a:lnTo>
                    <a:pt x="2522" y="399"/>
                  </a:lnTo>
                  <a:lnTo>
                    <a:pt x="2257" y="134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8"/>
            <p:cNvSpPr/>
            <p:nvPr/>
          </p:nvSpPr>
          <p:spPr>
            <a:xfrm>
              <a:off x="7263161" y="2661520"/>
              <a:ext cx="48414" cy="59423"/>
            </a:xfrm>
            <a:custGeom>
              <a:rect b="b" l="l" r="r" t="t"/>
              <a:pathLst>
                <a:path extrusionOk="0" h="3584" w="2920">
                  <a:moveTo>
                    <a:pt x="1858" y="0"/>
                  </a:moveTo>
                  <a:lnTo>
                    <a:pt x="1327" y="133"/>
                  </a:lnTo>
                  <a:lnTo>
                    <a:pt x="797" y="531"/>
                  </a:lnTo>
                  <a:lnTo>
                    <a:pt x="398" y="1062"/>
                  </a:lnTo>
                  <a:lnTo>
                    <a:pt x="133" y="1726"/>
                  </a:lnTo>
                  <a:lnTo>
                    <a:pt x="0" y="2389"/>
                  </a:lnTo>
                  <a:lnTo>
                    <a:pt x="133" y="2920"/>
                  </a:lnTo>
                  <a:lnTo>
                    <a:pt x="398" y="3185"/>
                  </a:lnTo>
                  <a:lnTo>
                    <a:pt x="398" y="3318"/>
                  </a:lnTo>
                  <a:lnTo>
                    <a:pt x="1062" y="3584"/>
                  </a:lnTo>
                  <a:lnTo>
                    <a:pt x="1327" y="3185"/>
                  </a:lnTo>
                  <a:lnTo>
                    <a:pt x="1858" y="2787"/>
                  </a:lnTo>
                  <a:lnTo>
                    <a:pt x="2256" y="2124"/>
                  </a:lnTo>
                  <a:lnTo>
                    <a:pt x="2522" y="1593"/>
                  </a:lnTo>
                  <a:lnTo>
                    <a:pt x="2655" y="929"/>
                  </a:lnTo>
                  <a:lnTo>
                    <a:pt x="2655" y="797"/>
                  </a:lnTo>
                  <a:lnTo>
                    <a:pt x="2920" y="398"/>
                  </a:lnTo>
                  <a:lnTo>
                    <a:pt x="2256" y="133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8"/>
            <p:cNvSpPr/>
            <p:nvPr/>
          </p:nvSpPr>
          <p:spPr>
            <a:xfrm>
              <a:off x="7274153" y="2668119"/>
              <a:ext cx="44036" cy="55029"/>
            </a:xfrm>
            <a:custGeom>
              <a:rect b="b" l="l" r="r" t="t"/>
              <a:pathLst>
                <a:path extrusionOk="0" h="3319" w="2656">
                  <a:moveTo>
                    <a:pt x="1859" y="0"/>
                  </a:moveTo>
                  <a:lnTo>
                    <a:pt x="1328" y="133"/>
                  </a:lnTo>
                  <a:lnTo>
                    <a:pt x="797" y="531"/>
                  </a:lnTo>
                  <a:lnTo>
                    <a:pt x="399" y="1062"/>
                  </a:lnTo>
                  <a:lnTo>
                    <a:pt x="134" y="1726"/>
                  </a:lnTo>
                  <a:lnTo>
                    <a:pt x="1" y="2389"/>
                  </a:lnTo>
                  <a:lnTo>
                    <a:pt x="134" y="2920"/>
                  </a:lnTo>
                  <a:lnTo>
                    <a:pt x="399" y="3186"/>
                  </a:lnTo>
                  <a:lnTo>
                    <a:pt x="797" y="3318"/>
                  </a:lnTo>
                  <a:lnTo>
                    <a:pt x="1328" y="3186"/>
                  </a:lnTo>
                  <a:lnTo>
                    <a:pt x="1859" y="2787"/>
                  </a:lnTo>
                  <a:lnTo>
                    <a:pt x="2257" y="2124"/>
                  </a:lnTo>
                  <a:lnTo>
                    <a:pt x="2522" y="1460"/>
                  </a:lnTo>
                  <a:lnTo>
                    <a:pt x="2655" y="929"/>
                  </a:lnTo>
                  <a:lnTo>
                    <a:pt x="2522" y="399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8"/>
            <p:cNvSpPr/>
            <p:nvPr/>
          </p:nvSpPr>
          <p:spPr>
            <a:xfrm>
              <a:off x="6937513" y="1860590"/>
              <a:ext cx="33011" cy="171653"/>
            </a:xfrm>
            <a:custGeom>
              <a:rect b="b" l="l" r="r" t="t"/>
              <a:pathLst>
                <a:path extrusionOk="0" h="10353" w="1991">
                  <a:moveTo>
                    <a:pt x="0" y="1"/>
                  </a:moveTo>
                  <a:lnTo>
                    <a:pt x="0" y="9158"/>
                  </a:lnTo>
                  <a:lnTo>
                    <a:pt x="1991" y="10352"/>
                  </a:lnTo>
                  <a:lnTo>
                    <a:pt x="1991" y="10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8"/>
            <p:cNvSpPr/>
            <p:nvPr/>
          </p:nvSpPr>
          <p:spPr>
            <a:xfrm>
              <a:off x="6937513" y="1860590"/>
              <a:ext cx="33011" cy="171653"/>
            </a:xfrm>
            <a:custGeom>
              <a:rect b="b" l="l" r="r" t="t"/>
              <a:pathLst>
                <a:path extrusionOk="0" fill="none" h="10353" w="1991">
                  <a:moveTo>
                    <a:pt x="1991" y="1062"/>
                  </a:moveTo>
                  <a:lnTo>
                    <a:pt x="1991" y="10352"/>
                  </a:lnTo>
                  <a:lnTo>
                    <a:pt x="0" y="9158"/>
                  </a:lnTo>
                  <a:lnTo>
                    <a:pt x="0" y="1"/>
                  </a:lnTo>
                  <a:lnTo>
                    <a:pt x="1991" y="10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8"/>
            <p:cNvSpPr/>
            <p:nvPr/>
          </p:nvSpPr>
          <p:spPr>
            <a:xfrm>
              <a:off x="6871491" y="2012413"/>
              <a:ext cx="99032" cy="134248"/>
            </a:xfrm>
            <a:custGeom>
              <a:rect b="b" l="l" r="r" t="t"/>
              <a:pathLst>
                <a:path extrusionOk="0" h="8097" w="5973">
                  <a:moveTo>
                    <a:pt x="3982" y="1"/>
                  </a:moveTo>
                  <a:lnTo>
                    <a:pt x="1" y="6902"/>
                  </a:lnTo>
                  <a:lnTo>
                    <a:pt x="1992" y="8096"/>
                  </a:lnTo>
                  <a:lnTo>
                    <a:pt x="5973" y="1195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8"/>
            <p:cNvSpPr/>
            <p:nvPr/>
          </p:nvSpPr>
          <p:spPr>
            <a:xfrm>
              <a:off x="6904502" y="1867189"/>
              <a:ext cx="85835" cy="299269"/>
            </a:xfrm>
            <a:custGeom>
              <a:rect b="b" l="l" r="r" t="t"/>
              <a:pathLst>
                <a:path extrusionOk="0" h="18050" w="5177">
                  <a:moveTo>
                    <a:pt x="5176" y="1"/>
                  </a:moveTo>
                  <a:lnTo>
                    <a:pt x="3982" y="664"/>
                  </a:lnTo>
                  <a:lnTo>
                    <a:pt x="3982" y="9954"/>
                  </a:lnTo>
                  <a:lnTo>
                    <a:pt x="1" y="16855"/>
                  </a:lnTo>
                  <a:lnTo>
                    <a:pt x="664" y="18049"/>
                  </a:lnTo>
                  <a:lnTo>
                    <a:pt x="5176" y="10618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8"/>
            <p:cNvSpPr/>
            <p:nvPr/>
          </p:nvSpPr>
          <p:spPr>
            <a:xfrm>
              <a:off x="6904502" y="1867189"/>
              <a:ext cx="85835" cy="299269"/>
            </a:xfrm>
            <a:custGeom>
              <a:rect b="b" l="l" r="r" t="t"/>
              <a:pathLst>
                <a:path extrusionOk="0" fill="none" h="18050" w="5177">
                  <a:moveTo>
                    <a:pt x="3982" y="664"/>
                  </a:moveTo>
                  <a:lnTo>
                    <a:pt x="3982" y="9954"/>
                  </a:lnTo>
                  <a:lnTo>
                    <a:pt x="1" y="16855"/>
                  </a:lnTo>
                  <a:lnTo>
                    <a:pt x="664" y="18049"/>
                  </a:lnTo>
                  <a:lnTo>
                    <a:pt x="5176" y="10618"/>
                  </a:lnTo>
                  <a:lnTo>
                    <a:pt x="5176" y="1"/>
                  </a:lnTo>
                  <a:lnTo>
                    <a:pt x="3982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8"/>
            <p:cNvSpPr/>
            <p:nvPr/>
          </p:nvSpPr>
          <p:spPr>
            <a:xfrm>
              <a:off x="6871491" y="2126832"/>
              <a:ext cx="44036" cy="39626"/>
            </a:xfrm>
            <a:custGeom>
              <a:rect b="b" l="l" r="r" t="t"/>
              <a:pathLst>
                <a:path extrusionOk="0" h="2390" w="2656">
                  <a:moveTo>
                    <a:pt x="1" y="1"/>
                  </a:moveTo>
                  <a:lnTo>
                    <a:pt x="664" y="1328"/>
                  </a:lnTo>
                  <a:lnTo>
                    <a:pt x="2655" y="2389"/>
                  </a:lnTo>
                  <a:lnTo>
                    <a:pt x="1992" y="11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8"/>
            <p:cNvSpPr/>
            <p:nvPr/>
          </p:nvSpPr>
          <p:spPr>
            <a:xfrm>
              <a:off x="7245553" y="1660370"/>
              <a:ext cx="215656" cy="250855"/>
            </a:xfrm>
            <a:custGeom>
              <a:rect b="b" l="l" r="r" t="t"/>
              <a:pathLst>
                <a:path extrusionOk="0" h="15130" w="13007">
                  <a:moveTo>
                    <a:pt x="5044" y="0"/>
                  </a:moveTo>
                  <a:lnTo>
                    <a:pt x="4247" y="398"/>
                  </a:lnTo>
                  <a:lnTo>
                    <a:pt x="3318" y="929"/>
                  </a:lnTo>
                  <a:lnTo>
                    <a:pt x="2522" y="1725"/>
                  </a:lnTo>
                  <a:lnTo>
                    <a:pt x="1859" y="2654"/>
                  </a:lnTo>
                  <a:lnTo>
                    <a:pt x="1195" y="3716"/>
                  </a:lnTo>
                  <a:lnTo>
                    <a:pt x="664" y="4910"/>
                  </a:lnTo>
                  <a:lnTo>
                    <a:pt x="399" y="6105"/>
                  </a:lnTo>
                  <a:lnTo>
                    <a:pt x="133" y="7299"/>
                  </a:lnTo>
                  <a:lnTo>
                    <a:pt x="1" y="8494"/>
                  </a:lnTo>
                  <a:lnTo>
                    <a:pt x="133" y="9688"/>
                  </a:lnTo>
                  <a:lnTo>
                    <a:pt x="399" y="10617"/>
                  </a:lnTo>
                  <a:lnTo>
                    <a:pt x="797" y="11413"/>
                  </a:lnTo>
                  <a:lnTo>
                    <a:pt x="1460" y="12077"/>
                  </a:lnTo>
                  <a:lnTo>
                    <a:pt x="2124" y="12342"/>
                  </a:lnTo>
                  <a:lnTo>
                    <a:pt x="7698" y="15129"/>
                  </a:lnTo>
                  <a:lnTo>
                    <a:pt x="7963" y="14731"/>
                  </a:lnTo>
                  <a:lnTo>
                    <a:pt x="8760" y="14465"/>
                  </a:lnTo>
                  <a:lnTo>
                    <a:pt x="9688" y="13802"/>
                  </a:lnTo>
                  <a:lnTo>
                    <a:pt x="10485" y="13006"/>
                  </a:lnTo>
                  <a:lnTo>
                    <a:pt x="11281" y="12077"/>
                  </a:lnTo>
                  <a:lnTo>
                    <a:pt x="11812" y="11015"/>
                  </a:lnTo>
                  <a:lnTo>
                    <a:pt x="12343" y="9821"/>
                  </a:lnTo>
                  <a:lnTo>
                    <a:pt x="12741" y="8626"/>
                  </a:lnTo>
                  <a:lnTo>
                    <a:pt x="13006" y="7432"/>
                  </a:lnTo>
                  <a:lnTo>
                    <a:pt x="13006" y="6237"/>
                  </a:lnTo>
                  <a:lnTo>
                    <a:pt x="12874" y="5043"/>
                  </a:lnTo>
                  <a:lnTo>
                    <a:pt x="12608" y="3981"/>
                  </a:lnTo>
                  <a:lnTo>
                    <a:pt x="12077" y="3185"/>
                  </a:lnTo>
                  <a:lnTo>
                    <a:pt x="12210" y="2787"/>
                  </a:lnTo>
                  <a:lnTo>
                    <a:pt x="6503" y="133"/>
                  </a:lnTo>
                  <a:lnTo>
                    <a:pt x="584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8"/>
            <p:cNvSpPr/>
            <p:nvPr/>
          </p:nvSpPr>
          <p:spPr>
            <a:xfrm>
              <a:off x="7245553" y="1660370"/>
              <a:ext cx="215656" cy="250855"/>
            </a:xfrm>
            <a:custGeom>
              <a:rect b="b" l="l" r="r" t="t"/>
              <a:pathLst>
                <a:path extrusionOk="0" fill="none" h="15130" w="13007">
                  <a:moveTo>
                    <a:pt x="3318" y="929"/>
                  </a:moveTo>
                  <a:lnTo>
                    <a:pt x="3318" y="929"/>
                  </a:lnTo>
                  <a:lnTo>
                    <a:pt x="4247" y="398"/>
                  </a:lnTo>
                  <a:lnTo>
                    <a:pt x="5044" y="0"/>
                  </a:lnTo>
                  <a:lnTo>
                    <a:pt x="5840" y="0"/>
                  </a:lnTo>
                  <a:lnTo>
                    <a:pt x="6503" y="133"/>
                  </a:lnTo>
                  <a:lnTo>
                    <a:pt x="6503" y="133"/>
                  </a:lnTo>
                  <a:lnTo>
                    <a:pt x="12210" y="2787"/>
                  </a:lnTo>
                  <a:lnTo>
                    <a:pt x="12077" y="3185"/>
                  </a:lnTo>
                  <a:lnTo>
                    <a:pt x="12077" y="3185"/>
                  </a:lnTo>
                  <a:lnTo>
                    <a:pt x="12608" y="3981"/>
                  </a:lnTo>
                  <a:lnTo>
                    <a:pt x="12874" y="5043"/>
                  </a:lnTo>
                  <a:lnTo>
                    <a:pt x="12874" y="5043"/>
                  </a:lnTo>
                  <a:lnTo>
                    <a:pt x="13006" y="6237"/>
                  </a:lnTo>
                  <a:lnTo>
                    <a:pt x="13006" y="7432"/>
                  </a:lnTo>
                  <a:lnTo>
                    <a:pt x="12741" y="8626"/>
                  </a:lnTo>
                  <a:lnTo>
                    <a:pt x="12343" y="9821"/>
                  </a:lnTo>
                  <a:lnTo>
                    <a:pt x="11812" y="11015"/>
                  </a:lnTo>
                  <a:lnTo>
                    <a:pt x="11281" y="12077"/>
                  </a:lnTo>
                  <a:lnTo>
                    <a:pt x="10485" y="13006"/>
                  </a:lnTo>
                  <a:lnTo>
                    <a:pt x="9688" y="13802"/>
                  </a:lnTo>
                  <a:lnTo>
                    <a:pt x="9688" y="13802"/>
                  </a:lnTo>
                  <a:lnTo>
                    <a:pt x="8760" y="14465"/>
                  </a:lnTo>
                  <a:lnTo>
                    <a:pt x="7963" y="14731"/>
                  </a:lnTo>
                  <a:lnTo>
                    <a:pt x="7698" y="15129"/>
                  </a:lnTo>
                  <a:lnTo>
                    <a:pt x="2124" y="12342"/>
                  </a:lnTo>
                  <a:lnTo>
                    <a:pt x="2124" y="12342"/>
                  </a:lnTo>
                  <a:lnTo>
                    <a:pt x="1460" y="12077"/>
                  </a:lnTo>
                  <a:lnTo>
                    <a:pt x="797" y="11413"/>
                  </a:lnTo>
                  <a:lnTo>
                    <a:pt x="399" y="10617"/>
                  </a:lnTo>
                  <a:lnTo>
                    <a:pt x="133" y="9688"/>
                  </a:lnTo>
                  <a:lnTo>
                    <a:pt x="133" y="9688"/>
                  </a:lnTo>
                  <a:lnTo>
                    <a:pt x="1" y="8494"/>
                  </a:lnTo>
                  <a:lnTo>
                    <a:pt x="133" y="7299"/>
                  </a:lnTo>
                  <a:lnTo>
                    <a:pt x="399" y="6105"/>
                  </a:lnTo>
                  <a:lnTo>
                    <a:pt x="664" y="4910"/>
                  </a:lnTo>
                  <a:lnTo>
                    <a:pt x="1195" y="3716"/>
                  </a:lnTo>
                  <a:lnTo>
                    <a:pt x="1859" y="2654"/>
                  </a:lnTo>
                  <a:lnTo>
                    <a:pt x="2522" y="1725"/>
                  </a:lnTo>
                  <a:lnTo>
                    <a:pt x="3318" y="9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8"/>
            <p:cNvSpPr/>
            <p:nvPr/>
          </p:nvSpPr>
          <p:spPr>
            <a:xfrm>
              <a:off x="7247758" y="1660370"/>
              <a:ext cx="200237" cy="248650"/>
            </a:xfrm>
            <a:custGeom>
              <a:rect b="b" l="l" r="r" t="t"/>
              <a:pathLst>
                <a:path extrusionOk="0" h="14997" w="12077">
                  <a:moveTo>
                    <a:pt x="5043" y="0"/>
                  </a:moveTo>
                  <a:lnTo>
                    <a:pt x="4380" y="133"/>
                  </a:lnTo>
                  <a:lnTo>
                    <a:pt x="3849" y="531"/>
                  </a:lnTo>
                  <a:lnTo>
                    <a:pt x="3185" y="929"/>
                  </a:lnTo>
                  <a:lnTo>
                    <a:pt x="2256" y="1991"/>
                  </a:lnTo>
                  <a:lnTo>
                    <a:pt x="1460" y="3052"/>
                  </a:lnTo>
                  <a:lnTo>
                    <a:pt x="797" y="4379"/>
                  </a:lnTo>
                  <a:lnTo>
                    <a:pt x="266" y="5839"/>
                  </a:lnTo>
                  <a:lnTo>
                    <a:pt x="2920" y="5441"/>
                  </a:lnTo>
                  <a:lnTo>
                    <a:pt x="3185" y="5441"/>
                  </a:lnTo>
                  <a:lnTo>
                    <a:pt x="3849" y="5574"/>
                  </a:lnTo>
                  <a:lnTo>
                    <a:pt x="4512" y="5972"/>
                  </a:lnTo>
                  <a:lnTo>
                    <a:pt x="4911" y="6370"/>
                  </a:lnTo>
                  <a:lnTo>
                    <a:pt x="5176" y="7034"/>
                  </a:lnTo>
                  <a:lnTo>
                    <a:pt x="5176" y="7432"/>
                  </a:lnTo>
                  <a:lnTo>
                    <a:pt x="5043" y="8095"/>
                  </a:lnTo>
                  <a:lnTo>
                    <a:pt x="4645" y="8626"/>
                  </a:lnTo>
                  <a:lnTo>
                    <a:pt x="4247" y="9024"/>
                  </a:lnTo>
                  <a:lnTo>
                    <a:pt x="3584" y="9290"/>
                  </a:lnTo>
                  <a:lnTo>
                    <a:pt x="0" y="9555"/>
                  </a:lnTo>
                  <a:lnTo>
                    <a:pt x="0" y="9688"/>
                  </a:lnTo>
                  <a:lnTo>
                    <a:pt x="266" y="10617"/>
                  </a:lnTo>
                  <a:lnTo>
                    <a:pt x="664" y="11413"/>
                  </a:lnTo>
                  <a:lnTo>
                    <a:pt x="1327" y="12077"/>
                  </a:lnTo>
                  <a:lnTo>
                    <a:pt x="1991" y="12342"/>
                  </a:lnTo>
                  <a:lnTo>
                    <a:pt x="7299" y="14996"/>
                  </a:lnTo>
                  <a:lnTo>
                    <a:pt x="6769" y="14598"/>
                  </a:lnTo>
                  <a:lnTo>
                    <a:pt x="6370" y="14067"/>
                  </a:lnTo>
                  <a:lnTo>
                    <a:pt x="6105" y="13271"/>
                  </a:lnTo>
                  <a:lnTo>
                    <a:pt x="5840" y="12342"/>
                  </a:lnTo>
                  <a:lnTo>
                    <a:pt x="5707" y="11280"/>
                  </a:lnTo>
                  <a:lnTo>
                    <a:pt x="5840" y="10086"/>
                  </a:lnTo>
                  <a:lnTo>
                    <a:pt x="5972" y="8892"/>
                  </a:lnTo>
                  <a:lnTo>
                    <a:pt x="6370" y="7697"/>
                  </a:lnTo>
                  <a:lnTo>
                    <a:pt x="6901" y="6503"/>
                  </a:lnTo>
                  <a:lnTo>
                    <a:pt x="7432" y="5441"/>
                  </a:lnTo>
                  <a:lnTo>
                    <a:pt x="8228" y="4512"/>
                  </a:lnTo>
                  <a:lnTo>
                    <a:pt x="9025" y="3716"/>
                  </a:lnTo>
                  <a:lnTo>
                    <a:pt x="9688" y="3318"/>
                  </a:lnTo>
                  <a:lnTo>
                    <a:pt x="10219" y="2920"/>
                  </a:lnTo>
                  <a:lnTo>
                    <a:pt x="10883" y="2787"/>
                  </a:lnTo>
                  <a:lnTo>
                    <a:pt x="11413" y="2654"/>
                  </a:lnTo>
                  <a:lnTo>
                    <a:pt x="12077" y="2787"/>
                  </a:lnTo>
                  <a:lnTo>
                    <a:pt x="6370" y="133"/>
                  </a:lnTo>
                  <a:lnTo>
                    <a:pt x="5972" y="0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8"/>
            <p:cNvSpPr/>
            <p:nvPr/>
          </p:nvSpPr>
          <p:spPr>
            <a:xfrm>
              <a:off x="7247758" y="1660370"/>
              <a:ext cx="200237" cy="248650"/>
            </a:xfrm>
            <a:custGeom>
              <a:rect b="b" l="l" r="r" t="t"/>
              <a:pathLst>
                <a:path extrusionOk="0" fill="none" h="14997" w="12077">
                  <a:moveTo>
                    <a:pt x="5574" y="0"/>
                  </a:moveTo>
                  <a:lnTo>
                    <a:pt x="5574" y="0"/>
                  </a:lnTo>
                  <a:lnTo>
                    <a:pt x="5043" y="0"/>
                  </a:lnTo>
                  <a:lnTo>
                    <a:pt x="4380" y="133"/>
                  </a:lnTo>
                  <a:lnTo>
                    <a:pt x="3849" y="531"/>
                  </a:lnTo>
                  <a:lnTo>
                    <a:pt x="3185" y="929"/>
                  </a:lnTo>
                  <a:lnTo>
                    <a:pt x="3185" y="929"/>
                  </a:lnTo>
                  <a:lnTo>
                    <a:pt x="2256" y="1991"/>
                  </a:lnTo>
                  <a:lnTo>
                    <a:pt x="1460" y="3052"/>
                  </a:lnTo>
                  <a:lnTo>
                    <a:pt x="797" y="4379"/>
                  </a:lnTo>
                  <a:lnTo>
                    <a:pt x="266" y="5839"/>
                  </a:lnTo>
                  <a:lnTo>
                    <a:pt x="2920" y="5441"/>
                  </a:lnTo>
                  <a:lnTo>
                    <a:pt x="2920" y="5441"/>
                  </a:lnTo>
                  <a:lnTo>
                    <a:pt x="2920" y="5441"/>
                  </a:lnTo>
                  <a:lnTo>
                    <a:pt x="3185" y="5441"/>
                  </a:lnTo>
                  <a:lnTo>
                    <a:pt x="3185" y="5441"/>
                  </a:lnTo>
                  <a:lnTo>
                    <a:pt x="3849" y="5574"/>
                  </a:lnTo>
                  <a:lnTo>
                    <a:pt x="4512" y="5972"/>
                  </a:lnTo>
                  <a:lnTo>
                    <a:pt x="4911" y="6370"/>
                  </a:lnTo>
                  <a:lnTo>
                    <a:pt x="5176" y="7034"/>
                  </a:lnTo>
                  <a:lnTo>
                    <a:pt x="5176" y="7034"/>
                  </a:lnTo>
                  <a:lnTo>
                    <a:pt x="5176" y="7432"/>
                  </a:lnTo>
                  <a:lnTo>
                    <a:pt x="5176" y="7432"/>
                  </a:lnTo>
                  <a:lnTo>
                    <a:pt x="5043" y="8095"/>
                  </a:lnTo>
                  <a:lnTo>
                    <a:pt x="4645" y="8626"/>
                  </a:lnTo>
                  <a:lnTo>
                    <a:pt x="4247" y="9024"/>
                  </a:lnTo>
                  <a:lnTo>
                    <a:pt x="3584" y="9290"/>
                  </a:lnTo>
                  <a:lnTo>
                    <a:pt x="0" y="9555"/>
                  </a:lnTo>
                  <a:lnTo>
                    <a:pt x="0" y="9555"/>
                  </a:lnTo>
                  <a:lnTo>
                    <a:pt x="0" y="9688"/>
                  </a:lnTo>
                  <a:lnTo>
                    <a:pt x="0" y="9688"/>
                  </a:lnTo>
                  <a:lnTo>
                    <a:pt x="266" y="10617"/>
                  </a:lnTo>
                  <a:lnTo>
                    <a:pt x="664" y="11413"/>
                  </a:lnTo>
                  <a:lnTo>
                    <a:pt x="1327" y="12077"/>
                  </a:lnTo>
                  <a:lnTo>
                    <a:pt x="1991" y="12342"/>
                  </a:lnTo>
                  <a:lnTo>
                    <a:pt x="7299" y="14996"/>
                  </a:lnTo>
                  <a:lnTo>
                    <a:pt x="7299" y="14996"/>
                  </a:lnTo>
                  <a:lnTo>
                    <a:pt x="6769" y="14598"/>
                  </a:lnTo>
                  <a:lnTo>
                    <a:pt x="6370" y="14067"/>
                  </a:lnTo>
                  <a:lnTo>
                    <a:pt x="6105" y="13271"/>
                  </a:lnTo>
                  <a:lnTo>
                    <a:pt x="5840" y="12342"/>
                  </a:lnTo>
                  <a:lnTo>
                    <a:pt x="5840" y="12342"/>
                  </a:lnTo>
                  <a:lnTo>
                    <a:pt x="5707" y="11280"/>
                  </a:lnTo>
                  <a:lnTo>
                    <a:pt x="5840" y="10086"/>
                  </a:lnTo>
                  <a:lnTo>
                    <a:pt x="5972" y="8892"/>
                  </a:lnTo>
                  <a:lnTo>
                    <a:pt x="6370" y="7697"/>
                  </a:lnTo>
                  <a:lnTo>
                    <a:pt x="6901" y="6503"/>
                  </a:lnTo>
                  <a:lnTo>
                    <a:pt x="7432" y="5441"/>
                  </a:lnTo>
                  <a:lnTo>
                    <a:pt x="8228" y="4512"/>
                  </a:lnTo>
                  <a:lnTo>
                    <a:pt x="9025" y="3716"/>
                  </a:lnTo>
                  <a:lnTo>
                    <a:pt x="9025" y="3716"/>
                  </a:lnTo>
                  <a:lnTo>
                    <a:pt x="9688" y="3318"/>
                  </a:lnTo>
                  <a:lnTo>
                    <a:pt x="10219" y="2920"/>
                  </a:lnTo>
                  <a:lnTo>
                    <a:pt x="10883" y="2787"/>
                  </a:lnTo>
                  <a:lnTo>
                    <a:pt x="11413" y="2654"/>
                  </a:lnTo>
                  <a:lnTo>
                    <a:pt x="11413" y="2654"/>
                  </a:lnTo>
                  <a:lnTo>
                    <a:pt x="12077" y="2787"/>
                  </a:lnTo>
                  <a:lnTo>
                    <a:pt x="6370" y="133"/>
                  </a:lnTo>
                  <a:lnTo>
                    <a:pt x="6370" y="133"/>
                  </a:lnTo>
                  <a:lnTo>
                    <a:pt x="6370" y="133"/>
                  </a:lnTo>
                  <a:lnTo>
                    <a:pt x="5972" y="0"/>
                  </a:lnTo>
                  <a:lnTo>
                    <a:pt x="557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8"/>
            <p:cNvSpPr/>
            <p:nvPr/>
          </p:nvSpPr>
          <p:spPr>
            <a:xfrm>
              <a:off x="7342363" y="1704373"/>
              <a:ext cx="138642" cy="209041"/>
            </a:xfrm>
            <a:custGeom>
              <a:rect b="b" l="l" r="r" t="t"/>
              <a:pathLst>
                <a:path extrusionOk="0" h="12608" w="8362">
                  <a:moveTo>
                    <a:pt x="5707" y="0"/>
                  </a:moveTo>
                  <a:lnTo>
                    <a:pt x="5044" y="133"/>
                  </a:lnTo>
                  <a:lnTo>
                    <a:pt x="4115" y="531"/>
                  </a:lnTo>
                  <a:lnTo>
                    <a:pt x="3319" y="1062"/>
                  </a:lnTo>
                  <a:lnTo>
                    <a:pt x="2522" y="1858"/>
                  </a:lnTo>
                  <a:lnTo>
                    <a:pt x="1726" y="2787"/>
                  </a:lnTo>
                  <a:lnTo>
                    <a:pt x="1195" y="3849"/>
                  </a:lnTo>
                  <a:lnTo>
                    <a:pt x="664" y="5043"/>
                  </a:lnTo>
                  <a:lnTo>
                    <a:pt x="266" y="6238"/>
                  </a:lnTo>
                  <a:lnTo>
                    <a:pt x="134" y="7432"/>
                  </a:lnTo>
                  <a:lnTo>
                    <a:pt x="1" y="8626"/>
                  </a:lnTo>
                  <a:lnTo>
                    <a:pt x="134" y="9688"/>
                  </a:lnTo>
                  <a:lnTo>
                    <a:pt x="399" y="10750"/>
                  </a:lnTo>
                  <a:lnTo>
                    <a:pt x="797" y="11546"/>
                  </a:lnTo>
                  <a:lnTo>
                    <a:pt x="1328" y="12077"/>
                  </a:lnTo>
                  <a:lnTo>
                    <a:pt x="1992" y="12475"/>
                  </a:lnTo>
                  <a:lnTo>
                    <a:pt x="2655" y="12608"/>
                  </a:lnTo>
                  <a:lnTo>
                    <a:pt x="3451" y="12475"/>
                  </a:lnTo>
                  <a:lnTo>
                    <a:pt x="4248" y="12210"/>
                  </a:lnTo>
                  <a:lnTo>
                    <a:pt x="5177" y="11546"/>
                  </a:lnTo>
                  <a:lnTo>
                    <a:pt x="5973" y="10750"/>
                  </a:lnTo>
                  <a:lnTo>
                    <a:pt x="6636" y="9821"/>
                  </a:lnTo>
                  <a:lnTo>
                    <a:pt x="7300" y="8759"/>
                  </a:lnTo>
                  <a:lnTo>
                    <a:pt x="7831" y="7565"/>
                  </a:lnTo>
                  <a:lnTo>
                    <a:pt x="8096" y="6370"/>
                  </a:lnTo>
                  <a:lnTo>
                    <a:pt x="8362" y="5176"/>
                  </a:lnTo>
                  <a:lnTo>
                    <a:pt x="8362" y="3982"/>
                  </a:lnTo>
                  <a:lnTo>
                    <a:pt x="8362" y="2920"/>
                  </a:lnTo>
                  <a:lnTo>
                    <a:pt x="8096" y="1858"/>
                  </a:lnTo>
                  <a:lnTo>
                    <a:pt x="7698" y="1062"/>
                  </a:lnTo>
                  <a:lnTo>
                    <a:pt x="7167" y="531"/>
                  </a:lnTo>
                  <a:lnTo>
                    <a:pt x="6504" y="133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8"/>
            <p:cNvSpPr/>
            <p:nvPr/>
          </p:nvSpPr>
          <p:spPr>
            <a:xfrm>
              <a:off x="7342363" y="1704373"/>
              <a:ext cx="138642" cy="209041"/>
            </a:xfrm>
            <a:custGeom>
              <a:rect b="b" l="l" r="r" t="t"/>
              <a:pathLst>
                <a:path extrusionOk="0" fill="none" h="12608" w="8362">
                  <a:moveTo>
                    <a:pt x="3319" y="1062"/>
                  </a:moveTo>
                  <a:lnTo>
                    <a:pt x="3319" y="1062"/>
                  </a:lnTo>
                  <a:lnTo>
                    <a:pt x="2522" y="1858"/>
                  </a:lnTo>
                  <a:lnTo>
                    <a:pt x="1726" y="2787"/>
                  </a:lnTo>
                  <a:lnTo>
                    <a:pt x="1195" y="3849"/>
                  </a:lnTo>
                  <a:lnTo>
                    <a:pt x="664" y="5043"/>
                  </a:lnTo>
                  <a:lnTo>
                    <a:pt x="266" y="6238"/>
                  </a:lnTo>
                  <a:lnTo>
                    <a:pt x="134" y="7432"/>
                  </a:lnTo>
                  <a:lnTo>
                    <a:pt x="1" y="8626"/>
                  </a:lnTo>
                  <a:lnTo>
                    <a:pt x="134" y="9688"/>
                  </a:lnTo>
                  <a:lnTo>
                    <a:pt x="134" y="9688"/>
                  </a:lnTo>
                  <a:lnTo>
                    <a:pt x="399" y="10750"/>
                  </a:lnTo>
                  <a:lnTo>
                    <a:pt x="797" y="11546"/>
                  </a:lnTo>
                  <a:lnTo>
                    <a:pt x="1328" y="12077"/>
                  </a:lnTo>
                  <a:lnTo>
                    <a:pt x="1992" y="12475"/>
                  </a:lnTo>
                  <a:lnTo>
                    <a:pt x="2655" y="12608"/>
                  </a:lnTo>
                  <a:lnTo>
                    <a:pt x="3451" y="12475"/>
                  </a:lnTo>
                  <a:lnTo>
                    <a:pt x="4248" y="12210"/>
                  </a:lnTo>
                  <a:lnTo>
                    <a:pt x="5177" y="11546"/>
                  </a:lnTo>
                  <a:lnTo>
                    <a:pt x="5177" y="11546"/>
                  </a:lnTo>
                  <a:lnTo>
                    <a:pt x="5973" y="10750"/>
                  </a:lnTo>
                  <a:lnTo>
                    <a:pt x="6636" y="9821"/>
                  </a:lnTo>
                  <a:lnTo>
                    <a:pt x="7300" y="8759"/>
                  </a:lnTo>
                  <a:lnTo>
                    <a:pt x="7831" y="7565"/>
                  </a:lnTo>
                  <a:lnTo>
                    <a:pt x="8096" y="6370"/>
                  </a:lnTo>
                  <a:lnTo>
                    <a:pt x="8362" y="5176"/>
                  </a:lnTo>
                  <a:lnTo>
                    <a:pt x="8362" y="3982"/>
                  </a:lnTo>
                  <a:lnTo>
                    <a:pt x="8362" y="2920"/>
                  </a:lnTo>
                  <a:lnTo>
                    <a:pt x="8362" y="2920"/>
                  </a:lnTo>
                  <a:lnTo>
                    <a:pt x="8096" y="1858"/>
                  </a:lnTo>
                  <a:lnTo>
                    <a:pt x="7698" y="1062"/>
                  </a:lnTo>
                  <a:lnTo>
                    <a:pt x="7167" y="531"/>
                  </a:lnTo>
                  <a:lnTo>
                    <a:pt x="6504" y="133"/>
                  </a:lnTo>
                  <a:lnTo>
                    <a:pt x="5707" y="0"/>
                  </a:lnTo>
                  <a:lnTo>
                    <a:pt x="5044" y="133"/>
                  </a:lnTo>
                  <a:lnTo>
                    <a:pt x="4115" y="531"/>
                  </a:lnTo>
                  <a:lnTo>
                    <a:pt x="3319" y="10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8"/>
            <p:cNvSpPr/>
            <p:nvPr/>
          </p:nvSpPr>
          <p:spPr>
            <a:xfrm>
              <a:off x="7379768" y="1759386"/>
              <a:ext cx="66038" cy="99016"/>
            </a:xfrm>
            <a:custGeom>
              <a:rect b="b" l="l" r="r" t="t"/>
              <a:pathLst>
                <a:path extrusionOk="0" h="5972" w="3983">
                  <a:moveTo>
                    <a:pt x="2655" y="0"/>
                  </a:moveTo>
                  <a:lnTo>
                    <a:pt x="2124" y="133"/>
                  </a:lnTo>
                  <a:lnTo>
                    <a:pt x="1593" y="531"/>
                  </a:lnTo>
                  <a:lnTo>
                    <a:pt x="1195" y="929"/>
                  </a:lnTo>
                  <a:lnTo>
                    <a:pt x="797" y="1327"/>
                  </a:lnTo>
                  <a:lnTo>
                    <a:pt x="266" y="2389"/>
                  </a:lnTo>
                  <a:lnTo>
                    <a:pt x="1" y="3583"/>
                  </a:lnTo>
                  <a:lnTo>
                    <a:pt x="1" y="4114"/>
                  </a:lnTo>
                  <a:lnTo>
                    <a:pt x="1" y="4645"/>
                  </a:lnTo>
                  <a:lnTo>
                    <a:pt x="134" y="5176"/>
                  </a:lnTo>
                  <a:lnTo>
                    <a:pt x="266" y="5441"/>
                  </a:lnTo>
                  <a:lnTo>
                    <a:pt x="665" y="5839"/>
                  </a:lnTo>
                  <a:lnTo>
                    <a:pt x="1195" y="5972"/>
                  </a:lnTo>
                  <a:lnTo>
                    <a:pt x="1859" y="5839"/>
                  </a:lnTo>
                  <a:lnTo>
                    <a:pt x="2390" y="5574"/>
                  </a:lnTo>
                  <a:lnTo>
                    <a:pt x="2788" y="5176"/>
                  </a:lnTo>
                  <a:lnTo>
                    <a:pt x="3186" y="4645"/>
                  </a:lnTo>
                  <a:lnTo>
                    <a:pt x="3717" y="3583"/>
                  </a:lnTo>
                  <a:lnTo>
                    <a:pt x="3982" y="2522"/>
                  </a:lnTo>
                  <a:lnTo>
                    <a:pt x="3982" y="1858"/>
                  </a:lnTo>
                  <a:lnTo>
                    <a:pt x="3982" y="1327"/>
                  </a:lnTo>
                  <a:lnTo>
                    <a:pt x="3717" y="796"/>
                  </a:lnTo>
                  <a:lnTo>
                    <a:pt x="3451" y="398"/>
                  </a:lnTo>
                  <a:lnTo>
                    <a:pt x="3053" y="133"/>
                  </a:lnTo>
                  <a:lnTo>
                    <a:pt x="265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8"/>
            <p:cNvSpPr/>
            <p:nvPr/>
          </p:nvSpPr>
          <p:spPr>
            <a:xfrm>
              <a:off x="7379768" y="1759386"/>
              <a:ext cx="66038" cy="99016"/>
            </a:xfrm>
            <a:custGeom>
              <a:rect b="b" l="l" r="r" t="t"/>
              <a:pathLst>
                <a:path extrusionOk="0" fill="none" h="5972" w="3983">
                  <a:moveTo>
                    <a:pt x="1" y="4645"/>
                  </a:moveTo>
                  <a:lnTo>
                    <a:pt x="1" y="4645"/>
                  </a:lnTo>
                  <a:lnTo>
                    <a:pt x="134" y="5176"/>
                  </a:lnTo>
                  <a:lnTo>
                    <a:pt x="266" y="5441"/>
                  </a:lnTo>
                  <a:lnTo>
                    <a:pt x="266" y="5441"/>
                  </a:lnTo>
                  <a:lnTo>
                    <a:pt x="665" y="5839"/>
                  </a:lnTo>
                  <a:lnTo>
                    <a:pt x="1195" y="5972"/>
                  </a:lnTo>
                  <a:lnTo>
                    <a:pt x="1859" y="5839"/>
                  </a:lnTo>
                  <a:lnTo>
                    <a:pt x="2390" y="5574"/>
                  </a:lnTo>
                  <a:lnTo>
                    <a:pt x="2390" y="5574"/>
                  </a:lnTo>
                  <a:lnTo>
                    <a:pt x="2788" y="5176"/>
                  </a:lnTo>
                  <a:lnTo>
                    <a:pt x="3186" y="4645"/>
                  </a:lnTo>
                  <a:lnTo>
                    <a:pt x="3717" y="3583"/>
                  </a:lnTo>
                  <a:lnTo>
                    <a:pt x="3982" y="2522"/>
                  </a:lnTo>
                  <a:lnTo>
                    <a:pt x="3982" y="1858"/>
                  </a:lnTo>
                  <a:lnTo>
                    <a:pt x="3982" y="1327"/>
                  </a:lnTo>
                  <a:lnTo>
                    <a:pt x="3982" y="1327"/>
                  </a:lnTo>
                  <a:lnTo>
                    <a:pt x="3717" y="796"/>
                  </a:lnTo>
                  <a:lnTo>
                    <a:pt x="3451" y="398"/>
                  </a:lnTo>
                  <a:lnTo>
                    <a:pt x="3053" y="133"/>
                  </a:lnTo>
                  <a:lnTo>
                    <a:pt x="2655" y="0"/>
                  </a:lnTo>
                  <a:lnTo>
                    <a:pt x="2655" y="0"/>
                  </a:lnTo>
                  <a:lnTo>
                    <a:pt x="2124" y="133"/>
                  </a:lnTo>
                  <a:lnTo>
                    <a:pt x="1593" y="531"/>
                  </a:lnTo>
                  <a:lnTo>
                    <a:pt x="1593" y="531"/>
                  </a:lnTo>
                  <a:lnTo>
                    <a:pt x="1195" y="929"/>
                  </a:lnTo>
                  <a:lnTo>
                    <a:pt x="797" y="1327"/>
                  </a:lnTo>
                  <a:lnTo>
                    <a:pt x="266" y="2389"/>
                  </a:lnTo>
                  <a:lnTo>
                    <a:pt x="1" y="3583"/>
                  </a:lnTo>
                  <a:lnTo>
                    <a:pt x="1" y="4114"/>
                  </a:lnTo>
                  <a:lnTo>
                    <a:pt x="1" y="46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8"/>
            <p:cNvSpPr/>
            <p:nvPr/>
          </p:nvSpPr>
          <p:spPr>
            <a:xfrm>
              <a:off x="7379768" y="1759386"/>
              <a:ext cx="66038" cy="99016"/>
            </a:xfrm>
            <a:custGeom>
              <a:rect b="b" l="l" r="r" t="t"/>
              <a:pathLst>
                <a:path extrusionOk="0" h="5972" w="3983">
                  <a:moveTo>
                    <a:pt x="2655" y="0"/>
                  </a:moveTo>
                  <a:lnTo>
                    <a:pt x="2124" y="133"/>
                  </a:lnTo>
                  <a:lnTo>
                    <a:pt x="1593" y="531"/>
                  </a:lnTo>
                  <a:lnTo>
                    <a:pt x="930" y="1194"/>
                  </a:lnTo>
                  <a:lnTo>
                    <a:pt x="399" y="2123"/>
                  </a:lnTo>
                  <a:lnTo>
                    <a:pt x="134" y="3052"/>
                  </a:lnTo>
                  <a:lnTo>
                    <a:pt x="1" y="4114"/>
                  </a:lnTo>
                  <a:lnTo>
                    <a:pt x="1" y="4645"/>
                  </a:lnTo>
                  <a:lnTo>
                    <a:pt x="134" y="5176"/>
                  </a:lnTo>
                  <a:lnTo>
                    <a:pt x="266" y="5441"/>
                  </a:lnTo>
                  <a:lnTo>
                    <a:pt x="797" y="5839"/>
                  </a:lnTo>
                  <a:lnTo>
                    <a:pt x="1328" y="5972"/>
                  </a:lnTo>
                  <a:lnTo>
                    <a:pt x="1859" y="5839"/>
                  </a:lnTo>
                  <a:lnTo>
                    <a:pt x="2390" y="5574"/>
                  </a:lnTo>
                  <a:lnTo>
                    <a:pt x="3053" y="4778"/>
                  </a:lnTo>
                  <a:lnTo>
                    <a:pt x="3584" y="3981"/>
                  </a:lnTo>
                  <a:lnTo>
                    <a:pt x="3850" y="2920"/>
                  </a:lnTo>
                  <a:lnTo>
                    <a:pt x="3982" y="1991"/>
                  </a:lnTo>
                  <a:lnTo>
                    <a:pt x="3982" y="1327"/>
                  </a:lnTo>
                  <a:lnTo>
                    <a:pt x="3717" y="796"/>
                  </a:lnTo>
                  <a:lnTo>
                    <a:pt x="3451" y="398"/>
                  </a:lnTo>
                  <a:lnTo>
                    <a:pt x="3053" y="133"/>
                  </a:lnTo>
                  <a:lnTo>
                    <a:pt x="2655" y="0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8"/>
            <p:cNvSpPr/>
            <p:nvPr/>
          </p:nvSpPr>
          <p:spPr>
            <a:xfrm>
              <a:off x="7379768" y="1759386"/>
              <a:ext cx="66038" cy="99016"/>
            </a:xfrm>
            <a:custGeom>
              <a:rect b="b" l="l" r="r" t="t"/>
              <a:pathLst>
                <a:path extrusionOk="0" fill="none" h="5972" w="3983">
                  <a:moveTo>
                    <a:pt x="2655" y="0"/>
                  </a:moveTo>
                  <a:lnTo>
                    <a:pt x="2655" y="0"/>
                  </a:lnTo>
                  <a:lnTo>
                    <a:pt x="2655" y="0"/>
                  </a:lnTo>
                  <a:lnTo>
                    <a:pt x="2655" y="0"/>
                  </a:lnTo>
                  <a:lnTo>
                    <a:pt x="2124" y="133"/>
                  </a:lnTo>
                  <a:lnTo>
                    <a:pt x="1593" y="531"/>
                  </a:lnTo>
                  <a:lnTo>
                    <a:pt x="1593" y="531"/>
                  </a:lnTo>
                  <a:lnTo>
                    <a:pt x="930" y="1194"/>
                  </a:lnTo>
                  <a:lnTo>
                    <a:pt x="399" y="2123"/>
                  </a:lnTo>
                  <a:lnTo>
                    <a:pt x="134" y="3052"/>
                  </a:lnTo>
                  <a:lnTo>
                    <a:pt x="1" y="4114"/>
                  </a:lnTo>
                  <a:lnTo>
                    <a:pt x="1" y="4114"/>
                  </a:lnTo>
                  <a:lnTo>
                    <a:pt x="1" y="4645"/>
                  </a:lnTo>
                  <a:lnTo>
                    <a:pt x="1" y="4645"/>
                  </a:lnTo>
                  <a:lnTo>
                    <a:pt x="134" y="5176"/>
                  </a:lnTo>
                  <a:lnTo>
                    <a:pt x="266" y="5441"/>
                  </a:lnTo>
                  <a:lnTo>
                    <a:pt x="266" y="5441"/>
                  </a:lnTo>
                  <a:lnTo>
                    <a:pt x="797" y="5839"/>
                  </a:lnTo>
                  <a:lnTo>
                    <a:pt x="1328" y="5972"/>
                  </a:lnTo>
                  <a:lnTo>
                    <a:pt x="1328" y="5972"/>
                  </a:lnTo>
                  <a:lnTo>
                    <a:pt x="1859" y="5839"/>
                  </a:lnTo>
                  <a:lnTo>
                    <a:pt x="2390" y="5574"/>
                  </a:lnTo>
                  <a:lnTo>
                    <a:pt x="2390" y="5574"/>
                  </a:lnTo>
                  <a:lnTo>
                    <a:pt x="3053" y="4778"/>
                  </a:lnTo>
                  <a:lnTo>
                    <a:pt x="3584" y="3981"/>
                  </a:lnTo>
                  <a:lnTo>
                    <a:pt x="3850" y="2920"/>
                  </a:lnTo>
                  <a:lnTo>
                    <a:pt x="3982" y="1991"/>
                  </a:lnTo>
                  <a:lnTo>
                    <a:pt x="3982" y="1991"/>
                  </a:lnTo>
                  <a:lnTo>
                    <a:pt x="3982" y="1327"/>
                  </a:lnTo>
                  <a:lnTo>
                    <a:pt x="3982" y="1327"/>
                  </a:lnTo>
                  <a:lnTo>
                    <a:pt x="3717" y="796"/>
                  </a:lnTo>
                  <a:lnTo>
                    <a:pt x="3451" y="398"/>
                  </a:lnTo>
                  <a:lnTo>
                    <a:pt x="3053" y="133"/>
                  </a:lnTo>
                  <a:lnTo>
                    <a:pt x="265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8"/>
            <p:cNvSpPr/>
            <p:nvPr/>
          </p:nvSpPr>
          <p:spPr>
            <a:xfrm>
              <a:off x="7379768" y="1759386"/>
              <a:ext cx="50635" cy="90228"/>
            </a:xfrm>
            <a:custGeom>
              <a:rect b="b" l="l" r="r" t="t"/>
              <a:pathLst>
                <a:path extrusionOk="0" h="5442" w="3054">
                  <a:moveTo>
                    <a:pt x="2655" y="0"/>
                  </a:moveTo>
                  <a:lnTo>
                    <a:pt x="2124" y="133"/>
                  </a:lnTo>
                  <a:lnTo>
                    <a:pt x="1593" y="531"/>
                  </a:lnTo>
                  <a:lnTo>
                    <a:pt x="1195" y="929"/>
                  </a:lnTo>
                  <a:lnTo>
                    <a:pt x="797" y="1327"/>
                  </a:lnTo>
                  <a:lnTo>
                    <a:pt x="266" y="2389"/>
                  </a:lnTo>
                  <a:lnTo>
                    <a:pt x="1" y="3583"/>
                  </a:lnTo>
                  <a:lnTo>
                    <a:pt x="1" y="4114"/>
                  </a:lnTo>
                  <a:lnTo>
                    <a:pt x="1" y="4645"/>
                  </a:lnTo>
                  <a:lnTo>
                    <a:pt x="134" y="5176"/>
                  </a:lnTo>
                  <a:lnTo>
                    <a:pt x="266" y="5441"/>
                  </a:lnTo>
                  <a:lnTo>
                    <a:pt x="930" y="5308"/>
                  </a:lnTo>
                  <a:lnTo>
                    <a:pt x="1461" y="5043"/>
                  </a:lnTo>
                  <a:lnTo>
                    <a:pt x="1859" y="4645"/>
                  </a:lnTo>
                  <a:lnTo>
                    <a:pt x="2124" y="4114"/>
                  </a:lnTo>
                  <a:lnTo>
                    <a:pt x="2655" y="3185"/>
                  </a:lnTo>
                  <a:lnTo>
                    <a:pt x="2921" y="1991"/>
                  </a:lnTo>
                  <a:lnTo>
                    <a:pt x="3053" y="1460"/>
                  </a:lnTo>
                  <a:lnTo>
                    <a:pt x="2921" y="929"/>
                  </a:lnTo>
                  <a:lnTo>
                    <a:pt x="2788" y="398"/>
                  </a:lnTo>
                  <a:lnTo>
                    <a:pt x="265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8"/>
            <p:cNvSpPr/>
            <p:nvPr/>
          </p:nvSpPr>
          <p:spPr>
            <a:xfrm>
              <a:off x="6968318" y="1750582"/>
              <a:ext cx="365274" cy="88023"/>
            </a:xfrm>
            <a:custGeom>
              <a:rect b="b" l="l" r="r" t="t"/>
              <a:pathLst>
                <a:path extrusionOk="0" h="5309" w="22031">
                  <a:moveTo>
                    <a:pt x="19774" y="0"/>
                  </a:moveTo>
                  <a:lnTo>
                    <a:pt x="1195" y="2522"/>
                  </a:lnTo>
                  <a:lnTo>
                    <a:pt x="664" y="2654"/>
                  </a:lnTo>
                  <a:lnTo>
                    <a:pt x="266" y="3053"/>
                  </a:lnTo>
                  <a:lnTo>
                    <a:pt x="0" y="3583"/>
                  </a:lnTo>
                  <a:lnTo>
                    <a:pt x="0" y="4114"/>
                  </a:lnTo>
                  <a:lnTo>
                    <a:pt x="266" y="4645"/>
                  </a:lnTo>
                  <a:lnTo>
                    <a:pt x="664" y="5043"/>
                  </a:lnTo>
                  <a:lnTo>
                    <a:pt x="1195" y="5309"/>
                  </a:lnTo>
                  <a:lnTo>
                    <a:pt x="1725" y="5309"/>
                  </a:lnTo>
                  <a:lnTo>
                    <a:pt x="20438" y="3849"/>
                  </a:lnTo>
                  <a:lnTo>
                    <a:pt x="21101" y="3583"/>
                  </a:lnTo>
                  <a:lnTo>
                    <a:pt x="21632" y="3053"/>
                  </a:lnTo>
                  <a:lnTo>
                    <a:pt x="21897" y="2389"/>
                  </a:lnTo>
                  <a:lnTo>
                    <a:pt x="22030" y="1593"/>
                  </a:lnTo>
                  <a:lnTo>
                    <a:pt x="21765" y="929"/>
                  </a:lnTo>
                  <a:lnTo>
                    <a:pt x="21234" y="398"/>
                  </a:lnTo>
                  <a:lnTo>
                    <a:pt x="20570" y="133"/>
                  </a:lnTo>
                  <a:lnTo>
                    <a:pt x="1977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8"/>
            <p:cNvSpPr/>
            <p:nvPr/>
          </p:nvSpPr>
          <p:spPr>
            <a:xfrm>
              <a:off x="6968318" y="1750582"/>
              <a:ext cx="365274" cy="88023"/>
            </a:xfrm>
            <a:custGeom>
              <a:rect b="b" l="l" r="r" t="t"/>
              <a:pathLst>
                <a:path extrusionOk="0" fill="none" h="5309" w="22031">
                  <a:moveTo>
                    <a:pt x="1725" y="5309"/>
                  </a:moveTo>
                  <a:lnTo>
                    <a:pt x="20438" y="3849"/>
                  </a:lnTo>
                  <a:lnTo>
                    <a:pt x="20438" y="3849"/>
                  </a:lnTo>
                  <a:lnTo>
                    <a:pt x="21101" y="3583"/>
                  </a:lnTo>
                  <a:lnTo>
                    <a:pt x="21632" y="3053"/>
                  </a:lnTo>
                  <a:lnTo>
                    <a:pt x="21897" y="2389"/>
                  </a:lnTo>
                  <a:lnTo>
                    <a:pt x="22030" y="1593"/>
                  </a:lnTo>
                  <a:lnTo>
                    <a:pt x="22030" y="1593"/>
                  </a:lnTo>
                  <a:lnTo>
                    <a:pt x="21765" y="929"/>
                  </a:lnTo>
                  <a:lnTo>
                    <a:pt x="21234" y="398"/>
                  </a:lnTo>
                  <a:lnTo>
                    <a:pt x="20570" y="133"/>
                  </a:lnTo>
                  <a:lnTo>
                    <a:pt x="19774" y="0"/>
                  </a:lnTo>
                  <a:lnTo>
                    <a:pt x="19774" y="0"/>
                  </a:lnTo>
                  <a:lnTo>
                    <a:pt x="1195" y="2522"/>
                  </a:lnTo>
                  <a:lnTo>
                    <a:pt x="1195" y="2522"/>
                  </a:lnTo>
                  <a:lnTo>
                    <a:pt x="664" y="2654"/>
                  </a:lnTo>
                  <a:lnTo>
                    <a:pt x="266" y="3053"/>
                  </a:lnTo>
                  <a:lnTo>
                    <a:pt x="0" y="3583"/>
                  </a:lnTo>
                  <a:lnTo>
                    <a:pt x="0" y="4114"/>
                  </a:lnTo>
                  <a:lnTo>
                    <a:pt x="0" y="4114"/>
                  </a:lnTo>
                  <a:lnTo>
                    <a:pt x="266" y="4645"/>
                  </a:lnTo>
                  <a:lnTo>
                    <a:pt x="664" y="5043"/>
                  </a:lnTo>
                  <a:lnTo>
                    <a:pt x="1195" y="5309"/>
                  </a:lnTo>
                  <a:lnTo>
                    <a:pt x="1725" y="53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8"/>
            <p:cNvSpPr/>
            <p:nvPr/>
          </p:nvSpPr>
          <p:spPr>
            <a:xfrm>
              <a:off x="7043127" y="1750582"/>
              <a:ext cx="290465" cy="85818"/>
            </a:xfrm>
            <a:custGeom>
              <a:rect b="b" l="l" r="r" t="t"/>
              <a:pathLst>
                <a:path extrusionOk="0" h="5176" w="17519">
                  <a:moveTo>
                    <a:pt x="15262" y="0"/>
                  </a:moveTo>
                  <a:lnTo>
                    <a:pt x="133" y="1991"/>
                  </a:lnTo>
                  <a:lnTo>
                    <a:pt x="266" y="2256"/>
                  </a:lnTo>
                  <a:lnTo>
                    <a:pt x="266" y="2920"/>
                  </a:lnTo>
                  <a:lnTo>
                    <a:pt x="266" y="3583"/>
                  </a:lnTo>
                  <a:lnTo>
                    <a:pt x="0" y="5176"/>
                  </a:lnTo>
                  <a:lnTo>
                    <a:pt x="15926" y="3849"/>
                  </a:lnTo>
                  <a:lnTo>
                    <a:pt x="16589" y="3583"/>
                  </a:lnTo>
                  <a:lnTo>
                    <a:pt x="16987" y="3185"/>
                  </a:lnTo>
                  <a:lnTo>
                    <a:pt x="17385" y="2654"/>
                  </a:lnTo>
                  <a:lnTo>
                    <a:pt x="17518" y="1991"/>
                  </a:lnTo>
                  <a:lnTo>
                    <a:pt x="17518" y="1593"/>
                  </a:lnTo>
                  <a:lnTo>
                    <a:pt x="17253" y="929"/>
                  </a:lnTo>
                  <a:lnTo>
                    <a:pt x="16854" y="531"/>
                  </a:lnTo>
                  <a:lnTo>
                    <a:pt x="16191" y="133"/>
                  </a:lnTo>
                  <a:lnTo>
                    <a:pt x="15527" y="0"/>
                  </a:lnTo>
                  <a:close/>
                </a:path>
              </a:pathLst>
            </a:custGeom>
            <a:solidFill>
              <a:srgbClr val="F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8"/>
            <p:cNvSpPr/>
            <p:nvPr/>
          </p:nvSpPr>
          <p:spPr>
            <a:xfrm>
              <a:off x="7043127" y="1750582"/>
              <a:ext cx="290465" cy="85818"/>
            </a:xfrm>
            <a:custGeom>
              <a:rect b="b" l="l" r="r" t="t"/>
              <a:pathLst>
                <a:path extrusionOk="0" fill="none" h="5176" w="17519">
                  <a:moveTo>
                    <a:pt x="15527" y="0"/>
                  </a:moveTo>
                  <a:lnTo>
                    <a:pt x="15527" y="0"/>
                  </a:lnTo>
                  <a:lnTo>
                    <a:pt x="15262" y="0"/>
                  </a:lnTo>
                  <a:lnTo>
                    <a:pt x="15262" y="0"/>
                  </a:lnTo>
                  <a:lnTo>
                    <a:pt x="133" y="1991"/>
                  </a:lnTo>
                  <a:lnTo>
                    <a:pt x="133" y="1991"/>
                  </a:lnTo>
                  <a:lnTo>
                    <a:pt x="266" y="2256"/>
                  </a:lnTo>
                  <a:lnTo>
                    <a:pt x="266" y="2256"/>
                  </a:lnTo>
                  <a:lnTo>
                    <a:pt x="266" y="2920"/>
                  </a:lnTo>
                  <a:lnTo>
                    <a:pt x="266" y="3583"/>
                  </a:lnTo>
                  <a:lnTo>
                    <a:pt x="0" y="5176"/>
                  </a:lnTo>
                  <a:lnTo>
                    <a:pt x="15926" y="3849"/>
                  </a:lnTo>
                  <a:lnTo>
                    <a:pt x="15926" y="3849"/>
                  </a:lnTo>
                  <a:lnTo>
                    <a:pt x="16589" y="3583"/>
                  </a:lnTo>
                  <a:lnTo>
                    <a:pt x="16987" y="3185"/>
                  </a:lnTo>
                  <a:lnTo>
                    <a:pt x="17385" y="2654"/>
                  </a:lnTo>
                  <a:lnTo>
                    <a:pt x="17518" y="1991"/>
                  </a:lnTo>
                  <a:lnTo>
                    <a:pt x="17518" y="1991"/>
                  </a:lnTo>
                  <a:lnTo>
                    <a:pt x="17518" y="1593"/>
                  </a:lnTo>
                  <a:lnTo>
                    <a:pt x="17518" y="1593"/>
                  </a:lnTo>
                  <a:lnTo>
                    <a:pt x="17253" y="929"/>
                  </a:lnTo>
                  <a:lnTo>
                    <a:pt x="16854" y="531"/>
                  </a:lnTo>
                  <a:lnTo>
                    <a:pt x="16191" y="133"/>
                  </a:lnTo>
                  <a:lnTo>
                    <a:pt x="155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8"/>
            <p:cNvSpPr/>
            <p:nvPr/>
          </p:nvSpPr>
          <p:spPr>
            <a:xfrm>
              <a:off x="6880295" y="1719776"/>
              <a:ext cx="151840" cy="180440"/>
            </a:xfrm>
            <a:custGeom>
              <a:rect b="b" l="l" r="r" t="t"/>
              <a:pathLst>
                <a:path extrusionOk="0" h="10883" w="9158">
                  <a:moveTo>
                    <a:pt x="3584" y="0"/>
                  </a:moveTo>
                  <a:lnTo>
                    <a:pt x="2920" y="266"/>
                  </a:lnTo>
                  <a:lnTo>
                    <a:pt x="2389" y="664"/>
                  </a:lnTo>
                  <a:lnTo>
                    <a:pt x="1726" y="1195"/>
                  </a:lnTo>
                  <a:lnTo>
                    <a:pt x="1328" y="1991"/>
                  </a:lnTo>
                  <a:lnTo>
                    <a:pt x="797" y="2654"/>
                  </a:lnTo>
                  <a:lnTo>
                    <a:pt x="532" y="3451"/>
                  </a:lnTo>
                  <a:lnTo>
                    <a:pt x="266" y="4380"/>
                  </a:lnTo>
                  <a:lnTo>
                    <a:pt x="1" y="5176"/>
                  </a:lnTo>
                  <a:lnTo>
                    <a:pt x="1" y="6105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532" y="8228"/>
                  </a:lnTo>
                  <a:lnTo>
                    <a:pt x="930" y="8626"/>
                  </a:lnTo>
                  <a:lnTo>
                    <a:pt x="1461" y="8759"/>
                  </a:lnTo>
                  <a:lnTo>
                    <a:pt x="5442" y="10882"/>
                  </a:lnTo>
                  <a:lnTo>
                    <a:pt x="5575" y="10617"/>
                  </a:lnTo>
                  <a:lnTo>
                    <a:pt x="6238" y="10352"/>
                  </a:lnTo>
                  <a:lnTo>
                    <a:pt x="6902" y="9954"/>
                  </a:lnTo>
                  <a:lnTo>
                    <a:pt x="7432" y="9423"/>
                  </a:lnTo>
                  <a:lnTo>
                    <a:pt x="7963" y="8759"/>
                  </a:lnTo>
                  <a:lnTo>
                    <a:pt x="8361" y="7963"/>
                  </a:lnTo>
                  <a:lnTo>
                    <a:pt x="8760" y="7167"/>
                  </a:lnTo>
                  <a:lnTo>
                    <a:pt x="9025" y="6238"/>
                  </a:lnTo>
                  <a:lnTo>
                    <a:pt x="9158" y="5441"/>
                  </a:lnTo>
                  <a:lnTo>
                    <a:pt x="9158" y="4512"/>
                  </a:lnTo>
                  <a:lnTo>
                    <a:pt x="9158" y="3716"/>
                  </a:lnTo>
                  <a:lnTo>
                    <a:pt x="8892" y="3053"/>
                  </a:lnTo>
                  <a:lnTo>
                    <a:pt x="8627" y="2389"/>
                  </a:lnTo>
                  <a:lnTo>
                    <a:pt x="8627" y="2124"/>
                  </a:lnTo>
                  <a:lnTo>
                    <a:pt x="4646" y="133"/>
                  </a:lnTo>
                  <a:lnTo>
                    <a:pt x="411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8"/>
            <p:cNvSpPr/>
            <p:nvPr/>
          </p:nvSpPr>
          <p:spPr>
            <a:xfrm>
              <a:off x="6880295" y="1719776"/>
              <a:ext cx="151840" cy="180440"/>
            </a:xfrm>
            <a:custGeom>
              <a:rect b="b" l="l" r="r" t="t"/>
              <a:pathLst>
                <a:path extrusionOk="0" fill="none" h="10883" w="9158">
                  <a:moveTo>
                    <a:pt x="2389" y="664"/>
                  </a:moveTo>
                  <a:lnTo>
                    <a:pt x="2389" y="664"/>
                  </a:lnTo>
                  <a:lnTo>
                    <a:pt x="2920" y="266"/>
                  </a:lnTo>
                  <a:lnTo>
                    <a:pt x="3584" y="0"/>
                  </a:lnTo>
                  <a:lnTo>
                    <a:pt x="4115" y="0"/>
                  </a:lnTo>
                  <a:lnTo>
                    <a:pt x="4646" y="133"/>
                  </a:lnTo>
                  <a:lnTo>
                    <a:pt x="4646" y="133"/>
                  </a:lnTo>
                  <a:lnTo>
                    <a:pt x="8627" y="2124"/>
                  </a:lnTo>
                  <a:lnTo>
                    <a:pt x="8627" y="2389"/>
                  </a:lnTo>
                  <a:lnTo>
                    <a:pt x="8627" y="2389"/>
                  </a:lnTo>
                  <a:lnTo>
                    <a:pt x="8892" y="3053"/>
                  </a:lnTo>
                  <a:lnTo>
                    <a:pt x="9158" y="3716"/>
                  </a:lnTo>
                  <a:lnTo>
                    <a:pt x="9158" y="3716"/>
                  </a:lnTo>
                  <a:lnTo>
                    <a:pt x="9158" y="4512"/>
                  </a:lnTo>
                  <a:lnTo>
                    <a:pt x="9158" y="5441"/>
                  </a:lnTo>
                  <a:lnTo>
                    <a:pt x="9025" y="6238"/>
                  </a:lnTo>
                  <a:lnTo>
                    <a:pt x="8760" y="7167"/>
                  </a:lnTo>
                  <a:lnTo>
                    <a:pt x="8361" y="7963"/>
                  </a:lnTo>
                  <a:lnTo>
                    <a:pt x="7963" y="8759"/>
                  </a:lnTo>
                  <a:lnTo>
                    <a:pt x="7432" y="9423"/>
                  </a:lnTo>
                  <a:lnTo>
                    <a:pt x="6902" y="9954"/>
                  </a:lnTo>
                  <a:lnTo>
                    <a:pt x="6902" y="9954"/>
                  </a:lnTo>
                  <a:lnTo>
                    <a:pt x="6238" y="10352"/>
                  </a:lnTo>
                  <a:lnTo>
                    <a:pt x="5575" y="10617"/>
                  </a:lnTo>
                  <a:lnTo>
                    <a:pt x="5442" y="10882"/>
                  </a:lnTo>
                  <a:lnTo>
                    <a:pt x="1461" y="8759"/>
                  </a:lnTo>
                  <a:lnTo>
                    <a:pt x="1461" y="8759"/>
                  </a:lnTo>
                  <a:lnTo>
                    <a:pt x="1461" y="8759"/>
                  </a:lnTo>
                  <a:lnTo>
                    <a:pt x="930" y="8626"/>
                  </a:lnTo>
                  <a:lnTo>
                    <a:pt x="532" y="8228"/>
                  </a:lnTo>
                  <a:lnTo>
                    <a:pt x="266" y="7565"/>
                  </a:lnTo>
                  <a:lnTo>
                    <a:pt x="133" y="6901"/>
                  </a:lnTo>
                  <a:lnTo>
                    <a:pt x="133" y="6901"/>
                  </a:lnTo>
                  <a:lnTo>
                    <a:pt x="1" y="6105"/>
                  </a:lnTo>
                  <a:lnTo>
                    <a:pt x="1" y="5176"/>
                  </a:lnTo>
                  <a:lnTo>
                    <a:pt x="266" y="4380"/>
                  </a:lnTo>
                  <a:lnTo>
                    <a:pt x="532" y="3451"/>
                  </a:lnTo>
                  <a:lnTo>
                    <a:pt x="797" y="2654"/>
                  </a:lnTo>
                  <a:lnTo>
                    <a:pt x="1328" y="1991"/>
                  </a:lnTo>
                  <a:lnTo>
                    <a:pt x="1726" y="1195"/>
                  </a:lnTo>
                  <a:lnTo>
                    <a:pt x="2389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8"/>
            <p:cNvSpPr/>
            <p:nvPr/>
          </p:nvSpPr>
          <p:spPr>
            <a:xfrm>
              <a:off x="6880295" y="1719776"/>
              <a:ext cx="143036" cy="178235"/>
            </a:xfrm>
            <a:custGeom>
              <a:rect b="b" l="l" r="r" t="t"/>
              <a:pathLst>
                <a:path extrusionOk="0" h="10750" w="8627">
                  <a:moveTo>
                    <a:pt x="3584" y="0"/>
                  </a:moveTo>
                  <a:lnTo>
                    <a:pt x="3186" y="133"/>
                  </a:lnTo>
                  <a:lnTo>
                    <a:pt x="2389" y="664"/>
                  </a:lnTo>
                  <a:lnTo>
                    <a:pt x="1859" y="1195"/>
                  </a:lnTo>
                  <a:lnTo>
                    <a:pt x="1461" y="1725"/>
                  </a:lnTo>
                  <a:lnTo>
                    <a:pt x="664" y="3053"/>
                  </a:lnTo>
                  <a:lnTo>
                    <a:pt x="133" y="4512"/>
                  </a:lnTo>
                  <a:lnTo>
                    <a:pt x="1" y="5309"/>
                  </a:lnTo>
                  <a:lnTo>
                    <a:pt x="1" y="5972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532" y="8228"/>
                  </a:lnTo>
                  <a:lnTo>
                    <a:pt x="930" y="8626"/>
                  </a:lnTo>
                  <a:lnTo>
                    <a:pt x="1461" y="8759"/>
                  </a:lnTo>
                  <a:lnTo>
                    <a:pt x="5176" y="10750"/>
                  </a:lnTo>
                  <a:lnTo>
                    <a:pt x="4778" y="10484"/>
                  </a:lnTo>
                  <a:lnTo>
                    <a:pt x="4513" y="10086"/>
                  </a:lnTo>
                  <a:lnTo>
                    <a:pt x="4380" y="9555"/>
                  </a:lnTo>
                  <a:lnTo>
                    <a:pt x="4247" y="9025"/>
                  </a:lnTo>
                  <a:lnTo>
                    <a:pt x="4115" y="8096"/>
                  </a:lnTo>
                  <a:lnTo>
                    <a:pt x="4115" y="7299"/>
                  </a:lnTo>
                  <a:lnTo>
                    <a:pt x="4380" y="6503"/>
                  </a:lnTo>
                  <a:lnTo>
                    <a:pt x="4646" y="5574"/>
                  </a:lnTo>
                  <a:lnTo>
                    <a:pt x="4911" y="4778"/>
                  </a:lnTo>
                  <a:lnTo>
                    <a:pt x="5309" y="3982"/>
                  </a:lnTo>
                  <a:lnTo>
                    <a:pt x="5840" y="3318"/>
                  </a:lnTo>
                  <a:lnTo>
                    <a:pt x="6504" y="2787"/>
                  </a:lnTo>
                  <a:lnTo>
                    <a:pt x="7300" y="2256"/>
                  </a:lnTo>
                  <a:lnTo>
                    <a:pt x="7698" y="2124"/>
                  </a:lnTo>
                  <a:lnTo>
                    <a:pt x="8627" y="2124"/>
                  </a:lnTo>
                  <a:lnTo>
                    <a:pt x="4646" y="133"/>
                  </a:lnTo>
                  <a:lnTo>
                    <a:pt x="3982" y="0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8"/>
            <p:cNvSpPr/>
            <p:nvPr/>
          </p:nvSpPr>
          <p:spPr>
            <a:xfrm>
              <a:off x="6880295" y="1719776"/>
              <a:ext cx="143036" cy="178235"/>
            </a:xfrm>
            <a:custGeom>
              <a:rect b="b" l="l" r="r" t="t"/>
              <a:pathLst>
                <a:path extrusionOk="0" fill="none" h="10750" w="8627">
                  <a:moveTo>
                    <a:pt x="3982" y="0"/>
                  </a:moveTo>
                  <a:lnTo>
                    <a:pt x="3982" y="0"/>
                  </a:lnTo>
                  <a:lnTo>
                    <a:pt x="3584" y="0"/>
                  </a:lnTo>
                  <a:lnTo>
                    <a:pt x="3186" y="133"/>
                  </a:lnTo>
                  <a:lnTo>
                    <a:pt x="2389" y="664"/>
                  </a:lnTo>
                  <a:lnTo>
                    <a:pt x="2389" y="664"/>
                  </a:lnTo>
                  <a:lnTo>
                    <a:pt x="1859" y="1195"/>
                  </a:lnTo>
                  <a:lnTo>
                    <a:pt x="1461" y="1725"/>
                  </a:lnTo>
                  <a:lnTo>
                    <a:pt x="664" y="3053"/>
                  </a:lnTo>
                  <a:lnTo>
                    <a:pt x="133" y="4512"/>
                  </a:lnTo>
                  <a:lnTo>
                    <a:pt x="1" y="5309"/>
                  </a:lnTo>
                  <a:lnTo>
                    <a:pt x="1" y="5972"/>
                  </a:lnTo>
                  <a:lnTo>
                    <a:pt x="1" y="5972"/>
                  </a:lnTo>
                  <a:lnTo>
                    <a:pt x="133" y="6901"/>
                  </a:lnTo>
                  <a:lnTo>
                    <a:pt x="133" y="6901"/>
                  </a:lnTo>
                  <a:lnTo>
                    <a:pt x="266" y="7565"/>
                  </a:lnTo>
                  <a:lnTo>
                    <a:pt x="532" y="8228"/>
                  </a:lnTo>
                  <a:lnTo>
                    <a:pt x="930" y="8626"/>
                  </a:lnTo>
                  <a:lnTo>
                    <a:pt x="1461" y="8759"/>
                  </a:lnTo>
                  <a:lnTo>
                    <a:pt x="1461" y="8759"/>
                  </a:lnTo>
                  <a:lnTo>
                    <a:pt x="1461" y="8759"/>
                  </a:lnTo>
                  <a:lnTo>
                    <a:pt x="1461" y="8759"/>
                  </a:lnTo>
                  <a:lnTo>
                    <a:pt x="5176" y="10750"/>
                  </a:lnTo>
                  <a:lnTo>
                    <a:pt x="5176" y="10750"/>
                  </a:lnTo>
                  <a:lnTo>
                    <a:pt x="4778" y="10484"/>
                  </a:lnTo>
                  <a:lnTo>
                    <a:pt x="4513" y="10086"/>
                  </a:lnTo>
                  <a:lnTo>
                    <a:pt x="4380" y="9555"/>
                  </a:lnTo>
                  <a:lnTo>
                    <a:pt x="4247" y="9025"/>
                  </a:lnTo>
                  <a:lnTo>
                    <a:pt x="4247" y="9025"/>
                  </a:lnTo>
                  <a:lnTo>
                    <a:pt x="4115" y="8096"/>
                  </a:lnTo>
                  <a:lnTo>
                    <a:pt x="4115" y="7299"/>
                  </a:lnTo>
                  <a:lnTo>
                    <a:pt x="4380" y="6503"/>
                  </a:lnTo>
                  <a:lnTo>
                    <a:pt x="4646" y="5574"/>
                  </a:lnTo>
                  <a:lnTo>
                    <a:pt x="4911" y="4778"/>
                  </a:lnTo>
                  <a:lnTo>
                    <a:pt x="5309" y="3982"/>
                  </a:lnTo>
                  <a:lnTo>
                    <a:pt x="5840" y="3318"/>
                  </a:lnTo>
                  <a:lnTo>
                    <a:pt x="6504" y="2787"/>
                  </a:lnTo>
                  <a:lnTo>
                    <a:pt x="6504" y="2787"/>
                  </a:lnTo>
                  <a:lnTo>
                    <a:pt x="7300" y="2256"/>
                  </a:lnTo>
                  <a:lnTo>
                    <a:pt x="7698" y="2124"/>
                  </a:lnTo>
                  <a:lnTo>
                    <a:pt x="8096" y="2124"/>
                  </a:lnTo>
                  <a:lnTo>
                    <a:pt x="8096" y="2124"/>
                  </a:lnTo>
                  <a:lnTo>
                    <a:pt x="8627" y="2124"/>
                  </a:lnTo>
                  <a:lnTo>
                    <a:pt x="8627" y="2124"/>
                  </a:lnTo>
                  <a:lnTo>
                    <a:pt x="4646" y="133"/>
                  </a:lnTo>
                  <a:lnTo>
                    <a:pt x="4646" y="133"/>
                  </a:lnTo>
                  <a:lnTo>
                    <a:pt x="4646" y="133"/>
                  </a:lnTo>
                  <a:lnTo>
                    <a:pt x="398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8"/>
            <p:cNvSpPr/>
            <p:nvPr/>
          </p:nvSpPr>
          <p:spPr>
            <a:xfrm>
              <a:off x="6948505" y="1754975"/>
              <a:ext cx="99032" cy="147446"/>
            </a:xfrm>
            <a:custGeom>
              <a:rect b="b" l="l" r="r" t="t"/>
              <a:pathLst>
                <a:path extrusionOk="0" h="8893" w="5973">
                  <a:moveTo>
                    <a:pt x="3584" y="1"/>
                  </a:moveTo>
                  <a:lnTo>
                    <a:pt x="2920" y="266"/>
                  </a:lnTo>
                  <a:lnTo>
                    <a:pt x="2390" y="664"/>
                  </a:lnTo>
                  <a:lnTo>
                    <a:pt x="1726" y="1195"/>
                  </a:lnTo>
                  <a:lnTo>
                    <a:pt x="1195" y="1859"/>
                  </a:lnTo>
                  <a:lnTo>
                    <a:pt x="797" y="2655"/>
                  </a:lnTo>
                  <a:lnTo>
                    <a:pt x="532" y="3451"/>
                  </a:lnTo>
                  <a:lnTo>
                    <a:pt x="266" y="4380"/>
                  </a:lnTo>
                  <a:lnTo>
                    <a:pt x="1" y="5176"/>
                  </a:lnTo>
                  <a:lnTo>
                    <a:pt x="1" y="5973"/>
                  </a:lnTo>
                  <a:lnTo>
                    <a:pt x="133" y="6902"/>
                  </a:lnTo>
                  <a:lnTo>
                    <a:pt x="266" y="7565"/>
                  </a:lnTo>
                  <a:lnTo>
                    <a:pt x="532" y="8096"/>
                  </a:lnTo>
                  <a:lnTo>
                    <a:pt x="930" y="8494"/>
                  </a:lnTo>
                  <a:lnTo>
                    <a:pt x="1328" y="8759"/>
                  </a:lnTo>
                  <a:lnTo>
                    <a:pt x="1859" y="8892"/>
                  </a:lnTo>
                  <a:lnTo>
                    <a:pt x="2390" y="8759"/>
                  </a:lnTo>
                  <a:lnTo>
                    <a:pt x="3053" y="8627"/>
                  </a:lnTo>
                  <a:lnTo>
                    <a:pt x="3584" y="8096"/>
                  </a:lnTo>
                  <a:lnTo>
                    <a:pt x="4247" y="7565"/>
                  </a:lnTo>
                  <a:lnTo>
                    <a:pt x="4778" y="6902"/>
                  </a:lnTo>
                  <a:lnTo>
                    <a:pt x="5176" y="6105"/>
                  </a:lnTo>
                  <a:lnTo>
                    <a:pt x="5575" y="5309"/>
                  </a:lnTo>
                  <a:lnTo>
                    <a:pt x="5840" y="4513"/>
                  </a:lnTo>
                  <a:lnTo>
                    <a:pt x="5973" y="3584"/>
                  </a:lnTo>
                  <a:lnTo>
                    <a:pt x="5973" y="2788"/>
                  </a:lnTo>
                  <a:lnTo>
                    <a:pt x="5973" y="1991"/>
                  </a:lnTo>
                  <a:lnTo>
                    <a:pt x="5707" y="1328"/>
                  </a:lnTo>
                  <a:lnTo>
                    <a:pt x="5442" y="664"/>
                  </a:lnTo>
                  <a:lnTo>
                    <a:pt x="5044" y="266"/>
                  </a:lnTo>
                  <a:lnTo>
                    <a:pt x="4646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8"/>
            <p:cNvSpPr/>
            <p:nvPr/>
          </p:nvSpPr>
          <p:spPr>
            <a:xfrm>
              <a:off x="6948505" y="1754975"/>
              <a:ext cx="99032" cy="147446"/>
            </a:xfrm>
            <a:custGeom>
              <a:rect b="b" l="l" r="r" t="t"/>
              <a:pathLst>
                <a:path extrusionOk="0" fill="none" h="8893" w="5973">
                  <a:moveTo>
                    <a:pt x="2390" y="664"/>
                  </a:moveTo>
                  <a:lnTo>
                    <a:pt x="2390" y="664"/>
                  </a:lnTo>
                  <a:lnTo>
                    <a:pt x="1726" y="1195"/>
                  </a:lnTo>
                  <a:lnTo>
                    <a:pt x="1195" y="1859"/>
                  </a:lnTo>
                  <a:lnTo>
                    <a:pt x="797" y="2655"/>
                  </a:lnTo>
                  <a:lnTo>
                    <a:pt x="532" y="3451"/>
                  </a:lnTo>
                  <a:lnTo>
                    <a:pt x="266" y="4380"/>
                  </a:lnTo>
                  <a:lnTo>
                    <a:pt x="1" y="5176"/>
                  </a:lnTo>
                  <a:lnTo>
                    <a:pt x="1" y="5973"/>
                  </a:lnTo>
                  <a:lnTo>
                    <a:pt x="133" y="6902"/>
                  </a:lnTo>
                  <a:lnTo>
                    <a:pt x="133" y="6902"/>
                  </a:lnTo>
                  <a:lnTo>
                    <a:pt x="266" y="7565"/>
                  </a:lnTo>
                  <a:lnTo>
                    <a:pt x="532" y="8096"/>
                  </a:lnTo>
                  <a:lnTo>
                    <a:pt x="930" y="8494"/>
                  </a:lnTo>
                  <a:lnTo>
                    <a:pt x="1328" y="8759"/>
                  </a:lnTo>
                  <a:lnTo>
                    <a:pt x="1859" y="8892"/>
                  </a:lnTo>
                  <a:lnTo>
                    <a:pt x="2390" y="8759"/>
                  </a:lnTo>
                  <a:lnTo>
                    <a:pt x="3053" y="8627"/>
                  </a:lnTo>
                  <a:lnTo>
                    <a:pt x="3584" y="8096"/>
                  </a:lnTo>
                  <a:lnTo>
                    <a:pt x="3584" y="8096"/>
                  </a:lnTo>
                  <a:lnTo>
                    <a:pt x="4247" y="7565"/>
                  </a:lnTo>
                  <a:lnTo>
                    <a:pt x="4778" y="6902"/>
                  </a:lnTo>
                  <a:lnTo>
                    <a:pt x="5176" y="6105"/>
                  </a:lnTo>
                  <a:lnTo>
                    <a:pt x="5575" y="5309"/>
                  </a:lnTo>
                  <a:lnTo>
                    <a:pt x="5840" y="4513"/>
                  </a:lnTo>
                  <a:lnTo>
                    <a:pt x="5973" y="3584"/>
                  </a:lnTo>
                  <a:lnTo>
                    <a:pt x="5973" y="2788"/>
                  </a:lnTo>
                  <a:lnTo>
                    <a:pt x="5973" y="1991"/>
                  </a:lnTo>
                  <a:lnTo>
                    <a:pt x="5973" y="1991"/>
                  </a:lnTo>
                  <a:lnTo>
                    <a:pt x="5707" y="1328"/>
                  </a:lnTo>
                  <a:lnTo>
                    <a:pt x="5442" y="664"/>
                  </a:lnTo>
                  <a:lnTo>
                    <a:pt x="5044" y="266"/>
                  </a:lnTo>
                  <a:lnTo>
                    <a:pt x="4646" y="1"/>
                  </a:lnTo>
                  <a:lnTo>
                    <a:pt x="4115" y="1"/>
                  </a:lnTo>
                  <a:lnTo>
                    <a:pt x="3584" y="1"/>
                  </a:lnTo>
                  <a:lnTo>
                    <a:pt x="2920" y="266"/>
                  </a:lnTo>
                  <a:lnTo>
                    <a:pt x="2390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8"/>
            <p:cNvSpPr/>
            <p:nvPr/>
          </p:nvSpPr>
          <p:spPr>
            <a:xfrm>
              <a:off x="6974917" y="1792380"/>
              <a:ext cx="46225" cy="70432"/>
            </a:xfrm>
            <a:custGeom>
              <a:rect b="b" l="l" r="r" t="t"/>
              <a:pathLst>
                <a:path extrusionOk="0" h="4248" w="2788">
                  <a:moveTo>
                    <a:pt x="1858" y="1"/>
                  </a:moveTo>
                  <a:lnTo>
                    <a:pt x="1460" y="133"/>
                  </a:lnTo>
                  <a:lnTo>
                    <a:pt x="1062" y="399"/>
                  </a:lnTo>
                  <a:lnTo>
                    <a:pt x="531" y="930"/>
                  </a:lnTo>
                  <a:lnTo>
                    <a:pt x="133" y="1726"/>
                  </a:lnTo>
                  <a:lnTo>
                    <a:pt x="0" y="2522"/>
                  </a:lnTo>
                  <a:lnTo>
                    <a:pt x="0" y="3318"/>
                  </a:lnTo>
                  <a:lnTo>
                    <a:pt x="266" y="3982"/>
                  </a:lnTo>
                  <a:lnTo>
                    <a:pt x="531" y="4247"/>
                  </a:lnTo>
                  <a:lnTo>
                    <a:pt x="1327" y="4247"/>
                  </a:lnTo>
                  <a:lnTo>
                    <a:pt x="1725" y="3982"/>
                  </a:lnTo>
                  <a:lnTo>
                    <a:pt x="2256" y="3318"/>
                  </a:lnTo>
                  <a:lnTo>
                    <a:pt x="2654" y="2655"/>
                  </a:lnTo>
                  <a:lnTo>
                    <a:pt x="2787" y="1726"/>
                  </a:lnTo>
                  <a:lnTo>
                    <a:pt x="2787" y="930"/>
                  </a:lnTo>
                  <a:lnTo>
                    <a:pt x="2654" y="532"/>
                  </a:lnTo>
                  <a:lnTo>
                    <a:pt x="2522" y="266"/>
                  </a:lnTo>
                  <a:lnTo>
                    <a:pt x="2256" y="133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8"/>
            <p:cNvSpPr/>
            <p:nvPr/>
          </p:nvSpPr>
          <p:spPr>
            <a:xfrm>
              <a:off x="6974917" y="1792380"/>
              <a:ext cx="46225" cy="70432"/>
            </a:xfrm>
            <a:custGeom>
              <a:rect b="b" l="l" r="r" t="t"/>
              <a:pathLst>
                <a:path extrusionOk="0" fill="none" h="4248" w="2788">
                  <a:moveTo>
                    <a:pt x="0" y="3318"/>
                  </a:moveTo>
                  <a:lnTo>
                    <a:pt x="0" y="3318"/>
                  </a:lnTo>
                  <a:lnTo>
                    <a:pt x="266" y="3982"/>
                  </a:lnTo>
                  <a:lnTo>
                    <a:pt x="266" y="3982"/>
                  </a:lnTo>
                  <a:lnTo>
                    <a:pt x="531" y="4247"/>
                  </a:lnTo>
                  <a:lnTo>
                    <a:pt x="929" y="4247"/>
                  </a:lnTo>
                  <a:lnTo>
                    <a:pt x="1327" y="4247"/>
                  </a:lnTo>
                  <a:lnTo>
                    <a:pt x="1725" y="3982"/>
                  </a:lnTo>
                  <a:lnTo>
                    <a:pt x="1725" y="3982"/>
                  </a:lnTo>
                  <a:lnTo>
                    <a:pt x="2256" y="3318"/>
                  </a:lnTo>
                  <a:lnTo>
                    <a:pt x="2654" y="2655"/>
                  </a:lnTo>
                  <a:lnTo>
                    <a:pt x="2787" y="1726"/>
                  </a:lnTo>
                  <a:lnTo>
                    <a:pt x="2787" y="930"/>
                  </a:lnTo>
                  <a:lnTo>
                    <a:pt x="2787" y="930"/>
                  </a:lnTo>
                  <a:lnTo>
                    <a:pt x="2654" y="532"/>
                  </a:lnTo>
                  <a:lnTo>
                    <a:pt x="2522" y="266"/>
                  </a:lnTo>
                  <a:lnTo>
                    <a:pt x="2256" y="133"/>
                  </a:lnTo>
                  <a:lnTo>
                    <a:pt x="1858" y="1"/>
                  </a:lnTo>
                  <a:lnTo>
                    <a:pt x="1858" y="1"/>
                  </a:lnTo>
                  <a:lnTo>
                    <a:pt x="1460" y="133"/>
                  </a:lnTo>
                  <a:lnTo>
                    <a:pt x="1062" y="399"/>
                  </a:lnTo>
                  <a:lnTo>
                    <a:pt x="1062" y="399"/>
                  </a:lnTo>
                  <a:lnTo>
                    <a:pt x="531" y="930"/>
                  </a:lnTo>
                  <a:lnTo>
                    <a:pt x="133" y="1726"/>
                  </a:lnTo>
                  <a:lnTo>
                    <a:pt x="0" y="2522"/>
                  </a:lnTo>
                  <a:lnTo>
                    <a:pt x="0" y="33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8"/>
            <p:cNvSpPr/>
            <p:nvPr/>
          </p:nvSpPr>
          <p:spPr>
            <a:xfrm>
              <a:off x="6974917" y="1792380"/>
              <a:ext cx="46225" cy="70432"/>
            </a:xfrm>
            <a:custGeom>
              <a:rect b="b" l="l" r="r" t="t"/>
              <a:pathLst>
                <a:path extrusionOk="0" h="4248" w="2788">
                  <a:moveTo>
                    <a:pt x="1858" y="1"/>
                  </a:moveTo>
                  <a:lnTo>
                    <a:pt x="1460" y="133"/>
                  </a:lnTo>
                  <a:lnTo>
                    <a:pt x="1062" y="399"/>
                  </a:lnTo>
                  <a:lnTo>
                    <a:pt x="664" y="797"/>
                  </a:lnTo>
                  <a:lnTo>
                    <a:pt x="266" y="1460"/>
                  </a:lnTo>
                  <a:lnTo>
                    <a:pt x="0" y="2124"/>
                  </a:lnTo>
                  <a:lnTo>
                    <a:pt x="0" y="2920"/>
                  </a:lnTo>
                  <a:lnTo>
                    <a:pt x="0" y="3318"/>
                  </a:lnTo>
                  <a:lnTo>
                    <a:pt x="266" y="3982"/>
                  </a:lnTo>
                  <a:lnTo>
                    <a:pt x="531" y="4247"/>
                  </a:lnTo>
                  <a:lnTo>
                    <a:pt x="1327" y="4247"/>
                  </a:lnTo>
                  <a:lnTo>
                    <a:pt x="1725" y="3982"/>
                  </a:lnTo>
                  <a:lnTo>
                    <a:pt x="2124" y="3451"/>
                  </a:lnTo>
                  <a:lnTo>
                    <a:pt x="2522" y="2788"/>
                  </a:lnTo>
                  <a:lnTo>
                    <a:pt x="2787" y="2124"/>
                  </a:lnTo>
                  <a:lnTo>
                    <a:pt x="2787" y="1460"/>
                  </a:lnTo>
                  <a:lnTo>
                    <a:pt x="2787" y="930"/>
                  </a:lnTo>
                  <a:lnTo>
                    <a:pt x="2654" y="532"/>
                  </a:lnTo>
                  <a:lnTo>
                    <a:pt x="2522" y="266"/>
                  </a:lnTo>
                  <a:lnTo>
                    <a:pt x="2256" y="133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8"/>
            <p:cNvSpPr/>
            <p:nvPr/>
          </p:nvSpPr>
          <p:spPr>
            <a:xfrm>
              <a:off x="6974917" y="1792380"/>
              <a:ext cx="46225" cy="70432"/>
            </a:xfrm>
            <a:custGeom>
              <a:rect b="b" l="l" r="r" t="t"/>
              <a:pathLst>
                <a:path extrusionOk="0" fill="none" h="4248" w="2788">
                  <a:moveTo>
                    <a:pt x="1858" y="1"/>
                  </a:moveTo>
                  <a:lnTo>
                    <a:pt x="1858" y="1"/>
                  </a:lnTo>
                  <a:lnTo>
                    <a:pt x="1858" y="1"/>
                  </a:lnTo>
                  <a:lnTo>
                    <a:pt x="1858" y="1"/>
                  </a:lnTo>
                  <a:lnTo>
                    <a:pt x="1460" y="133"/>
                  </a:lnTo>
                  <a:lnTo>
                    <a:pt x="1062" y="399"/>
                  </a:lnTo>
                  <a:lnTo>
                    <a:pt x="1062" y="399"/>
                  </a:lnTo>
                  <a:lnTo>
                    <a:pt x="664" y="797"/>
                  </a:lnTo>
                  <a:lnTo>
                    <a:pt x="266" y="1460"/>
                  </a:lnTo>
                  <a:lnTo>
                    <a:pt x="0" y="2124"/>
                  </a:lnTo>
                  <a:lnTo>
                    <a:pt x="0" y="2920"/>
                  </a:lnTo>
                  <a:lnTo>
                    <a:pt x="0" y="2920"/>
                  </a:lnTo>
                  <a:lnTo>
                    <a:pt x="0" y="3318"/>
                  </a:lnTo>
                  <a:lnTo>
                    <a:pt x="0" y="3318"/>
                  </a:lnTo>
                  <a:lnTo>
                    <a:pt x="266" y="3982"/>
                  </a:lnTo>
                  <a:lnTo>
                    <a:pt x="266" y="3982"/>
                  </a:lnTo>
                  <a:lnTo>
                    <a:pt x="531" y="4247"/>
                  </a:lnTo>
                  <a:lnTo>
                    <a:pt x="929" y="4247"/>
                  </a:lnTo>
                  <a:lnTo>
                    <a:pt x="929" y="4247"/>
                  </a:lnTo>
                  <a:lnTo>
                    <a:pt x="1327" y="4247"/>
                  </a:lnTo>
                  <a:lnTo>
                    <a:pt x="1725" y="3982"/>
                  </a:lnTo>
                  <a:lnTo>
                    <a:pt x="1725" y="3982"/>
                  </a:lnTo>
                  <a:lnTo>
                    <a:pt x="2124" y="3451"/>
                  </a:lnTo>
                  <a:lnTo>
                    <a:pt x="2522" y="2788"/>
                  </a:lnTo>
                  <a:lnTo>
                    <a:pt x="2787" y="2124"/>
                  </a:lnTo>
                  <a:lnTo>
                    <a:pt x="2787" y="1460"/>
                  </a:lnTo>
                  <a:lnTo>
                    <a:pt x="2787" y="1460"/>
                  </a:lnTo>
                  <a:lnTo>
                    <a:pt x="2787" y="930"/>
                  </a:lnTo>
                  <a:lnTo>
                    <a:pt x="2787" y="930"/>
                  </a:lnTo>
                  <a:lnTo>
                    <a:pt x="2654" y="532"/>
                  </a:lnTo>
                  <a:lnTo>
                    <a:pt x="2522" y="266"/>
                  </a:lnTo>
                  <a:lnTo>
                    <a:pt x="2256" y="133"/>
                  </a:lnTo>
                  <a:lnTo>
                    <a:pt x="18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8"/>
            <p:cNvSpPr/>
            <p:nvPr/>
          </p:nvSpPr>
          <p:spPr>
            <a:xfrm>
              <a:off x="6974917" y="1792380"/>
              <a:ext cx="35216" cy="66022"/>
            </a:xfrm>
            <a:custGeom>
              <a:rect b="b" l="l" r="r" t="t"/>
              <a:pathLst>
                <a:path extrusionOk="0" h="3982" w="2124">
                  <a:moveTo>
                    <a:pt x="1858" y="1"/>
                  </a:moveTo>
                  <a:lnTo>
                    <a:pt x="1460" y="133"/>
                  </a:lnTo>
                  <a:lnTo>
                    <a:pt x="1062" y="399"/>
                  </a:lnTo>
                  <a:lnTo>
                    <a:pt x="531" y="930"/>
                  </a:lnTo>
                  <a:lnTo>
                    <a:pt x="133" y="1726"/>
                  </a:lnTo>
                  <a:lnTo>
                    <a:pt x="0" y="2522"/>
                  </a:lnTo>
                  <a:lnTo>
                    <a:pt x="0" y="3318"/>
                  </a:lnTo>
                  <a:lnTo>
                    <a:pt x="266" y="3982"/>
                  </a:lnTo>
                  <a:lnTo>
                    <a:pt x="664" y="3849"/>
                  </a:lnTo>
                  <a:lnTo>
                    <a:pt x="1062" y="3584"/>
                  </a:lnTo>
                  <a:lnTo>
                    <a:pt x="1593" y="2920"/>
                  </a:lnTo>
                  <a:lnTo>
                    <a:pt x="1858" y="2257"/>
                  </a:lnTo>
                  <a:lnTo>
                    <a:pt x="2124" y="1460"/>
                  </a:lnTo>
                  <a:lnTo>
                    <a:pt x="2124" y="664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8"/>
            <p:cNvSpPr/>
            <p:nvPr/>
          </p:nvSpPr>
          <p:spPr>
            <a:xfrm>
              <a:off x="6739481" y="1803389"/>
              <a:ext cx="198048" cy="37421"/>
            </a:xfrm>
            <a:custGeom>
              <a:rect b="b" l="l" r="r" t="t"/>
              <a:pathLst>
                <a:path extrusionOk="0" h="2257" w="11945">
                  <a:moveTo>
                    <a:pt x="9954" y="0"/>
                  </a:moveTo>
                  <a:lnTo>
                    <a:pt x="0" y="1062"/>
                  </a:lnTo>
                  <a:lnTo>
                    <a:pt x="1991" y="2256"/>
                  </a:lnTo>
                  <a:lnTo>
                    <a:pt x="11944" y="1062"/>
                  </a:lnTo>
                  <a:lnTo>
                    <a:pt x="995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8"/>
            <p:cNvSpPr/>
            <p:nvPr/>
          </p:nvSpPr>
          <p:spPr>
            <a:xfrm>
              <a:off x="6706470" y="1820980"/>
              <a:ext cx="66022" cy="154045"/>
            </a:xfrm>
            <a:custGeom>
              <a:rect b="b" l="l" r="r" t="t"/>
              <a:pathLst>
                <a:path extrusionOk="0" h="9291" w="3982">
                  <a:moveTo>
                    <a:pt x="1991" y="1"/>
                  </a:moveTo>
                  <a:lnTo>
                    <a:pt x="1" y="8096"/>
                  </a:lnTo>
                  <a:lnTo>
                    <a:pt x="1991" y="9291"/>
                  </a:lnTo>
                  <a:lnTo>
                    <a:pt x="3982" y="1195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8"/>
            <p:cNvSpPr/>
            <p:nvPr/>
          </p:nvSpPr>
          <p:spPr>
            <a:xfrm>
              <a:off x="6739481" y="1820980"/>
              <a:ext cx="198048" cy="154045"/>
            </a:xfrm>
            <a:custGeom>
              <a:rect b="b" l="l" r="r" t="t"/>
              <a:pathLst>
                <a:path extrusionOk="0" h="9291" w="11945">
                  <a:moveTo>
                    <a:pt x="11944" y="1"/>
                  </a:moveTo>
                  <a:lnTo>
                    <a:pt x="1991" y="1195"/>
                  </a:lnTo>
                  <a:lnTo>
                    <a:pt x="0" y="9291"/>
                  </a:lnTo>
                  <a:lnTo>
                    <a:pt x="1327" y="9291"/>
                  </a:lnTo>
                  <a:lnTo>
                    <a:pt x="3053" y="2522"/>
                  </a:lnTo>
                  <a:lnTo>
                    <a:pt x="11944" y="1461"/>
                  </a:lnTo>
                  <a:lnTo>
                    <a:pt x="1194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8"/>
            <p:cNvSpPr/>
            <p:nvPr/>
          </p:nvSpPr>
          <p:spPr>
            <a:xfrm>
              <a:off x="7747230" y="2162047"/>
              <a:ext cx="11026" cy="22018"/>
            </a:xfrm>
            <a:custGeom>
              <a:rect b="b" l="l" r="r" t="t"/>
              <a:pathLst>
                <a:path extrusionOk="0" h="1328" w="665">
                  <a:moveTo>
                    <a:pt x="133" y="0"/>
                  </a:moveTo>
                  <a:lnTo>
                    <a:pt x="1" y="1327"/>
                  </a:lnTo>
                  <a:lnTo>
                    <a:pt x="266" y="1062"/>
                  </a:lnTo>
                  <a:lnTo>
                    <a:pt x="531" y="796"/>
                  </a:lnTo>
                  <a:lnTo>
                    <a:pt x="664" y="66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8"/>
            <p:cNvSpPr/>
            <p:nvPr/>
          </p:nvSpPr>
          <p:spPr>
            <a:xfrm>
              <a:off x="7747230" y="2162047"/>
              <a:ext cx="11026" cy="22018"/>
            </a:xfrm>
            <a:custGeom>
              <a:rect b="b" l="l" r="r" t="t"/>
              <a:pathLst>
                <a:path extrusionOk="0" fill="none" h="1328" w="665">
                  <a:moveTo>
                    <a:pt x="664" y="664"/>
                  </a:moveTo>
                  <a:lnTo>
                    <a:pt x="664" y="664"/>
                  </a:lnTo>
                  <a:lnTo>
                    <a:pt x="531" y="796"/>
                  </a:lnTo>
                  <a:lnTo>
                    <a:pt x="266" y="1062"/>
                  </a:lnTo>
                  <a:lnTo>
                    <a:pt x="1" y="1327"/>
                  </a:lnTo>
                  <a:lnTo>
                    <a:pt x="133" y="0"/>
                  </a:lnTo>
                  <a:lnTo>
                    <a:pt x="664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8"/>
            <p:cNvSpPr/>
            <p:nvPr/>
          </p:nvSpPr>
          <p:spPr>
            <a:xfrm>
              <a:off x="7747230" y="2164236"/>
              <a:ext cx="11026" cy="19830"/>
            </a:xfrm>
            <a:custGeom>
              <a:rect b="b" l="l" r="r" t="t"/>
              <a:pathLst>
                <a:path extrusionOk="0" h="1196" w="665">
                  <a:moveTo>
                    <a:pt x="133" y="1"/>
                  </a:moveTo>
                  <a:lnTo>
                    <a:pt x="1" y="1195"/>
                  </a:lnTo>
                  <a:lnTo>
                    <a:pt x="266" y="930"/>
                  </a:lnTo>
                  <a:lnTo>
                    <a:pt x="531" y="797"/>
                  </a:lnTo>
                  <a:lnTo>
                    <a:pt x="664" y="532"/>
                  </a:lnTo>
                  <a:lnTo>
                    <a:pt x="133" y="133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8"/>
            <p:cNvSpPr/>
            <p:nvPr/>
          </p:nvSpPr>
          <p:spPr>
            <a:xfrm>
              <a:off x="7747230" y="2164236"/>
              <a:ext cx="11026" cy="19830"/>
            </a:xfrm>
            <a:custGeom>
              <a:rect b="b" l="l" r="r" t="t"/>
              <a:pathLst>
                <a:path extrusionOk="0" fill="none" h="1196" w="665">
                  <a:moveTo>
                    <a:pt x="133" y="1"/>
                  </a:moveTo>
                  <a:lnTo>
                    <a:pt x="1" y="1195"/>
                  </a:lnTo>
                  <a:lnTo>
                    <a:pt x="1" y="1195"/>
                  </a:lnTo>
                  <a:lnTo>
                    <a:pt x="266" y="930"/>
                  </a:lnTo>
                  <a:lnTo>
                    <a:pt x="531" y="797"/>
                  </a:lnTo>
                  <a:lnTo>
                    <a:pt x="664" y="532"/>
                  </a:lnTo>
                  <a:lnTo>
                    <a:pt x="664" y="532"/>
                  </a:lnTo>
                  <a:lnTo>
                    <a:pt x="664" y="532"/>
                  </a:lnTo>
                  <a:lnTo>
                    <a:pt x="664" y="532"/>
                  </a:lnTo>
                  <a:lnTo>
                    <a:pt x="664" y="532"/>
                  </a:lnTo>
                  <a:lnTo>
                    <a:pt x="133" y="133"/>
                  </a:lnTo>
                  <a:lnTo>
                    <a:pt x="133" y="133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58"/>
            <p:cNvSpPr/>
            <p:nvPr/>
          </p:nvSpPr>
          <p:spPr>
            <a:xfrm>
              <a:off x="7194950" y="2322658"/>
              <a:ext cx="411482" cy="286071"/>
            </a:xfrm>
            <a:custGeom>
              <a:rect b="b" l="l" r="r" t="t"/>
              <a:pathLst>
                <a:path extrusionOk="0" h="17254" w="24818">
                  <a:moveTo>
                    <a:pt x="24817" y="1"/>
                  </a:moveTo>
                  <a:lnTo>
                    <a:pt x="23623" y="399"/>
                  </a:lnTo>
                  <a:lnTo>
                    <a:pt x="22694" y="930"/>
                  </a:lnTo>
                  <a:lnTo>
                    <a:pt x="21898" y="1726"/>
                  </a:lnTo>
                  <a:lnTo>
                    <a:pt x="20969" y="2921"/>
                  </a:lnTo>
                  <a:lnTo>
                    <a:pt x="19907" y="4779"/>
                  </a:lnTo>
                  <a:lnTo>
                    <a:pt x="18978" y="7035"/>
                  </a:lnTo>
                  <a:lnTo>
                    <a:pt x="16987" y="11945"/>
                  </a:lnTo>
                  <a:lnTo>
                    <a:pt x="12608" y="10750"/>
                  </a:lnTo>
                  <a:lnTo>
                    <a:pt x="10219" y="10087"/>
                  </a:lnTo>
                  <a:lnTo>
                    <a:pt x="9290" y="9689"/>
                  </a:lnTo>
                  <a:lnTo>
                    <a:pt x="8626" y="9291"/>
                  </a:lnTo>
                  <a:lnTo>
                    <a:pt x="7697" y="8760"/>
                  </a:lnTo>
                  <a:lnTo>
                    <a:pt x="7299" y="8229"/>
                  </a:lnTo>
                  <a:lnTo>
                    <a:pt x="6901" y="7698"/>
                  </a:lnTo>
                  <a:lnTo>
                    <a:pt x="6636" y="7300"/>
                  </a:lnTo>
                  <a:lnTo>
                    <a:pt x="6105" y="6636"/>
                  </a:lnTo>
                  <a:lnTo>
                    <a:pt x="5574" y="5973"/>
                  </a:lnTo>
                  <a:lnTo>
                    <a:pt x="5309" y="5707"/>
                  </a:lnTo>
                  <a:lnTo>
                    <a:pt x="5043" y="5575"/>
                  </a:lnTo>
                  <a:lnTo>
                    <a:pt x="4778" y="5575"/>
                  </a:lnTo>
                  <a:lnTo>
                    <a:pt x="4512" y="5840"/>
                  </a:lnTo>
                  <a:lnTo>
                    <a:pt x="4380" y="6106"/>
                  </a:lnTo>
                  <a:lnTo>
                    <a:pt x="4380" y="6238"/>
                  </a:lnTo>
                  <a:lnTo>
                    <a:pt x="4512" y="6636"/>
                  </a:lnTo>
                  <a:lnTo>
                    <a:pt x="4778" y="7035"/>
                  </a:lnTo>
                  <a:lnTo>
                    <a:pt x="4911" y="7565"/>
                  </a:lnTo>
                  <a:lnTo>
                    <a:pt x="4778" y="7698"/>
                  </a:lnTo>
                  <a:lnTo>
                    <a:pt x="4512" y="7698"/>
                  </a:lnTo>
                  <a:lnTo>
                    <a:pt x="3583" y="7300"/>
                  </a:lnTo>
                  <a:lnTo>
                    <a:pt x="1593" y="5840"/>
                  </a:lnTo>
                  <a:lnTo>
                    <a:pt x="1062" y="5840"/>
                  </a:lnTo>
                  <a:lnTo>
                    <a:pt x="664" y="6106"/>
                  </a:lnTo>
                  <a:lnTo>
                    <a:pt x="398" y="6371"/>
                  </a:lnTo>
                  <a:lnTo>
                    <a:pt x="133" y="6769"/>
                  </a:lnTo>
                  <a:lnTo>
                    <a:pt x="0" y="7300"/>
                  </a:lnTo>
                  <a:lnTo>
                    <a:pt x="0" y="7831"/>
                  </a:lnTo>
                  <a:lnTo>
                    <a:pt x="133" y="8362"/>
                  </a:lnTo>
                  <a:lnTo>
                    <a:pt x="531" y="9291"/>
                  </a:lnTo>
                  <a:lnTo>
                    <a:pt x="1195" y="9954"/>
                  </a:lnTo>
                  <a:lnTo>
                    <a:pt x="1991" y="10618"/>
                  </a:lnTo>
                  <a:lnTo>
                    <a:pt x="2920" y="11149"/>
                  </a:lnTo>
                  <a:lnTo>
                    <a:pt x="7299" y="13007"/>
                  </a:lnTo>
                  <a:lnTo>
                    <a:pt x="9821" y="14201"/>
                  </a:lnTo>
                  <a:lnTo>
                    <a:pt x="13537" y="15661"/>
                  </a:lnTo>
                  <a:lnTo>
                    <a:pt x="16855" y="16855"/>
                  </a:lnTo>
                  <a:lnTo>
                    <a:pt x="18049" y="17253"/>
                  </a:lnTo>
                  <a:lnTo>
                    <a:pt x="18712" y="17253"/>
                  </a:lnTo>
                  <a:lnTo>
                    <a:pt x="19111" y="16988"/>
                  </a:lnTo>
                  <a:lnTo>
                    <a:pt x="19509" y="16590"/>
                  </a:lnTo>
                  <a:lnTo>
                    <a:pt x="20172" y="15661"/>
                  </a:lnTo>
                  <a:lnTo>
                    <a:pt x="20836" y="14466"/>
                  </a:lnTo>
                  <a:lnTo>
                    <a:pt x="21499" y="13139"/>
                  </a:lnTo>
                  <a:lnTo>
                    <a:pt x="22561" y="10220"/>
                  </a:lnTo>
                  <a:lnTo>
                    <a:pt x="23623" y="7698"/>
                  </a:lnTo>
                  <a:lnTo>
                    <a:pt x="23888" y="6769"/>
                  </a:lnTo>
                  <a:lnTo>
                    <a:pt x="24154" y="5840"/>
                  </a:lnTo>
                  <a:lnTo>
                    <a:pt x="24286" y="3850"/>
                  </a:lnTo>
                  <a:lnTo>
                    <a:pt x="24419" y="1859"/>
                  </a:lnTo>
                  <a:lnTo>
                    <a:pt x="24552" y="930"/>
                  </a:lnTo>
                  <a:lnTo>
                    <a:pt x="24817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58"/>
            <p:cNvSpPr/>
            <p:nvPr/>
          </p:nvSpPr>
          <p:spPr>
            <a:xfrm>
              <a:off x="7311558" y="2318264"/>
              <a:ext cx="303663" cy="297064"/>
            </a:xfrm>
            <a:custGeom>
              <a:rect b="b" l="l" r="r" t="t"/>
              <a:pathLst>
                <a:path extrusionOk="0" h="17917" w="18315">
                  <a:moveTo>
                    <a:pt x="16988" y="1"/>
                  </a:moveTo>
                  <a:lnTo>
                    <a:pt x="16059" y="266"/>
                  </a:lnTo>
                  <a:lnTo>
                    <a:pt x="15130" y="664"/>
                  </a:lnTo>
                  <a:lnTo>
                    <a:pt x="14466" y="1460"/>
                  </a:lnTo>
                  <a:lnTo>
                    <a:pt x="13803" y="2257"/>
                  </a:lnTo>
                  <a:lnTo>
                    <a:pt x="13272" y="3451"/>
                  </a:lnTo>
                  <a:lnTo>
                    <a:pt x="12210" y="5972"/>
                  </a:lnTo>
                  <a:lnTo>
                    <a:pt x="11016" y="9025"/>
                  </a:lnTo>
                  <a:lnTo>
                    <a:pt x="9822" y="11944"/>
                  </a:lnTo>
                  <a:lnTo>
                    <a:pt x="6106" y="11015"/>
                  </a:lnTo>
                  <a:lnTo>
                    <a:pt x="3717" y="10352"/>
                  </a:lnTo>
                  <a:lnTo>
                    <a:pt x="1593" y="9556"/>
                  </a:lnTo>
                  <a:lnTo>
                    <a:pt x="1328" y="10617"/>
                  </a:lnTo>
                  <a:lnTo>
                    <a:pt x="930" y="11546"/>
                  </a:lnTo>
                  <a:lnTo>
                    <a:pt x="532" y="12343"/>
                  </a:lnTo>
                  <a:lnTo>
                    <a:pt x="1" y="13139"/>
                  </a:lnTo>
                  <a:lnTo>
                    <a:pt x="2522" y="14466"/>
                  </a:lnTo>
                  <a:lnTo>
                    <a:pt x="6106" y="16058"/>
                  </a:lnTo>
                  <a:lnTo>
                    <a:pt x="9689" y="17518"/>
                  </a:lnTo>
                  <a:lnTo>
                    <a:pt x="10883" y="17916"/>
                  </a:lnTo>
                  <a:lnTo>
                    <a:pt x="11679" y="17916"/>
                  </a:lnTo>
                  <a:lnTo>
                    <a:pt x="12210" y="17651"/>
                  </a:lnTo>
                  <a:lnTo>
                    <a:pt x="12741" y="17120"/>
                  </a:lnTo>
                  <a:lnTo>
                    <a:pt x="13139" y="16457"/>
                  </a:lnTo>
                  <a:lnTo>
                    <a:pt x="13670" y="15528"/>
                  </a:lnTo>
                  <a:lnTo>
                    <a:pt x="14599" y="13139"/>
                  </a:lnTo>
                  <a:lnTo>
                    <a:pt x="15528" y="10485"/>
                  </a:lnTo>
                  <a:lnTo>
                    <a:pt x="16324" y="7830"/>
                  </a:lnTo>
                  <a:lnTo>
                    <a:pt x="16855" y="5309"/>
                  </a:lnTo>
                  <a:lnTo>
                    <a:pt x="17519" y="2389"/>
                  </a:lnTo>
                  <a:lnTo>
                    <a:pt x="17651" y="929"/>
                  </a:lnTo>
                  <a:lnTo>
                    <a:pt x="17784" y="664"/>
                  </a:lnTo>
                  <a:lnTo>
                    <a:pt x="18315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8"/>
            <p:cNvSpPr/>
            <p:nvPr/>
          </p:nvSpPr>
          <p:spPr>
            <a:xfrm>
              <a:off x="7751641" y="3337022"/>
              <a:ext cx="52824" cy="92433"/>
            </a:xfrm>
            <a:custGeom>
              <a:rect b="b" l="l" r="r" t="t"/>
              <a:pathLst>
                <a:path extrusionOk="0" h="5575" w="3186">
                  <a:moveTo>
                    <a:pt x="0" y="1"/>
                  </a:moveTo>
                  <a:lnTo>
                    <a:pt x="0" y="5574"/>
                  </a:lnTo>
                  <a:lnTo>
                    <a:pt x="3185" y="5574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8"/>
            <p:cNvSpPr/>
            <p:nvPr/>
          </p:nvSpPr>
          <p:spPr>
            <a:xfrm>
              <a:off x="7751641" y="3337022"/>
              <a:ext cx="52824" cy="92433"/>
            </a:xfrm>
            <a:custGeom>
              <a:rect b="b" l="l" r="r" t="t"/>
              <a:pathLst>
                <a:path extrusionOk="0" fill="none" h="5575" w="3186">
                  <a:moveTo>
                    <a:pt x="3185" y="5574"/>
                  </a:moveTo>
                  <a:lnTo>
                    <a:pt x="0" y="5574"/>
                  </a:lnTo>
                  <a:lnTo>
                    <a:pt x="0" y="1"/>
                  </a:lnTo>
                  <a:lnTo>
                    <a:pt x="3185" y="1"/>
                  </a:lnTo>
                  <a:lnTo>
                    <a:pt x="3185" y="557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8"/>
            <p:cNvSpPr/>
            <p:nvPr/>
          </p:nvSpPr>
          <p:spPr>
            <a:xfrm>
              <a:off x="7538206" y="3262213"/>
              <a:ext cx="68227" cy="112230"/>
            </a:xfrm>
            <a:custGeom>
              <a:rect b="b" l="l" r="r" t="t"/>
              <a:pathLst>
                <a:path extrusionOk="0" h="6769" w="4115">
                  <a:moveTo>
                    <a:pt x="4114" y="0"/>
                  </a:moveTo>
                  <a:lnTo>
                    <a:pt x="0" y="133"/>
                  </a:lnTo>
                  <a:lnTo>
                    <a:pt x="266" y="6769"/>
                  </a:lnTo>
                  <a:lnTo>
                    <a:pt x="3849" y="6636"/>
                  </a:lnTo>
                  <a:lnTo>
                    <a:pt x="4114" y="0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8"/>
            <p:cNvSpPr/>
            <p:nvPr/>
          </p:nvSpPr>
          <p:spPr>
            <a:xfrm>
              <a:off x="7538206" y="3262213"/>
              <a:ext cx="68227" cy="112230"/>
            </a:xfrm>
            <a:custGeom>
              <a:rect b="b" l="l" r="r" t="t"/>
              <a:pathLst>
                <a:path extrusionOk="0" fill="none" h="6769" w="4115">
                  <a:moveTo>
                    <a:pt x="3849" y="6636"/>
                  </a:moveTo>
                  <a:lnTo>
                    <a:pt x="266" y="6769"/>
                  </a:lnTo>
                  <a:lnTo>
                    <a:pt x="0" y="133"/>
                  </a:lnTo>
                  <a:lnTo>
                    <a:pt x="4114" y="0"/>
                  </a:lnTo>
                  <a:lnTo>
                    <a:pt x="3849" y="66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8"/>
            <p:cNvSpPr/>
            <p:nvPr/>
          </p:nvSpPr>
          <p:spPr>
            <a:xfrm>
              <a:off x="7531591" y="2687915"/>
              <a:ext cx="286071" cy="699726"/>
            </a:xfrm>
            <a:custGeom>
              <a:rect b="b" l="l" r="r" t="t"/>
              <a:pathLst>
                <a:path extrusionOk="0" h="42203" w="17254">
                  <a:moveTo>
                    <a:pt x="930" y="1"/>
                  </a:moveTo>
                  <a:lnTo>
                    <a:pt x="399" y="9556"/>
                  </a:lnTo>
                  <a:lnTo>
                    <a:pt x="134" y="16590"/>
                  </a:lnTo>
                  <a:lnTo>
                    <a:pt x="1" y="20704"/>
                  </a:lnTo>
                  <a:lnTo>
                    <a:pt x="399" y="38620"/>
                  </a:lnTo>
                  <a:lnTo>
                    <a:pt x="1195" y="38885"/>
                  </a:lnTo>
                  <a:lnTo>
                    <a:pt x="1992" y="39018"/>
                  </a:lnTo>
                  <a:lnTo>
                    <a:pt x="3319" y="38885"/>
                  </a:lnTo>
                  <a:lnTo>
                    <a:pt x="4248" y="38752"/>
                  </a:lnTo>
                  <a:lnTo>
                    <a:pt x="4646" y="38620"/>
                  </a:lnTo>
                  <a:lnTo>
                    <a:pt x="5442" y="33311"/>
                  </a:lnTo>
                  <a:lnTo>
                    <a:pt x="5973" y="29064"/>
                  </a:lnTo>
                  <a:lnTo>
                    <a:pt x="6238" y="26278"/>
                  </a:lnTo>
                  <a:lnTo>
                    <a:pt x="6371" y="24420"/>
                  </a:lnTo>
                  <a:lnTo>
                    <a:pt x="6238" y="22827"/>
                  </a:lnTo>
                  <a:lnTo>
                    <a:pt x="6106" y="21500"/>
                  </a:lnTo>
                  <a:lnTo>
                    <a:pt x="8229" y="8229"/>
                  </a:lnTo>
                  <a:lnTo>
                    <a:pt x="10087" y="22296"/>
                  </a:lnTo>
                  <a:lnTo>
                    <a:pt x="10883" y="27339"/>
                  </a:lnTo>
                  <a:lnTo>
                    <a:pt x="11812" y="33842"/>
                  </a:lnTo>
                  <a:lnTo>
                    <a:pt x="13139" y="41937"/>
                  </a:lnTo>
                  <a:lnTo>
                    <a:pt x="13936" y="42070"/>
                  </a:lnTo>
                  <a:lnTo>
                    <a:pt x="14599" y="42203"/>
                  </a:lnTo>
                  <a:lnTo>
                    <a:pt x="15661" y="42203"/>
                  </a:lnTo>
                  <a:lnTo>
                    <a:pt x="16457" y="41937"/>
                  </a:lnTo>
                  <a:lnTo>
                    <a:pt x="16723" y="41805"/>
                  </a:lnTo>
                  <a:lnTo>
                    <a:pt x="16988" y="35965"/>
                  </a:lnTo>
                  <a:lnTo>
                    <a:pt x="17253" y="30922"/>
                  </a:lnTo>
                  <a:lnTo>
                    <a:pt x="17253" y="26676"/>
                  </a:lnTo>
                  <a:lnTo>
                    <a:pt x="17121" y="24552"/>
                  </a:lnTo>
                  <a:lnTo>
                    <a:pt x="16855" y="23093"/>
                  </a:lnTo>
                  <a:lnTo>
                    <a:pt x="16457" y="21898"/>
                  </a:lnTo>
                  <a:lnTo>
                    <a:pt x="16324" y="21102"/>
                  </a:lnTo>
                  <a:lnTo>
                    <a:pt x="16059" y="664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8"/>
            <p:cNvSpPr/>
            <p:nvPr/>
          </p:nvSpPr>
          <p:spPr>
            <a:xfrm>
              <a:off x="7531591" y="2687915"/>
              <a:ext cx="286071" cy="699726"/>
            </a:xfrm>
            <a:custGeom>
              <a:rect b="b" l="l" r="r" t="t"/>
              <a:pathLst>
                <a:path extrusionOk="0" fill="none" h="42203" w="17254">
                  <a:moveTo>
                    <a:pt x="16059" y="664"/>
                  </a:moveTo>
                  <a:lnTo>
                    <a:pt x="16059" y="664"/>
                  </a:lnTo>
                  <a:lnTo>
                    <a:pt x="16324" y="21102"/>
                  </a:lnTo>
                  <a:lnTo>
                    <a:pt x="16324" y="21102"/>
                  </a:lnTo>
                  <a:lnTo>
                    <a:pt x="16457" y="21898"/>
                  </a:lnTo>
                  <a:lnTo>
                    <a:pt x="16855" y="23093"/>
                  </a:lnTo>
                  <a:lnTo>
                    <a:pt x="17121" y="24552"/>
                  </a:lnTo>
                  <a:lnTo>
                    <a:pt x="17253" y="26676"/>
                  </a:lnTo>
                  <a:lnTo>
                    <a:pt x="17253" y="26676"/>
                  </a:lnTo>
                  <a:lnTo>
                    <a:pt x="17253" y="30922"/>
                  </a:lnTo>
                  <a:lnTo>
                    <a:pt x="16988" y="35965"/>
                  </a:lnTo>
                  <a:lnTo>
                    <a:pt x="16723" y="41805"/>
                  </a:lnTo>
                  <a:lnTo>
                    <a:pt x="16723" y="41805"/>
                  </a:lnTo>
                  <a:lnTo>
                    <a:pt x="16457" y="41937"/>
                  </a:lnTo>
                  <a:lnTo>
                    <a:pt x="15661" y="42203"/>
                  </a:lnTo>
                  <a:lnTo>
                    <a:pt x="15130" y="42203"/>
                  </a:lnTo>
                  <a:lnTo>
                    <a:pt x="14599" y="42203"/>
                  </a:lnTo>
                  <a:lnTo>
                    <a:pt x="13936" y="42070"/>
                  </a:lnTo>
                  <a:lnTo>
                    <a:pt x="13139" y="41937"/>
                  </a:lnTo>
                  <a:lnTo>
                    <a:pt x="13139" y="41937"/>
                  </a:lnTo>
                  <a:lnTo>
                    <a:pt x="11812" y="33842"/>
                  </a:lnTo>
                  <a:lnTo>
                    <a:pt x="10883" y="27339"/>
                  </a:lnTo>
                  <a:lnTo>
                    <a:pt x="10087" y="22296"/>
                  </a:lnTo>
                  <a:lnTo>
                    <a:pt x="10087" y="22296"/>
                  </a:lnTo>
                  <a:lnTo>
                    <a:pt x="8229" y="8229"/>
                  </a:lnTo>
                  <a:lnTo>
                    <a:pt x="6106" y="21500"/>
                  </a:lnTo>
                  <a:lnTo>
                    <a:pt x="6106" y="21500"/>
                  </a:lnTo>
                  <a:lnTo>
                    <a:pt x="6238" y="22827"/>
                  </a:lnTo>
                  <a:lnTo>
                    <a:pt x="6371" y="24420"/>
                  </a:lnTo>
                  <a:lnTo>
                    <a:pt x="6238" y="26278"/>
                  </a:lnTo>
                  <a:lnTo>
                    <a:pt x="6238" y="26278"/>
                  </a:lnTo>
                  <a:lnTo>
                    <a:pt x="5973" y="29064"/>
                  </a:lnTo>
                  <a:lnTo>
                    <a:pt x="5442" y="33311"/>
                  </a:lnTo>
                  <a:lnTo>
                    <a:pt x="4646" y="38620"/>
                  </a:lnTo>
                  <a:lnTo>
                    <a:pt x="4646" y="38620"/>
                  </a:lnTo>
                  <a:lnTo>
                    <a:pt x="4248" y="38752"/>
                  </a:lnTo>
                  <a:lnTo>
                    <a:pt x="3319" y="38885"/>
                  </a:lnTo>
                  <a:lnTo>
                    <a:pt x="1992" y="39018"/>
                  </a:lnTo>
                  <a:lnTo>
                    <a:pt x="1195" y="38885"/>
                  </a:lnTo>
                  <a:lnTo>
                    <a:pt x="399" y="38620"/>
                  </a:lnTo>
                  <a:lnTo>
                    <a:pt x="399" y="38620"/>
                  </a:lnTo>
                  <a:lnTo>
                    <a:pt x="1" y="20704"/>
                  </a:lnTo>
                  <a:lnTo>
                    <a:pt x="1" y="20704"/>
                  </a:lnTo>
                  <a:lnTo>
                    <a:pt x="134" y="16590"/>
                  </a:lnTo>
                  <a:lnTo>
                    <a:pt x="399" y="9556"/>
                  </a:lnTo>
                  <a:lnTo>
                    <a:pt x="930" y="1"/>
                  </a:lnTo>
                  <a:lnTo>
                    <a:pt x="16059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58"/>
            <p:cNvSpPr/>
            <p:nvPr/>
          </p:nvSpPr>
          <p:spPr>
            <a:xfrm>
              <a:off x="7531591" y="2703318"/>
              <a:ext cx="286071" cy="466495"/>
            </a:xfrm>
            <a:custGeom>
              <a:rect b="b" l="l" r="r" t="t"/>
              <a:pathLst>
                <a:path extrusionOk="0" h="28136" w="17254">
                  <a:moveTo>
                    <a:pt x="8229" y="7300"/>
                  </a:moveTo>
                  <a:lnTo>
                    <a:pt x="6392" y="18780"/>
                  </a:lnTo>
                  <a:lnTo>
                    <a:pt x="6371" y="19244"/>
                  </a:lnTo>
                  <a:lnTo>
                    <a:pt x="8229" y="7300"/>
                  </a:lnTo>
                  <a:close/>
                  <a:moveTo>
                    <a:pt x="930" y="1"/>
                  </a:moveTo>
                  <a:lnTo>
                    <a:pt x="399" y="8627"/>
                  </a:lnTo>
                  <a:lnTo>
                    <a:pt x="1" y="18182"/>
                  </a:lnTo>
                  <a:lnTo>
                    <a:pt x="5973" y="21633"/>
                  </a:lnTo>
                  <a:lnTo>
                    <a:pt x="6238" y="21765"/>
                  </a:lnTo>
                  <a:lnTo>
                    <a:pt x="6106" y="20571"/>
                  </a:lnTo>
                  <a:lnTo>
                    <a:pt x="6392" y="18780"/>
                  </a:lnTo>
                  <a:lnTo>
                    <a:pt x="6902" y="7565"/>
                  </a:lnTo>
                  <a:lnTo>
                    <a:pt x="6106" y="7035"/>
                  </a:lnTo>
                  <a:lnTo>
                    <a:pt x="5309" y="6504"/>
                  </a:lnTo>
                  <a:lnTo>
                    <a:pt x="4248" y="5575"/>
                  </a:lnTo>
                  <a:lnTo>
                    <a:pt x="3717" y="4778"/>
                  </a:lnTo>
                  <a:lnTo>
                    <a:pt x="3584" y="4513"/>
                  </a:lnTo>
                  <a:lnTo>
                    <a:pt x="4248" y="5177"/>
                  </a:lnTo>
                  <a:lnTo>
                    <a:pt x="5044" y="5707"/>
                  </a:lnTo>
                  <a:lnTo>
                    <a:pt x="6637" y="6636"/>
                  </a:lnTo>
                  <a:lnTo>
                    <a:pt x="7831" y="7167"/>
                  </a:lnTo>
                  <a:lnTo>
                    <a:pt x="8229" y="7300"/>
                  </a:lnTo>
                  <a:lnTo>
                    <a:pt x="10087" y="20571"/>
                  </a:lnTo>
                  <a:lnTo>
                    <a:pt x="13670" y="18448"/>
                  </a:lnTo>
                  <a:lnTo>
                    <a:pt x="13670" y="26012"/>
                  </a:lnTo>
                  <a:lnTo>
                    <a:pt x="16590" y="27737"/>
                  </a:lnTo>
                  <a:lnTo>
                    <a:pt x="17121" y="28135"/>
                  </a:lnTo>
                  <a:lnTo>
                    <a:pt x="17253" y="28135"/>
                  </a:lnTo>
                  <a:lnTo>
                    <a:pt x="17253" y="26676"/>
                  </a:lnTo>
                  <a:lnTo>
                    <a:pt x="17253" y="25747"/>
                  </a:lnTo>
                  <a:lnTo>
                    <a:pt x="17121" y="23623"/>
                  </a:lnTo>
                  <a:lnTo>
                    <a:pt x="16855" y="22164"/>
                  </a:lnTo>
                  <a:lnTo>
                    <a:pt x="16457" y="20969"/>
                  </a:lnTo>
                  <a:lnTo>
                    <a:pt x="16324" y="20173"/>
                  </a:lnTo>
                  <a:lnTo>
                    <a:pt x="16059" y="930"/>
                  </a:lnTo>
                  <a:lnTo>
                    <a:pt x="14201" y="1461"/>
                  </a:lnTo>
                  <a:lnTo>
                    <a:pt x="12343" y="1859"/>
                  </a:lnTo>
                  <a:lnTo>
                    <a:pt x="10618" y="2124"/>
                  </a:lnTo>
                  <a:lnTo>
                    <a:pt x="7433" y="2124"/>
                  </a:lnTo>
                  <a:lnTo>
                    <a:pt x="6106" y="1859"/>
                  </a:lnTo>
                  <a:lnTo>
                    <a:pt x="4911" y="1593"/>
                  </a:lnTo>
                  <a:lnTo>
                    <a:pt x="3850" y="1328"/>
                  </a:lnTo>
                  <a:lnTo>
                    <a:pt x="1992" y="664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rgbClr val="9130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58"/>
            <p:cNvSpPr/>
            <p:nvPr/>
          </p:nvSpPr>
          <p:spPr>
            <a:xfrm>
              <a:off x="7591013" y="2778144"/>
              <a:ext cx="77031" cy="244240"/>
            </a:xfrm>
            <a:custGeom>
              <a:rect b="b" l="l" r="r" t="t"/>
              <a:pathLst>
                <a:path extrusionOk="0" fill="none" h="14731" w="4646">
                  <a:moveTo>
                    <a:pt x="2787" y="14731"/>
                  </a:moveTo>
                  <a:lnTo>
                    <a:pt x="3318" y="3052"/>
                  </a:lnTo>
                  <a:lnTo>
                    <a:pt x="3318" y="3052"/>
                  </a:lnTo>
                  <a:lnTo>
                    <a:pt x="2522" y="2522"/>
                  </a:lnTo>
                  <a:lnTo>
                    <a:pt x="1725" y="1991"/>
                  </a:lnTo>
                  <a:lnTo>
                    <a:pt x="664" y="1062"/>
                  </a:lnTo>
                  <a:lnTo>
                    <a:pt x="133" y="265"/>
                  </a:lnTo>
                  <a:lnTo>
                    <a:pt x="0" y="0"/>
                  </a:lnTo>
                  <a:lnTo>
                    <a:pt x="0" y="0"/>
                  </a:lnTo>
                  <a:lnTo>
                    <a:pt x="664" y="664"/>
                  </a:lnTo>
                  <a:lnTo>
                    <a:pt x="1460" y="1194"/>
                  </a:lnTo>
                  <a:lnTo>
                    <a:pt x="3053" y="2123"/>
                  </a:lnTo>
                  <a:lnTo>
                    <a:pt x="4247" y="2654"/>
                  </a:lnTo>
                  <a:lnTo>
                    <a:pt x="4645" y="2787"/>
                  </a:lnTo>
                  <a:lnTo>
                    <a:pt x="2787" y="147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58"/>
            <p:cNvSpPr/>
            <p:nvPr/>
          </p:nvSpPr>
          <p:spPr>
            <a:xfrm>
              <a:off x="7531591" y="2703318"/>
              <a:ext cx="286071" cy="466495"/>
            </a:xfrm>
            <a:custGeom>
              <a:rect b="b" l="l" r="r" t="t"/>
              <a:pathLst>
                <a:path extrusionOk="0" fill="none" h="28136" w="17254">
                  <a:moveTo>
                    <a:pt x="930" y="1"/>
                  </a:moveTo>
                  <a:lnTo>
                    <a:pt x="930" y="1"/>
                  </a:lnTo>
                  <a:lnTo>
                    <a:pt x="399" y="8627"/>
                  </a:lnTo>
                  <a:lnTo>
                    <a:pt x="1" y="18182"/>
                  </a:lnTo>
                  <a:lnTo>
                    <a:pt x="5973" y="21633"/>
                  </a:lnTo>
                  <a:lnTo>
                    <a:pt x="5973" y="21633"/>
                  </a:lnTo>
                  <a:lnTo>
                    <a:pt x="6238" y="21765"/>
                  </a:lnTo>
                  <a:lnTo>
                    <a:pt x="6238" y="21765"/>
                  </a:lnTo>
                  <a:lnTo>
                    <a:pt x="6106" y="20571"/>
                  </a:lnTo>
                  <a:lnTo>
                    <a:pt x="6106" y="20571"/>
                  </a:lnTo>
                  <a:lnTo>
                    <a:pt x="6106" y="20571"/>
                  </a:lnTo>
                  <a:lnTo>
                    <a:pt x="8229" y="7300"/>
                  </a:lnTo>
                  <a:lnTo>
                    <a:pt x="8229" y="7300"/>
                  </a:lnTo>
                  <a:lnTo>
                    <a:pt x="10087" y="20571"/>
                  </a:lnTo>
                  <a:lnTo>
                    <a:pt x="13670" y="18448"/>
                  </a:lnTo>
                  <a:lnTo>
                    <a:pt x="13670" y="26012"/>
                  </a:lnTo>
                  <a:lnTo>
                    <a:pt x="16590" y="27737"/>
                  </a:lnTo>
                  <a:lnTo>
                    <a:pt x="16590" y="27737"/>
                  </a:lnTo>
                  <a:lnTo>
                    <a:pt x="17121" y="28135"/>
                  </a:lnTo>
                  <a:lnTo>
                    <a:pt x="17253" y="28135"/>
                  </a:lnTo>
                  <a:lnTo>
                    <a:pt x="17253" y="28135"/>
                  </a:lnTo>
                  <a:lnTo>
                    <a:pt x="17253" y="26676"/>
                  </a:lnTo>
                  <a:lnTo>
                    <a:pt x="17253" y="26676"/>
                  </a:lnTo>
                  <a:lnTo>
                    <a:pt x="17253" y="25747"/>
                  </a:lnTo>
                  <a:lnTo>
                    <a:pt x="17253" y="25747"/>
                  </a:lnTo>
                  <a:lnTo>
                    <a:pt x="17121" y="23623"/>
                  </a:lnTo>
                  <a:lnTo>
                    <a:pt x="16855" y="22164"/>
                  </a:lnTo>
                  <a:lnTo>
                    <a:pt x="16457" y="20969"/>
                  </a:lnTo>
                  <a:lnTo>
                    <a:pt x="16324" y="20173"/>
                  </a:lnTo>
                  <a:lnTo>
                    <a:pt x="16324" y="20173"/>
                  </a:lnTo>
                  <a:lnTo>
                    <a:pt x="16059" y="930"/>
                  </a:lnTo>
                  <a:lnTo>
                    <a:pt x="16059" y="930"/>
                  </a:lnTo>
                  <a:lnTo>
                    <a:pt x="14201" y="1461"/>
                  </a:lnTo>
                  <a:lnTo>
                    <a:pt x="12343" y="1859"/>
                  </a:lnTo>
                  <a:lnTo>
                    <a:pt x="10618" y="2124"/>
                  </a:lnTo>
                  <a:lnTo>
                    <a:pt x="9025" y="2124"/>
                  </a:lnTo>
                  <a:lnTo>
                    <a:pt x="9025" y="2124"/>
                  </a:lnTo>
                  <a:lnTo>
                    <a:pt x="7433" y="2124"/>
                  </a:lnTo>
                  <a:lnTo>
                    <a:pt x="6106" y="1859"/>
                  </a:lnTo>
                  <a:lnTo>
                    <a:pt x="4911" y="1593"/>
                  </a:lnTo>
                  <a:lnTo>
                    <a:pt x="3850" y="1328"/>
                  </a:lnTo>
                  <a:lnTo>
                    <a:pt x="1992" y="664"/>
                  </a:lnTo>
                  <a:lnTo>
                    <a:pt x="93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58"/>
            <p:cNvSpPr/>
            <p:nvPr/>
          </p:nvSpPr>
          <p:spPr>
            <a:xfrm>
              <a:off x="7681225" y="3394223"/>
              <a:ext cx="136437" cy="160644"/>
            </a:xfrm>
            <a:custGeom>
              <a:rect b="b" l="l" r="r" t="t"/>
              <a:pathLst>
                <a:path extrusionOk="0" h="9689" w="8229">
                  <a:moveTo>
                    <a:pt x="4247" y="1"/>
                  </a:moveTo>
                  <a:lnTo>
                    <a:pt x="3982" y="134"/>
                  </a:lnTo>
                  <a:lnTo>
                    <a:pt x="3849" y="665"/>
                  </a:lnTo>
                  <a:lnTo>
                    <a:pt x="3583" y="1594"/>
                  </a:lnTo>
                  <a:lnTo>
                    <a:pt x="3053" y="3319"/>
                  </a:lnTo>
                  <a:lnTo>
                    <a:pt x="2655" y="3982"/>
                  </a:lnTo>
                  <a:lnTo>
                    <a:pt x="2389" y="4646"/>
                  </a:lnTo>
                  <a:lnTo>
                    <a:pt x="1195" y="6238"/>
                  </a:lnTo>
                  <a:lnTo>
                    <a:pt x="664" y="6769"/>
                  </a:lnTo>
                  <a:lnTo>
                    <a:pt x="133" y="7433"/>
                  </a:lnTo>
                  <a:lnTo>
                    <a:pt x="0" y="7698"/>
                  </a:lnTo>
                  <a:lnTo>
                    <a:pt x="0" y="8229"/>
                  </a:lnTo>
                  <a:lnTo>
                    <a:pt x="0" y="8627"/>
                  </a:lnTo>
                  <a:lnTo>
                    <a:pt x="133" y="9025"/>
                  </a:lnTo>
                  <a:lnTo>
                    <a:pt x="664" y="9291"/>
                  </a:lnTo>
                  <a:lnTo>
                    <a:pt x="1195" y="9423"/>
                  </a:lnTo>
                  <a:lnTo>
                    <a:pt x="2389" y="9689"/>
                  </a:lnTo>
                  <a:lnTo>
                    <a:pt x="3583" y="9689"/>
                  </a:lnTo>
                  <a:lnTo>
                    <a:pt x="4645" y="9423"/>
                  </a:lnTo>
                  <a:lnTo>
                    <a:pt x="5441" y="9158"/>
                  </a:lnTo>
                  <a:lnTo>
                    <a:pt x="5972" y="8627"/>
                  </a:lnTo>
                  <a:lnTo>
                    <a:pt x="6370" y="7964"/>
                  </a:lnTo>
                  <a:lnTo>
                    <a:pt x="6636" y="7300"/>
                  </a:lnTo>
                  <a:lnTo>
                    <a:pt x="6636" y="6371"/>
                  </a:lnTo>
                  <a:lnTo>
                    <a:pt x="6769" y="5840"/>
                  </a:lnTo>
                  <a:lnTo>
                    <a:pt x="7034" y="5309"/>
                  </a:lnTo>
                  <a:lnTo>
                    <a:pt x="7565" y="4380"/>
                  </a:lnTo>
                  <a:lnTo>
                    <a:pt x="7830" y="3850"/>
                  </a:lnTo>
                  <a:lnTo>
                    <a:pt x="8096" y="3319"/>
                  </a:lnTo>
                  <a:lnTo>
                    <a:pt x="8228" y="2788"/>
                  </a:lnTo>
                  <a:lnTo>
                    <a:pt x="8228" y="2257"/>
                  </a:lnTo>
                  <a:lnTo>
                    <a:pt x="7963" y="1195"/>
                  </a:lnTo>
                  <a:lnTo>
                    <a:pt x="7830" y="399"/>
                  </a:lnTo>
                  <a:lnTo>
                    <a:pt x="7698" y="134"/>
                  </a:lnTo>
                  <a:lnTo>
                    <a:pt x="7432" y="1"/>
                  </a:lnTo>
                  <a:lnTo>
                    <a:pt x="7432" y="399"/>
                  </a:lnTo>
                  <a:lnTo>
                    <a:pt x="7299" y="665"/>
                  </a:lnTo>
                  <a:lnTo>
                    <a:pt x="6901" y="797"/>
                  </a:lnTo>
                  <a:lnTo>
                    <a:pt x="6370" y="930"/>
                  </a:lnTo>
                  <a:lnTo>
                    <a:pt x="4778" y="930"/>
                  </a:lnTo>
                  <a:lnTo>
                    <a:pt x="4380" y="797"/>
                  </a:lnTo>
                  <a:lnTo>
                    <a:pt x="4247" y="665"/>
                  </a:lnTo>
                  <a:lnTo>
                    <a:pt x="4247" y="532"/>
                  </a:lnTo>
                  <a:lnTo>
                    <a:pt x="424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8"/>
            <p:cNvSpPr/>
            <p:nvPr/>
          </p:nvSpPr>
          <p:spPr>
            <a:xfrm>
              <a:off x="7681225" y="3394223"/>
              <a:ext cx="136437" cy="160644"/>
            </a:xfrm>
            <a:custGeom>
              <a:rect b="b" l="l" r="r" t="t"/>
              <a:pathLst>
                <a:path extrusionOk="0" fill="none" h="9689" w="8229">
                  <a:moveTo>
                    <a:pt x="4247" y="532"/>
                  </a:moveTo>
                  <a:lnTo>
                    <a:pt x="4247" y="1"/>
                  </a:lnTo>
                  <a:lnTo>
                    <a:pt x="4247" y="1"/>
                  </a:lnTo>
                  <a:lnTo>
                    <a:pt x="3982" y="134"/>
                  </a:lnTo>
                  <a:lnTo>
                    <a:pt x="3849" y="665"/>
                  </a:lnTo>
                  <a:lnTo>
                    <a:pt x="3849" y="665"/>
                  </a:lnTo>
                  <a:lnTo>
                    <a:pt x="3583" y="1594"/>
                  </a:lnTo>
                  <a:lnTo>
                    <a:pt x="3583" y="1594"/>
                  </a:lnTo>
                  <a:lnTo>
                    <a:pt x="3053" y="3319"/>
                  </a:lnTo>
                  <a:lnTo>
                    <a:pt x="3053" y="3319"/>
                  </a:lnTo>
                  <a:lnTo>
                    <a:pt x="2655" y="3982"/>
                  </a:lnTo>
                  <a:lnTo>
                    <a:pt x="2389" y="4646"/>
                  </a:lnTo>
                  <a:lnTo>
                    <a:pt x="1195" y="6238"/>
                  </a:lnTo>
                  <a:lnTo>
                    <a:pt x="1195" y="6238"/>
                  </a:lnTo>
                  <a:lnTo>
                    <a:pt x="664" y="6769"/>
                  </a:lnTo>
                  <a:lnTo>
                    <a:pt x="133" y="7433"/>
                  </a:lnTo>
                  <a:lnTo>
                    <a:pt x="133" y="7433"/>
                  </a:lnTo>
                  <a:lnTo>
                    <a:pt x="0" y="7698"/>
                  </a:lnTo>
                  <a:lnTo>
                    <a:pt x="0" y="8229"/>
                  </a:lnTo>
                  <a:lnTo>
                    <a:pt x="0" y="8627"/>
                  </a:lnTo>
                  <a:lnTo>
                    <a:pt x="133" y="9025"/>
                  </a:lnTo>
                  <a:lnTo>
                    <a:pt x="133" y="9025"/>
                  </a:lnTo>
                  <a:lnTo>
                    <a:pt x="664" y="9291"/>
                  </a:lnTo>
                  <a:lnTo>
                    <a:pt x="1195" y="9423"/>
                  </a:lnTo>
                  <a:lnTo>
                    <a:pt x="2389" y="9689"/>
                  </a:lnTo>
                  <a:lnTo>
                    <a:pt x="3583" y="9689"/>
                  </a:lnTo>
                  <a:lnTo>
                    <a:pt x="4645" y="9423"/>
                  </a:lnTo>
                  <a:lnTo>
                    <a:pt x="4645" y="9423"/>
                  </a:lnTo>
                  <a:lnTo>
                    <a:pt x="5441" y="9158"/>
                  </a:lnTo>
                  <a:lnTo>
                    <a:pt x="5972" y="8627"/>
                  </a:lnTo>
                  <a:lnTo>
                    <a:pt x="6370" y="7964"/>
                  </a:lnTo>
                  <a:lnTo>
                    <a:pt x="6636" y="7300"/>
                  </a:lnTo>
                  <a:lnTo>
                    <a:pt x="6636" y="7300"/>
                  </a:lnTo>
                  <a:lnTo>
                    <a:pt x="6636" y="6371"/>
                  </a:lnTo>
                  <a:lnTo>
                    <a:pt x="6636" y="6371"/>
                  </a:lnTo>
                  <a:lnTo>
                    <a:pt x="6769" y="5840"/>
                  </a:lnTo>
                  <a:lnTo>
                    <a:pt x="7034" y="5309"/>
                  </a:lnTo>
                  <a:lnTo>
                    <a:pt x="7565" y="4380"/>
                  </a:lnTo>
                  <a:lnTo>
                    <a:pt x="7565" y="4380"/>
                  </a:lnTo>
                  <a:lnTo>
                    <a:pt x="7830" y="3850"/>
                  </a:lnTo>
                  <a:lnTo>
                    <a:pt x="8096" y="3319"/>
                  </a:lnTo>
                  <a:lnTo>
                    <a:pt x="8096" y="3319"/>
                  </a:lnTo>
                  <a:lnTo>
                    <a:pt x="8228" y="2788"/>
                  </a:lnTo>
                  <a:lnTo>
                    <a:pt x="8228" y="2257"/>
                  </a:lnTo>
                  <a:lnTo>
                    <a:pt x="7963" y="1195"/>
                  </a:lnTo>
                  <a:lnTo>
                    <a:pt x="7963" y="1195"/>
                  </a:lnTo>
                  <a:lnTo>
                    <a:pt x="7830" y="399"/>
                  </a:lnTo>
                  <a:lnTo>
                    <a:pt x="7698" y="134"/>
                  </a:lnTo>
                  <a:lnTo>
                    <a:pt x="7432" y="1"/>
                  </a:lnTo>
                  <a:lnTo>
                    <a:pt x="7432" y="1"/>
                  </a:lnTo>
                  <a:lnTo>
                    <a:pt x="7432" y="399"/>
                  </a:lnTo>
                  <a:lnTo>
                    <a:pt x="7432" y="399"/>
                  </a:lnTo>
                  <a:lnTo>
                    <a:pt x="7299" y="665"/>
                  </a:lnTo>
                  <a:lnTo>
                    <a:pt x="6901" y="797"/>
                  </a:lnTo>
                  <a:lnTo>
                    <a:pt x="6370" y="930"/>
                  </a:lnTo>
                  <a:lnTo>
                    <a:pt x="5840" y="930"/>
                  </a:lnTo>
                  <a:lnTo>
                    <a:pt x="5840" y="930"/>
                  </a:lnTo>
                  <a:lnTo>
                    <a:pt x="4778" y="930"/>
                  </a:lnTo>
                  <a:lnTo>
                    <a:pt x="4380" y="797"/>
                  </a:lnTo>
                  <a:lnTo>
                    <a:pt x="4247" y="665"/>
                  </a:lnTo>
                  <a:lnTo>
                    <a:pt x="4247" y="5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8"/>
            <p:cNvSpPr/>
            <p:nvPr/>
          </p:nvSpPr>
          <p:spPr>
            <a:xfrm>
              <a:off x="7399581" y="3352425"/>
              <a:ext cx="220050" cy="116640"/>
            </a:xfrm>
            <a:custGeom>
              <a:rect b="b" l="l" r="r" t="t"/>
              <a:pathLst>
                <a:path extrusionOk="0" h="7035" w="13272">
                  <a:moveTo>
                    <a:pt x="12210" y="0"/>
                  </a:moveTo>
                  <a:lnTo>
                    <a:pt x="12210" y="266"/>
                  </a:lnTo>
                  <a:lnTo>
                    <a:pt x="11944" y="531"/>
                  </a:lnTo>
                  <a:lnTo>
                    <a:pt x="11679" y="797"/>
                  </a:lnTo>
                  <a:lnTo>
                    <a:pt x="10617" y="929"/>
                  </a:lnTo>
                  <a:lnTo>
                    <a:pt x="9025" y="929"/>
                  </a:lnTo>
                  <a:lnTo>
                    <a:pt x="8627" y="797"/>
                  </a:lnTo>
                  <a:lnTo>
                    <a:pt x="8627" y="133"/>
                  </a:lnTo>
                  <a:lnTo>
                    <a:pt x="8228" y="399"/>
                  </a:lnTo>
                  <a:lnTo>
                    <a:pt x="7830" y="929"/>
                  </a:lnTo>
                  <a:lnTo>
                    <a:pt x="6901" y="1726"/>
                  </a:lnTo>
                  <a:lnTo>
                    <a:pt x="5707" y="2389"/>
                  </a:lnTo>
                  <a:lnTo>
                    <a:pt x="3053" y="3584"/>
                  </a:lnTo>
                  <a:lnTo>
                    <a:pt x="531" y="4645"/>
                  </a:lnTo>
                  <a:lnTo>
                    <a:pt x="266" y="4778"/>
                  </a:lnTo>
                  <a:lnTo>
                    <a:pt x="133" y="5043"/>
                  </a:lnTo>
                  <a:lnTo>
                    <a:pt x="0" y="5442"/>
                  </a:lnTo>
                  <a:lnTo>
                    <a:pt x="133" y="5972"/>
                  </a:lnTo>
                  <a:lnTo>
                    <a:pt x="531" y="6371"/>
                  </a:lnTo>
                  <a:lnTo>
                    <a:pt x="1327" y="6769"/>
                  </a:lnTo>
                  <a:lnTo>
                    <a:pt x="2522" y="7034"/>
                  </a:lnTo>
                  <a:lnTo>
                    <a:pt x="3849" y="7034"/>
                  </a:lnTo>
                  <a:lnTo>
                    <a:pt x="5441" y="6769"/>
                  </a:lnTo>
                  <a:lnTo>
                    <a:pt x="6370" y="6503"/>
                  </a:lnTo>
                  <a:lnTo>
                    <a:pt x="7432" y="5972"/>
                  </a:lnTo>
                  <a:lnTo>
                    <a:pt x="8361" y="5574"/>
                  </a:lnTo>
                  <a:lnTo>
                    <a:pt x="8759" y="5442"/>
                  </a:lnTo>
                  <a:lnTo>
                    <a:pt x="11148" y="5442"/>
                  </a:lnTo>
                  <a:lnTo>
                    <a:pt x="12077" y="5309"/>
                  </a:lnTo>
                  <a:lnTo>
                    <a:pt x="12873" y="5043"/>
                  </a:lnTo>
                  <a:lnTo>
                    <a:pt x="13006" y="4778"/>
                  </a:lnTo>
                  <a:lnTo>
                    <a:pt x="13139" y="4513"/>
                  </a:lnTo>
                  <a:lnTo>
                    <a:pt x="13271" y="3849"/>
                  </a:lnTo>
                  <a:lnTo>
                    <a:pt x="13271" y="3186"/>
                  </a:lnTo>
                  <a:lnTo>
                    <a:pt x="13006" y="2522"/>
                  </a:lnTo>
                  <a:lnTo>
                    <a:pt x="12741" y="797"/>
                  </a:lnTo>
                  <a:lnTo>
                    <a:pt x="12475" y="133"/>
                  </a:lnTo>
                  <a:lnTo>
                    <a:pt x="1234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8"/>
            <p:cNvSpPr/>
            <p:nvPr/>
          </p:nvSpPr>
          <p:spPr>
            <a:xfrm>
              <a:off x="7399581" y="3352425"/>
              <a:ext cx="220050" cy="116640"/>
            </a:xfrm>
            <a:custGeom>
              <a:rect b="b" l="l" r="r" t="t"/>
              <a:pathLst>
                <a:path extrusionOk="0" fill="none" h="7035" w="13272">
                  <a:moveTo>
                    <a:pt x="8627" y="133"/>
                  </a:moveTo>
                  <a:lnTo>
                    <a:pt x="8627" y="133"/>
                  </a:lnTo>
                  <a:lnTo>
                    <a:pt x="8228" y="399"/>
                  </a:lnTo>
                  <a:lnTo>
                    <a:pt x="7830" y="929"/>
                  </a:lnTo>
                  <a:lnTo>
                    <a:pt x="7830" y="929"/>
                  </a:lnTo>
                  <a:lnTo>
                    <a:pt x="6901" y="1726"/>
                  </a:lnTo>
                  <a:lnTo>
                    <a:pt x="5707" y="2389"/>
                  </a:lnTo>
                  <a:lnTo>
                    <a:pt x="5707" y="2389"/>
                  </a:lnTo>
                  <a:lnTo>
                    <a:pt x="3053" y="3584"/>
                  </a:lnTo>
                  <a:lnTo>
                    <a:pt x="531" y="4645"/>
                  </a:lnTo>
                  <a:lnTo>
                    <a:pt x="531" y="4645"/>
                  </a:lnTo>
                  <a:lnTo>
                    <a:pt x="266" y="4778"/>
                  </a:lnTo>
                  <a:lnTo>
                    <a:pt x="133" y="5043"/>
                  </a:lnTo>
                  <a:lnTo>
                    <a:pt x="0" y="5442"/>
                  </a:lnTo>
                  <a:lnTo>
                    <a:pt x="133" y="5972"/>
                  </a:lnTo>
                  <a:lnTo>
                    <a:pt x="531" y="6371"/>
                  </a:lnTo>
                  <a:lnTo>
                    <a:pt x="531" y="6371"/>
                  </a:lnTo>
                  <a:lnTo>
                    <a:pt x="1327" y="6769"/>
                  </a:lnTo>
                  <a:lnTo>
                    <a:pt x="2522" y="7034"/>
                  </a:lnTo>
                  <a:lnTo>
                    <a:pt x="3849" y="7034"/>
                  </a:lnTo>
                  <a:lnTo>
                    <a:pt x="5441" y="6769"/>
                  </a:lnTo>
                  <a:lnTo>
                    <a:pt x="5441" y="6769"/>
                  </a:lnTo>
                  <a:lnTo>
                    <a:pt x="6370" y="6503"/>
                  </a:lnTo>
                  <a:lnTo>
                    <a:pt x="7432" y="5972"/>
                  </a:lnTo>
                  <a:lnTo>
                    <a:pt x="8361" y="5574"/>
                  </a:lnTo>
                  <a:lnTo>
                    <a:pt x="8759" y="5442"/>
                  </a:lnTo>
                  <a:lnTo>
                    <a:pt x="9157" y="5442"/>
                  </a:lnTo>
                  <a:lnTo>
                    <a:pt x="9157" y="5442"/>
                  </a:lnTo>
                  <a:lnTo>
                    <a:pt x="10086" y="5442"/>
                  </a:lnTo>
                  <a:lnTo>
                    <a:pt x="11148" y="5442"/>
                  </a:lnTo>
                  <a:lnTo>
                    <a:pt x="12077" y="5309"/>
                  </a:lnTo>
                  <a:lnTo>
                    <a:pt x="12873" y="5043"/>
                  </a:lnTo>
                  <a:lnTo>
                    <a:pt x="12873" y="5043"/>
                  </a:lnTo>
                  <a:lnTo>
                    <a:pt x="13006" y="4778"/>
                  </a:lnTo>
                  <a:lnTo>
                    <a:pt x="13139" y="4513"/>
                  </a:lnTo>
                  <a:lnTo>
                    <a:pt x="13271" y="3849"/>
                  </a:lnTo>
                  <a:lnTo>
                    <a:pt x="13271" y="3186"/>
                  </a:lnTo>
                  <a:lnTo>
                    <a:pt x="13006" y="2522"/>
                  </a:lnTo>
                  <a:lnTo>
                    <a:pt x="13006" y="2522"/>
                  </a:lnTo>
                  <a:lnTo>
                    <a:pt x="12741" y="797"/>
                  </a:lnTo>
                  <a:lnTo>
                    <a:pt x="12475" y="133"/>
                  </a:lnTo>
                  <a:lnTo>
                    <a:pt x="12342" y="0"/>
                  </a:lnTo>
                  <a:lnTo>
                    <a:pt x="12210" y="0"/>
                  </a:lnTo>
                  <a:lnTo>
                    <a:pt x="12210" y="266"/>
                  </a:lnTo>
                  <a:lnTo>
                    <a:pt x="12210" y="266"/>
                  </a:lnTo>
                  <a:lnTo>
                    <a:pt x="11944" y="531"/>
                  </a:lnTo>
                  <a:lnTo>
                    <a:pt x="11679" y="797"/>
                  </a:lnTo>
                  <a:lnTo>
                    <a:pt x="10617" y="929"/>
                  </a:lnTo>
                  <a:lnTo>
                    <a:pt x="9556" y="929"/>
                  </a:lnTo>
                  <a:lnTo>
                    <a:pt x="9025" y="929"/>
                  </a:lnTo>
                  <a:lnTo>
                    <a:pt x="8627" y="797"/>
                  </a:lnTo>
                  <a:lnTo>
                    <a:pt x="8627" y="13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58"/>
            <p:cNvSpPr/>
            <p:nvPr/>
          </p:nvSpPr>
          <p:spPr>
            <a:xfrm>
              <a:off x="7591013" y="2778144"/>
              <a:ext cx="77031" cy="244240"/>
            </a:xfrm>
            <a:custGeom>
              <a:rect b="b" l="l" r="r" t="t"/>
              <a:pathLst>
                <a:path extrusionOk="0" h="14731" w="4646">
                  <a:moveTo>
                    <a:pt x="0" y="0"/>
                  </a:moveTo>
                  <a:lnTo>
                    <a:pt x="133" y="265"/>
                  </a:lnTo>
                  <a:lnTo>
                    <a:pt x="664" y="1062"/>
                  </a:lnTo>
                  <a:lnTo>
                    <a:pt x="1725" y="1991"/>
                  </a:lnTo>
                  <a:lnTo>
                    <a:pt x="2522" y="2522"/>
                  </a:lnTo>
                  <a:lnTo>
                    <a:pt x="3318" y="3052"/>
                  </a:lnTo>
                  <a:lnTo>
                    <a:pt x="2787" y="14731"/>
                  </a:lnTo>
                  <a:lnTo>
                    <a:pt x="4645" y="2787"/>
                  </a:lnTo>
                  <a:lnTo>
                    <a:pt x="4247" y="2654"/>
                  </a:lnTo>
                  <a:lnTo>
                    <a:pt x="3053" y="2123"/>
                  </a:lnTo>
                  <a:lnTo>
                    <a:pt x="1460" y="1194"/>
                  </a:lnTo>
                  <a:lnTo>
                    <a:pt x="664" y="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29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8"/>
            <p:cNvSpPr/>
            <p:nvPr/>
          </p:nvSpPr>
          <p:spPr>
            <a:xfrm>
              <a:off x="7591013" y="2778144"/>
              <a:ext cx="77031" cy="244240"/>
            </a:xfrm>
            <a:custGeom>
              <a:rect b="b" l="l" r="r" t="t"/>
              <a:pathLst>
                <a:path extrusionOk="0" fill="none" h="14731" w="4646">
                  <a:moveTo>
                    <a:pt x="0" y="0"/>
                  </a:moveTo>
                  <a:lnTo>
                    <a:pt x="0" y="0"/>
                  </a:lnTo>
                  <a:lnTo>
                    <a:pt x="133" y="265"/>
                  </a:lnTo>
                  <a:lnTo>
                    <a:pt x="664" y="1062"/>
                  </a:lnTo>
                  <a:lnTo>
                    <a:pt x="1725" y="1991"/>
                  </a:lnTo>
                  <a:lnTo>
                    <a:pt x="2522" y="2522"/>
                  </a:lnTo>
                  <a:lnTo>
                    <a:pt x="3318" y="3052"/>
                  </a:lnTo>
                  <a:lnTo>
                    <a:pt x="2787" y="14731"/>
                  </a:lnTo>
                  <a:lnTo>
                    <a:pt x="4645" y="2787"/>
                  </a:lnTo>
                  <a:lnTo>
                    <a:pt x="4645" y="2787"/>
                  </a:lnTo>
                  <a:lnTo>
                    <a:pt x="4247" y="2654"/>
                  </a:lnTo>
                  <a:lnTo>
                    <a:pt x="3053" y="2123"/>
                  </a:lnTo>
                  <a:lnTo>
                    <a:pt x="1460" y="1194"/>
                  </a:lnTo>
                  <a:lnTo>
                    <a:pt x="664" y="66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8"/>
            <p:cNvSpPr/>
            <p:nvPr/>
          </p:nvSpPr>
          <p:spPr>
            <a:xfrm>
              <a:off x="7542600" y="2313871"/>
              <a:ext cx="259659" cy="411466"/>
            </a:xfrm>
            <a:custGeom>
              <a:rect b="b" l="l" r="r" t="t"/>
              <a:pathLst>
                <a:path extrusionOk="0" h="24817" w="15661">
                  <a:moveTo>
                    <a:pt x="5442" y="0"/>
                  </a:moveTo>
                  <a:lnTo>
                    <a:pt x="4115" y="133"/>
                  </a:lnTo>
                  <a:lnTo>
                    <a:pt x="3186" y="531"/>
                  </a:lnTo>
                  <a:lnTo>
                    <a:pt x="2257" y="1194"/>
                  </a:lnTo>
                  <a:lnTo>
                    <a:pt x="1593" y="1858"/>
                  </a:lnTo>
                  <a:lnTo>
                    <a:pt x="1195" y="2654"/>
                  </a:lnTo>
                  <a:lnTo>
                    <a:pt x="797" y="3583"/>
                  </a:lnTo>
                  <a:lnTo>
                    <a:pt x="664" y="4380"/>
                  </a:lnTo>
                  <a:lnTo>
                    <a:pt x="531" y="5309"/>
                  </a:lnTo>
                  <a:lnTo>
                    <a:pt x="266" y="14731"/>
                  </a:lnTo>
                  <a:lnTo>
                    <a:pt x="1" y="22561"/>
                  </a:lnTo>
                  <a:lnTo>
                    <a:pt x="930" y="23092"/>
                  </a:lnTo>
                  <a:lnTo>
                    <a:pt x="1858" y="23623"/>
                  </a:lnTo>
                  <a:lnTo>
                    <a:pt x="2920" y="24021"/>
                  </a:lnTo>
                  <a:lnTo>
                    <a:pt x="3982" y="24286"/>
                  </a:lnTo>
                  <a:lnTo>
                    <a:pt x="6371" y="24684"/>
                  </a:lnTo>
                  <a:lnTo>
                    <a:pt x="8759" y="24817"/>
                  </a:lnTo>
                  <a:lnTo>
                    <a:pt x="10883" y="24817"/>
                  </a:lnTo>
                  <a:lnTo>
                    <a:pt x="12873" y="24419"/>
                  </a:lnTo>
                  <a:lnTo>
                    <a:pt x="14466" y="24021"/>
                  </a:lnTo>
                  <a:lnTo>
                    <a:pt x="15130" y="23755"/>
                  </a:lnTo>
                  <a:lnTo>
                    <a:pt x="15660" y="23490"/>
                  </a:lnTo>
                  <a:lnTo>
                    <a:pt x="15528" y="11015"/>
                  </a:lnTo>
                  <a:lnTo>
                    <a:pt x="15528" y="7963"/>
                  </a:lnTo>
                  <a:lnTo>
                    <a:pt x="15262" y="5309"/>
                  </a:lnTo>
                  <a:lnTo>
                    <a:pt x="14864" y="3052"/>
                  </a:lnTo>
                  <a:lnTo>
                    <a:pt x="14731" y="2389"/>
                  </a:lnTo>
                  <a:lnTo>
                    <a:pt x="14466" y="1725"/>
                  </a:lnTo>
                  <a:lnTo>
                    <a:pt x="14068" y="1194"/>
                  </a:lnTo>
                  <a:lnTo>
                    <a:pt x="13802" y="1062"/>
                  </a:lnTo>
                  <a:lnTo>
                    <a:pt x="13537" y="929"/>
                  </a:lnTo>
                  <a:lnTo>
                    <a:pt x="11546" y="531"/>
                  </a:lnTo>
                  <a:lnTo>
                    <a:pt x="10087" y="266"/>
                  </a:lnTo>
                  <a:lnTo>
                    <a:pt x="544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58"/>
            <p:cNvSpPr/>
            <p:nvPr/>
          </p:nvSpPr>
          <p:spPr>
            <a:xfrm>
              <a:off x="7542600" y="2313871"/>
              <a:ext cx="259659" cy="411466"/>
            </a:xfrm>
            <a:custGeom>
              <a:rect b="b" l="l" r="r" t="t"/>
              <a:pathLst>
                <a:path extrusionOk="0" fill="none" h="24817" w="15661">
                  <a:moveTo>
                    <a:pt x="10087" y="266"/>
                  </a:moveTo>
                  <a:lnTo>
                    <a:pt x="10087" y="266"/>
                  </a:lnTo>
                  <a:lnTo>
                    <a:pt x="11546" y="531"/>
                  </a:lnTo>
                  <a:lnTo>
                    <a:pt x="13537" y="929"/>
                  </a:lnTo>
                  <a:lnTo>
                    <a:pt x="13537" y="929"/>
                  </a:lnTo>
                  <a:lnTo>
                    <a:pt x="13802" y="1062"/>
                  </a:lnTo>
                  <a:lnTo>
                    <a:pt x="14068" y="1194"/>
                  </a:lnTo>
                  <a:lnTo>
                    <a:pt x="14466" y="1725"/>
                  </a:lnTo>
                  <a:lnTo>
                    <a:pt x="14731" y="2389"/>
                  </a:lnTo>
                  <a:lnTo>
                    <a:pt x="14864" y="3052"/>
                  </a:lnTo>
                  <a:lnTo>
                    <a:pt x="14864" y="3052"/>
                  </a:lnTo>
                  <a:lnTo>
                    <a:pt x="15262" y="5309"/>
                  </a:lnTo>
                  <a:lnTo>
                    <a:pt x="15528" y="7963"/>
                  </a:lnTo>
                  <a:lnTo>
                    <a:pt x="15528" y="11015"/>
                  </a:lnTo>
                  <a:lnTo>
                    <a:pt x="15660" y="23490"/>
                  </a:lnTo>
                  <a:lnTo>
                    <a:pt x="15660" y="23490"/>
                  </a:lnTo>
                  <a:lnTo>
                    <a:pt x="15130" y="23755"/>
                  </a:lnTo>
                  <a:lnTo>
                    <a:pt x="14466" y="24021"/>
                  </a:lnTo>
                  <a:lnTo>
                    <a:pt x="12873" y="24419"/>
                  </a:lnTo>
                  <a:lnTo>
                    <a:pt x="10883" y="24817"/>
                  </a:lnTo>
                  <a:lnTo>
                    <a:pt x="8759" y="24817"/>
                  </a:lnTo>
                  <a:lnTo>
                    <a:pt x="6371" y="24684"/>
                  </a:lnTo>
                  <a:lnTo>
                    <a:pt x="3982" y="24286"/>
                  </a:lnTo>
                  <a:lnTo>
                    <a:pt x="2920" y="24021"/>
                  </a:lnTo>
                  <a:lnTo>
                    <a:pt x="1858" y="23623"/>
                  </a:lnTo>
                  <a:lnTo>
                    <a:pt x="930" y="23092"/>
                  </a:lnTo>
                  <a:lnTo>
                    <a:pt x="1" y="22561"/>
                  </a:lnTo>
                  <a:lnTo>
                    <a:pt x="1" y="22561"/>
                  </a:lnTo>
                  <a:lnTo>
                    <a:pt x="266" y="14731"/>
                  </a:lnTo>
                  <a:lnTo>
                    <a:pt x="531" y="5309"/>
                  </a:lnTo>
                  <a:lnTo>
                    <a:pt x="531" y="5309"/>
                  </a:lnTo>
                  <a:lnTo>
                    <a:pt x="664" y="4380"/>
                  </a:lnTo>
                  <a:lnTo>
                    <a:pt x="797" y="3583"/>
                  </a:lnTo>
                  <a:lnTo>
                    <a:pt x="1195" y="2654"/>
                  </a:lnTo>
                  <a:lnTo>
                    <a:pt x="1593" y="1858"/>
                  </a:lnTo>
                  <a:lnTo>
                    <a:pt x="2257" y="1194"/>
                  </a:lnTo>
                  <a:lnTo>
                    <a:pt x="3186" y="531"/>
                  </a:lnTo>
                  <a:lnTo>
                    <a:pt x="4115" y="133"/>
                  </a:lnTo>
                  <a:lnTo>
                    <a:pt x="5442" y="0"/>
                  </a:lnTo>
                  <a:lnTo>
                    <a:pt x="10087" y="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58"/>
            <p:cNvSpPr/>
            <p:nvPr/>
          </p:nvSpPr>
          <p:spPr>
            <a:xfrm>
              <a:off x="7536001" y="2309460"/>
              <a:ext cx="270652" cy="429090"/>
            </a:xfrm>
            <a:custGeom>
              <a:rect b="b" l="l" r="r" t="t"/>
              <a:pathLst>
                <a:path extrusionOk="0" h="25880" w="16324">
                  <a:moveTo>
                    <a:pt x="5574" y="1"/>
                  </a:moveTo>
                  <a:lnTo>
                    <a:pt x="4778" y="133"/>
                  </a:lnTo>
                  <a:lnTo>
                    <a:pt x="3982" y="399"/>
                  </a:lnTo>
                  <a:lnTo>
                    <a:pt x="3185" y="797"/>
                  </a:lnTo>
                  <a:lnTo>
                    <a:pt x="2787" y="1062"/>
                  </a:lnTo>
                  <a:lnTo>
                    <a:pt x="2256" y="1460"/>
                  </a:lnTo>
                  <a:lnTo>
                    <a:pt x="1858" y="1859"/>
                  </a:lnTo>
                  <a:lnTo>
                    <a:pt x="1460" y="2522"/>
                  </a:lnTo>
                  <a:lnTo>
                    <a:pt x="1195" y="3318"/>
                  </a:lnTo>
                  <a:lnTo>
                    <a:pt x="929" y="4247"/>
                  </a:lnTo>
                  <a:lnTo>
                    <a:pt x="664" y="5973"/>
                  </a:lnTo>
                  <a:lnTo>
                    <a:pt x="531" y="8494"/>
                  </a:lnTo>
                  <a:lnTo>
                    <a:pt x="266" y="14864"/>
                  </a:lnTo>
                  <a:lnTo>
                    <a:pt x="0" y="23225"/>
                  </a:lnTo>
                  <a:lnTo>
                    <a:pt x="266" y="23358"/>
                  </a:lnTo>
                  <a:lnTo>
                    <a:pt x="929" y="23889"/>
                  </a:lnTo>
                  <a:lnTo>
                    <a:pt x="2256" y="24552"/>
                  </a:lnTo>
                  <a:lnTo>
                    <a:pt x="4114" y="25216"/>
                  </a:lnTo>
                  <a:lnTo>
                    <a:pt x="5176" y="25481"/>
                  </a:lnTo>
                  <a:lnTo>
                    <a:pt x="6371" y="25747"/>
                  </a:lnTo>
                  <a:lnTo>
                    <a:pt x="7698" y="25879"/>
                  </a:lnTo>
                  <a:lnTo>
                    <a:pt x="9157" y="25879"/>
                  </a:lnTo>
                  <a:lnTo>
                    <a:pt x="10750" y="25747"/>
                  </a:lnTo>
                  <a:lnTo>
                    <a:pt x="12475" y="25481"/>
                  </a:lnTo>
                  <a:lnTo>
                    <a:pt x="14333" y="25083"/>
                  </a:lnTo>
                  <a:lnTo>
                    <a:pt x="16324" y="24552"/>
                  </a:lnTo>
                  <a:lnTo>
                    <a:pt x="16324" y="11281"/>
                  </a:lnTo>
                  <a:lnTo>
                    <a:pt x="16324" y="10352"/>
                  </a:lnTo>
                  <a:lnTo>
                    <a:pt x="16191" y="7698"/>
                  </a:lnTo>
                  <a:lnTo>
                    <a:pt x="16058" y="6105"/>
                  </a:lnTo>
                  <a:lnTo>
                    <a:pt x="15793" y="4380"/>
                  </a:lnTo>
                  <a:lnTo>
                    <a:pt x="15395" y="2655"/>
                  </a:lnTo>
                  <a:lnTo>
                    <a:pt x="14864" y="1062"/>
                  </a:lnTo>
                  <a:lnTo>
                    <a:pt x="10883" y="399"/>
                  </a:lnTo>
                  <a:lnTo>
                    <a:pt x="10883" y="532"/>
                  </a:lnTo>
                  <a:lnTo>
                    <a:pt x="11148" y="664"/>
                  </a:lnTo>
                  <a:lnTo>
                    <a:pt x="11414" y="1062"/>
                  </a:lnTo>
                  <a:lnTo>
                    <a:pt x="11546" y="1328"/>
                  </a:lnTo>
                  <a:lnTo>
                    <a:pt x="11414" y="1726"/>
                  </a:lnTo>
                  <a:lnTo>
                    <a:pt x="10617" y="3186"/>
                  </a:lnTo>
                  <a:lnTo>
                    <a:pt x="9556" y="4646"/>
                  </a:lnTo>
                  <a:lnTo>
                    <a:pt x="9025" y="5176"/>
                  </a:lnTo>
                  <a:lnTo>
                    <a:pt x="8361" y="5707"/>
                  </a:lnTo>
                  <a:lnTo>
                    <a:pt x="7034" y="6636"/>
                  </a:lnTo>
                  <a:lnTo>
                    <a:pt x="5442" y="7300"/>
                  </a:lnTo>
                  <a:lnTo>
                    <a:pt x="5309" y="7034"/>
                  </a:lnTo>
                  <a:lnTo>
                    <a:pt x="4911" y="6371"/>
                  </a:lnTo>
                  <a:lnTo>
                    <a:pt x="4513" y="5309"/>
                  </a:lnTo>
                  <a:lnTo>
                    <a:pt x="4380" y="4778"/>
                  </a:lnTo>
                  <a:lnTo>
                    <a:pt x="4380" y="4115"/>
                  </a:lnTo>
                  <a:lnTo>
                    <a:pt x="4645" y="2788"/>
                  </a:lnTo>
                  <a:lnTo>
                    <a:pt x="5043" y="1726"/>
                  </a:lnTo>
                  <a:lnTo>
                    <a:pt x="5442" y="930"/>
                  </a:lnTo>
                  <a:lnTo>
                    <a:pt x="5840" y="532"/>
                  </a:lnTo>
                  <a:lnTo>
                    <a:pt x="6371" y="266"/>
                  </a:lnTo>
                  <a:lnTo>
                    <a:pt x="6371" y="133"/>
                  </a:lnTo>
                  <a:lnTo>
                    <a:pt x="5574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8"/>
            <p:cNvSpPr/>
            <p:nvPr/>
          </p:nvSpPr>
          <p:spPr>
            <a:xfrm>
              <a:off x="7536001" y="2309460"/>
              <a:ext cx="270652" cy="429090"/>
            </a:xfrm>
            <a:custGeom>
              <a:rect b="b" l="l" r="r" t="t"/>
              <a:pathLst>
                <a:path extrusionOk="0" fill="none" h="25880" w="16324">
                  <a:moveTo>
                    <a:pt x="10883" y="532"/>
                  </a:moveTo>
                  <a:lnTo>
                    <a:pt x="10883" y="532"/>
                  </a:lnTo>
                  <a:lnTo>
                    <a:pt x="11148" y="664"/>
                  </a:lnTo>
                  <a:lnTo>
                    <a:pt x="11414" y="1062"/>
                  </a:lnTo>
                  <a:lnTo>
                    <a:pt x="11546" y="1328"/>
                  </a:lnTo>
                  <a:lnTo>
                    <a:pt x="11414" y="1726"/>
                  </a:lnTo>
                  <a:lnTo>
                    <a:pt x="11414" y="1726"/>
                  </a:lnTo>
                  <a:lnTo>
                    <a:pt x="10617" y="3186"/>
                  </a:lnTo>
                  <a:lnTo>
                    <a:pt x="9556" y="4646"/>
                  </a:lnTo>
                  <a:lnTo>
                    <a:pt x="9556" y="4646"/>
                  </a:lnTo>
                  <a:lnTo>
                    <a:pt x="9025" y="5176"/>
                  </a:lnTo>
                  <a:lnTo>
                    <a:pt x="8361" y="5707"/>
                  </a:lnTo>
                  <a:lnTo>
                    <a:pt x="7034" y="6636"/>
                  </a:lnTo>
                  <a:lnTo>
                    <a:pt x="5442" y="7300"/>
                  </a:lnTo>
                  <a:lnTo>
                    <a:pt x="5442" y="7300"/>
                  </a:lnTo>
                  <a:lnTo>
                    <a:pt x="5309" y="7034"/>
                  </a:lnTo>
                  <a:lnTo>
                    <a:pt x="4911" y="6371"/>
                  </a:lnTo>
                  <a:lnTo>
                    <a:pt x="4513" y="5309"/>
                  </a:lnTo>
                  <a:lnTo>
                    <a:pt x="4380" y="4778"/>
                  </a:lnTo>
                  <a:lnTo>
                    <a:pt x="4380" y="4115"/>
                  </a:lnTo>
                  <a:lnTo>
                    <a:pt x="4380" y="4115"/>
                  </a:lnTo>
                  <a:lnTo>
                    <a:pt x="4645" y="2788"/>
                  </a:lnTo>
                  <a:lnTo>
                    <a:pt x="5043" y="1726"/>
                  </a:lnTo>
                  <a:lnTo>
                    <a:pt x="5442" y="930"/>
                  </a:lnTo>
                  <a:lnTo>
                    <a:pt x="5840" y="532"/>
                  </a:lnTo>
                  <a:lnTo>
                    <a:pt x="5840" y="532"/>
                  </a:lnTo>
                  <a:lnTo>
                    <a:pt x="6371" y="266"/>
                  </a:lnTo>
                  <a:lnTo>
                    <a:pt x="6371" y="133"/>
                  </a:lnTo>
                  <a:lnTo>
                    <a:pt x="6371" y="133"/>
                  </a:lnTo>
                  <a:lnTo>
                    <a:pt x="5574" y="1"/>
                  </a:lnTo>
                  <a:lnTo>
                    <a:pt x="4778" y="133"/>
                  </a:lnTo>
                  <a:lnTo>
                    <a:pt x="3982" y="399"/>
                  </a:lnTo>
                  <a:lnTo>
                    <a:pt x="3982" y="399"/>
                  </a:lnTo>
                  <a:lnTo>
                    <a:pt x="3185" y="797"/>
                  </a:lnTo>
                  <a:lnTo>
                    <a:pt x="2787" y="1062"/>
                  </a:lnTo>
                  <a:lnTo>
                    <a:pt x="2256" y="1460"/>
                  </a:lnTo>
                  <a:lnTo>
                    <a:pt x="1858" y="1859"/>
                  </a:lnTo>
                  <a:lnTo>
                    <a:pt x="1460" y="2522"/>
                  </a:lnTo>
                  <a:lnTo>
                    <a:pt x="1195" y="3318"/>
                  </a:lnTo>
                  <a:lnTo>
                    <a:pt x="929" y="4247"/>
                  </a:lnTo>
                  <a:lnTo>
                    <a:pt x="929" y="4247"/>
                  </a:lnTo>
                  <a:lnTo>
                    <a:pt x="664" y="5973"/>
                  </a:lnTo>
                  <a:lnTo>
                    <a:pt x="531" y="8494"/>
                  </a:lnTo>
                  <a:lnTo>
                    <a:pt x="266" y="14864"/>
                  </a:lnTo>
                  <a:lnTo>
                    <a:pt x="0" y="23225"/>
                  </a:lnTo>
                  <a:lnTo>
                    <a:pt x="0" y="23225"/>
                  </a:lnTo>
                  <a:lnTo>
                    <a:pt x="266" y="23358"/>
                  </a:lnTo>
                  <a:lnTo>
                    <a:pt x="929" y="23889"/>
                  </a:lnTo>
                  <a:lnTo>
                    <a:pt x="2256" y="24552"/>
                  </a:lnTo>
                  <a:lnTo>
                    <a:pt x="4114" y="25216"/>
                  </a:lnTo>
                  <a:lnTo>
                    <a:pt x="5176" y="25481"/>
                  </a:lnTo>
                  <a:lnTo>
                    <a:pt x="6371" y="25747"/>
                  </a:lnTo>
                  <a:lnTo>
                    <a:pt x="7698" y="25879"/>
                  </a:lnTo>
                  <a:lnTo>
                    <a:pt x="9157" y="25879"/>
                  </a:lnTo>
                  <a:lnTo>
                    <a:pt x="10750" y="25747"/>
                  </a:lnTo>
                  <a:lnTo>
                    <a:pt x="12475" y="25481"/>
                  </a:lnTo>
                  <a:lnTo>
                    <a:pt x="14333" y="25083"/>
                  </a:lnTo>
                  <a:lnTo>
                    <a:pt x="16324" y="24552"/>
                  </a:lnTo>
                  <a:lnTo>
                    <a:pt x="16324" y="11281"/>
                  </a:lnTo>
                  <a:lnTo>
                    <a:pt x="16324" y="11281"/>
                  </a:lnTo>
                  <a:lnTo>
                    <a:pt x="16324" y="10352"/>
                  </a:lnTo>
                  <a:lnTo>
                    <a:pt x="16191" y="7698"/>
                  </a:lnTo>
                  <a:lnTo>
                    <a:pt x="16058" y="6105"/>
                  </a:lnTo>
                  <a:lnTo>
                    <a:pt x="15793" y="4380"/>
                  </a:lnTo>
                  <a:lnTo>
                    <a:pt x="15395" y="2655"/>
                  </a:lnTo>
                  <a:lnTo>
                    <a:pt x="14864" y="1062"/>
                  </a:lnTo>
                  <a:lnTo>
                    <a:pt x="10883" y="399"/>
                  </a:lnTo>
                  <a:lnTo>
                    <a:pt x="10883" y="5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8"/>
            <p:cNvSpPr/>
            <p:nvPr/>
          </p:nvSpPr>
          <p:spPr>
            <a:xfrm>
              <a:off x="7538206" y="2555905"/>
              <a:ext cx="268447" cy="70415"/>
            </a:xfrm>
            <a:custGeom>
              <a:rect b="b" l="l" r="r" t="t"/>
              <a:pathLst>
                <a:path extrusionOk="0" h="4247" w="16191">
                  <a:moveTo>
                    <a:pt x="133" y="0"/>
                  </a:moveTo>
                  <a:lnTo>
                    <a:pt x="0" y="1593"/>
                  </a:lnTo>
                  <a:lnTo>
                    <a:pt x="531" y="2124"/>
                  </a:lnTo>
                  <a:lnTo>
                    <a:pt x="1195" y="2654"/>
                  </a:lnTo>
                  <a:lnTo>
                    <a:pt x="2256" y="3185"/>
                  </a:lnTo>
                  <a:lnTo>
                    <a:pt x="3318" y="3451"/>
                  </a:lnTo>
                  <a:lnTo>
                    <a:pt x="4512" y="3849"/>
                  </a:lnTo>
                  <a:lnTo>
                    <a:pt x="5972" y="3982"/>
                  </a:lnTo>
                  <a:lnTo>
                    <a:pt x="7299" y="4114"/>
                  </a:lnTo>
                  <a:lnTo>
                    <a:pt x="8626" y="4247"/>
                  </a:lnTo>
                  <a:lnTo>
                    <a:pt x="9953" y="4247"/>
                  </a:lnTo>
                  <a:lnTo>
                    <a:pt x="11148" y="4114"/>
                  </a:lnTo>
                  <a:lnTo>
                    <a:pt x="12342" y="3849"/>
                  </a:lnTo>
                  <a:lnTo>
                    <a:pt x="13404" y="3583"/>
                  </a:lnTo>
                  <a:lnTo>
                    <a:pt x="14333" y="3318"/>
                  </a:lnTo>
                  <a:lnTo>
                    <a:pt x="14996" y="3053"/>
                  </a:lnTo>
                  <a:lnTo>
                    <a:pt x="15660" y="2654"/>
                  </a:lnTo>
                  <a:lnTo>
                    <a:pt x="16191" y="2256"/>
                  </a:lnTo>
                  <a:lnTo>
                    <a:pt x="16191" y="797"/>
                  </a:lnTo>
                  <a:lnTo>
                    <a:pt x="15660" y="1062"/>
                  </a:lnTo>
                  <a:lnTo>
                    <a:pt x="14996" y="1460"/>
                  </a:lnTo>
                  <a:lnTo>
                    <a:pt x="14333" y="1858"/>
                  </a:lnTo>
                  <a:lnTo>
                    <a:pt x="13404" y="2124"/>
                  </a:lnTo>
                  <a:lnTo>
                    <a:pt x="12342" y="2389"/>
                  </a:lnTo>
                  <a:lnTo>
                    <a:pt x="11148" y="2522"/>
                  </a:lnTo>
                  <a:lnTo>
                    <a:pt x="9953" y="2654"/>
                  </a:lnTo>
                  <a:lnTo>
                    <a:pt x="7299" y="2654"/>
                  </a:lnTo>
                  <a:lnTo>
                    <a:pt x="5972" y="2522"/>
                  </a:lnTo>
                  <a:lnTo>
                    <a:pt x="4645" y="2256"/>
                  </a:lnTo>
                  <a:lnTo>
                    <a:pt x="3318" y="1991"/>
                  </a:lnTo>
                  <a:lnTo>
                    <a:pt x="2256" y="1593"/>
                  </a:lnTo>
                  <a:lnTo>
                    <a:pt x="1327" y="1195"/>
                  </a:lnTo>
                  <a:lnTo>
                    <a:pt x="531" y="66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8"/>
            <p:cNvSpPr/>
            <p:nvPr/>
          </p:nvSpPr>
          <p:spPr>
            <a:xfrm>
              <a:off x="7538206" y="2555905"/>
              <a:ext cx="268447" cy="70415"/>
            </a:xfrm>
            <a:custGeom>
              <a:rect b="b" l="l" r="r" t="t"/>
              <a:pathLst>
                <a:path extrusionOk="0" fill="none" h="4247" w="16191">
                  <a:moveTo>
                    <a:pt x="0" y="1593"/>
                  </a:moveTo>
                  <a:lnTo>
                    <a:pt x="0" y="1593"/>
                  </a:lnTo>
                  <a:lnTo>
                    <a:pt x="531" y="2124"/>
                  </a:lnTo>
                  <a:lnTo>
                    <a:pt x="1195" y="2654"/>
                  </a:lnTo>
                  <a:lnTo>
                    <a:pt x="2256" y="3185"/>
                  </a:lnTo>
                  <a:lnTo>
                    <a:pt x="3318" y="3451"/>
                  </a:lnTo>
                  <a:lnTo>
                    <a:pt x="4512" y="3849"/>
                  </a:lnTo>
                  <a:lnTo>
                    <a:pt x="5972" y="3982"/>
                  </a:lnTo>
                  <a:lnTo>
                    <a:pt x="7299" y="4114"/>
                  </a:lnTo>
                  <a:lnTo>
                    <a:pt x="8626" y="4247"/>
                  </a:lnTo>
                  <a:lnTo>
                    <a:pt x="8626" y="4247"/>
                  </a:lnTo>
                  <a:lnTo>
                    <a:pt x="9953" y="4247"/>
                  </a:lnTo>
                  <a:lnTo>
                    <a:pt x="11148" y="4114"/>
                  </a:lnTo>
                  <a:lnTo>
                    <a:pt x="12342" y="3849"/>
                  </a:lnTo>
                  <a:lnTo>
                    <a:pt x="13404" y="3583"/>
                  </a:lnTo>
                  <a:lnTo>
                    <a:pt x="14333" y="3318"/>
                  </a:lnTo>
                  <a:lnTo>
                    <a:pt x="14996" y="3053"/>
                  </a:lnTo>
                  <a:lnTo>
                    <a:pt x="15660" y="2654"/>
                  </a:lnTo>
                  <a:lnTo>
                    <a:pt x="16191" y="2256"/>
                  </a:lnTo>
                  <a:lnTo>
                    <a:pt x="16191" y="797"/>
                  </a:lnTo>
                  <a:lnTo>
                    <a:pt x="16191" y="797"/>
                  </a:lnTo>
                  <a:lnTo>
                    <a:pt x="15660" y="1062"/>
                  </a:lnTo>
                  <a:lnTo>
                    <a:pt x="14996" y="1460"/>
                  </a:lnTo>
                  <a:lnTo>
                    <a:pt x="14333" y="1858"/>
                  </a:lnTo>
                  <a:lnTo>
                    <a:pt x="13404" y="2124"/>
                  </a:lnTo>
                  <a:lnTo>
                    <a:pt x="12342" y="2389"/>
                  </a:lnTo>
                  <a:lnTo>
                    <a:pt x="11148" y="2522"/>
                  </a:lnTo>
                  <a:lnTo>
                    <a:pt x="9953" y="2654"/>
                  </a:lnTo>
                  <a:lnTo>
                    <a:pt x="8626" y="2654"/>
                  </a:lnTo>
                  <a:lnTo>
                    <a:pt x="8626" y="2654"/>
                  </a:lnTo>
                  <a:lnTo>
                    <a:pt x="7299" y="2654"/>
                  </a:lnTo>
                  <a:lnTo>
                    <a:pt x="5972" y="2522"/>
                  </a:lnTo>
                  <a:lnTo>
                    <a:pt x="4645" y="2256"/>
                  </a:lnTo>
                  <a:lnTo>
                    <a:pt x="3318" y="1991"/>
                  </a:lnTo>
                  <a:lnTo>
                    <a:pt x="2256" y="1593"/>
                  </a:lnTo>
                  <a:lnTo>
                    <a:pt x="1327" y="1195"/>
                  </a:lnTo>
                  <a:lnTo>
                    <a:pt x="531" y="664"/>
                  </a:lnTo>
                  <a:lnTo>
                    <a:pt x="133" y="0"/>
                  </a:lnTo>
                  <a:lnTo>
                    <a:pt x="0" y="15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8"/>
            <p:cNvSpPr/>
            <p:nvPr/>
          </p:nvSpPr>
          <p:spPr>
            <a:xfrm>
              <a:off x="7538206" y="2604302"/>
              <a:ext cx="268447" cy="70432"/>
            </a:xfrm>
            <a:custGeom>
              <a:rect b="b" l="l" r="r" t="t"/>
              <a:pathLst>
                <a:path extrusionOk="0" h="4248" w="16191">
                  <a:moveTo>
                    <a:pt x="0" y="1"/>
                  </a:moveTo>
                  <a:lnTo>
                    <a:pt x="0" y="1593"/>
                  </a:lnTo>
                  <a:lnTo>
                    <a:pt x="398" y="2124"/>
                  </a:lnTo>
                  <a:lnTo>
                    <a:pt x="1195" y="2655"/>
                  </a:lnTo>
                  <a:lnTo>
                    <a:pt x="2123" y="3053"/>
                  </a:lnTo>
                  <a:lnTo>
                    <a:pt x="3318" y="3451"/>
                  </a:lnTo>
                  <a:lnTo>
                    <a:pt x="4512" y="3717"/>
                  </a:lnTo>
                  <a:lnTo>
                    <a:pt x="5839" y="3982"/>
                  </a:lnTo>
                  <a:lnTo>
                    <a:pt x="7299" y="4115"/>
                  </a:lnTo>
                  <a:lnTo>
                    <a:pt x="8626" y="4248"/>
                  </a:lnTo>
                  <a:lnTo>
                    <a:pt x="9953" y="4115"/>
                  </a:lnTo>
                  <a:lnTo>
                    <a:pt x="11148" y="3982"/>
                  </a:lnTo>
                  <a:lnTo>
                    <a:pt x="12342" y="3849"/>
                  </a:lnTo>
                  <a:lnTo>
                    <a:pt x="13404" y="3584"/>
                  </a:lnTo>
                  <a:lnTo>
                    <a:pt x="14333" y="3319"/>
                  </a:lnTo>
                  <a:lnTo>
                    <a:pt x="14996" y="2921"/>
                  </a:lnTo>
                  <a:lnTo>
                    <a:pt x="15660" y="2655"/>
                  </a:lnTo>
                  <a:lnTo>
                    <a:pt x="16191" y="2257"/>
                  </a:lnTo>
                  <a:lnTo>
                    <a:pt x="16191" y="664"/>
                  </a:lnTo>
                  <a:lnTo>
                    <a:pt x="15660" y="1063"/>
                  </a:lnTo>
                  <a:lnTo>
                    <a:pt x="14996" y="1461"/>
                  </a:lnTo>
                  <a:lnTo>
                    <a:pt x="14333" y="1726"/>
                  </a:lnTo>
                  <a:lnTo>
                    <a:pt x="13404" y="1992"/>
                  </a:lnTo>
                  <a:lnTo>
                    <a:pt x="12342" y="2257"/>
                  </a:lnTo>
                  <a:lnTo>
                    <a:pt x="11148" y="2522"/>
                  </a:lnTo>
                  <a:lnTo>
                    <a:pt x="9953" y="2655"/>
                  </a:lnTo>
                  <a:lnTo>
                    <a:pt x="8626" y="2655"/>
                  </a:lnTo>
                  <a:lnTo>
                    <a:pt x="7299" y="2522"/>
                  </a:lnTo>
                  <a:lnTo>
                    <a:pt x="5839" y="2390"/>
                  </a:lnTo>
                  <a:lnTo>
                    <a:pt x="4512" y="2124"/>
                  </a:lnTo>
                  <a:lnTo>
                    <a:pt x="3318" y="1859"/>
                  </a:lnTo>
                  <a:lnTo>
                    <a:pt x="2123" y="1461"/>
                  </a:lnTo>
                  <a:lnTo>
                    <a:pt x="1195" y="1063"/>
                  </a:lnTo>
                  <a:lnTo>
                    <a:pt x="531" y="5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8"/>
            <p:cNvSpPr/>
            <p:nvPr/>
          </p:nvSpPr>
          <p:spPr>
            <a:xfrm>
              <a:off x="7538206" y="2604302"/>
              <a:ext cx="268447" cy="70432"/>
            </a:xfrm>
            <a:custGeom>
              <a:rect b="b" l="l" r="r" t="t"/>
              <a:pathLst>
                <a:path extrusionOk="0" fill="none" h="4248" w="16191">
                  <a:moveTo>
                    <a:pt x="16191" y="2257"/>
                  </a:moveTo>
                  <a:lnTo>
                    <a:pt x="16191" y="2257"/>
                  </a:lnTo>
                  <a:lnTo>
                    <a:pt x="15660" y="2655"/>
                  </a:lnTo>
                  <a:lnTo>
                    <a:pt x="14996" y="2921"/>
                  </a:lnTo>
                  <a:lnTo>
                    <a:pt x="14333" y="3319"/>
                  </a:lnTo>
                  <a:lnTo>
                    <a:pt x="13404" y="3584"/>
                  </a:lnTo>
                  <a:lnTo>
                    <a:pt x="12342" y="3849"/>
                  </a:lnTo>
                  <a:lnTo>
                    <a:pt x="11148" y="3982"/>
                  </a:lnTo>
                  <a:lnTo>
                    <a:pt x="9953" y="4115"/>
                  </a:lnTo>
                  <a:lnTo>
                    <a:pt x="8626" y="4248"/>
                  </a:lnTo>
                  <a:lnTo>
                    <a:pt x="8626" y="4248"/>
                  </a:lnTo>
                  <a:lnTo>
                    <a:pt x="7299" y="4115"/>
                  </a:lnTo>
                  <a:lnTo>
                    <a:pt x="5839" y="3982"/>
                  </a:lnTo>
                  <a:lnTo>
                    <a:pt x="4512" y="3717"/>
                  </a:lnTo>
                  <a:lnTo>
                    <a:pt x="3318" y="3451"/>
                  </a:lnTo>
                  <a:lnTo>
                    <a:pt x="2123" y="3053"/>
                  </a:lnTo>
                  <a:lnTo>
                    <a:pt x="1195" y="2655"/>
                  </a:lnTo>
                  <a:lnTo>
                    <a:pt x="398" y="2124"/>
                  </a:lnTo>
                  <a:lnTo>
                    <a:pt x="0" y="1593"/>
                  </a:lnTo>
                  <a:lnTo>
                    <a:pt x="0" y="1"/>
                  </a:lnTo>
                  <a:lnTo>
                    <a:pt x="0" y="1"/>
                  </a:lnTo>
                  <a:lnTo>
                    <a:pt x="531" y="532"/>
                  </a:lnTo>
                  <a:lnTo>
                    <a:pt x="1195" y="1063"/>
                  </a:lnTo>
                  <a:lnTo>
                    <a:pt x="2123" y="1461"/>
                  </a:lnTo>
                  <a:lnTo>
                    <a:pt x="3318" y="1859"/>
                  </a:lnTo>
                  <a:lnTo>
                    <a:pt x="4512" y="2124"/>
                  </a:lnTo>
                  <a:lnTo>
                    <a:pt x="5839" y="2390"/>
                  </a:lnTo>
                  <a:lnTo>
                    <a:pt x="7299" y="2522"/>
                  </a:lnTo>
                  <a:lnTo>
                    <a:pt x="8626" y="2655"/>
                  </a:lnTo>
                  <a:lnTo>
                    <a:pt x="8626" y="2655"/>
                  </a:lnTo>
                  <a:lnTo>
                    <a:pt x="9953" y="2655"/>
                  </a:lnTo>
                  <a:lnTo>
                    <a:pt x="11148" y="2522"/>
                  </a:lnTo>
                  <a:lnTo>
                    <a:pt x="12342" y="2257"/>
                  </a:lnTo>
                  <a:lnTo>
                    <a:pt x="13404" y="1992"/>
                  </a:lnTo>
                  <a:lnTo>
                    <a:pt x="14333" y="1726"/>
                  </a:lnTo>
                  <a:lnTo>
                    <a:pt x="14996" y="1461"/>
                  </a:lnTo>
                  <a:lnTo>
                    <a:pt x="15660" y="1063"/>
                  </a:lnTo>
                  <a:lnTo>
                    <a:pt x="16191" y="664"/>
                  </a:lnTo>
                  <a:lnTo>
                    <a:pt x="16191" y="2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8"/>
            <p:cNvSpPr/>
            <p:nvPr/>
          </p:nvSpPr>
          <p:spPr>
            <a:xfrm>
              <a:off x="7610810" y="2430478"/>
              <a:ext cx="15419" cy="301474"/>
            </a:xfrm>
            <a:custGeom>
              <a:rect b="b" l="l" r="r" t="t"/>
              <a:pathLst>
                <a:path extrusionOk="0" h="18183" w="930">
                  <a:moveTo>
                    <a:pt x="930" y="1"/>
                  </a:moveTo>
                  <a:lnTo>
                    <a:pt x="399" y="9821"/>
                  </a:lnTo>
                  <a:lnTo>
                    <a:pt x="797" y="9954"/>
                  </a:lnTo>
                  <a:lnTo>
                    <a:pt x="930" y="1"/>
                  </a:lnTo>
                  <a:close/>
                  <a:moveTo>
                    <a:pt x="266" y="11414"/>
                  </a:moveTo>
                  <a:lnTo>
                    <a:pt x="266" y="12741"/>
                  </a:lnTo>
                  <a:lnTo>
                    <a:pt x="797" y="12741"/>
                  </a:lnTo>
                  <a:lnTo>
                    <a:pt x="797" y="11547"/>
                  </a:lnTo>
                  <a:lnTo>
                    <a:pt x="266" y="11414"/>
                  </a:lnTo>
                  <a:close/>
                  <a:moveTo>
                    <a:pt x="133" y="14201"/>
                  </a:moveTo>
                  <a:lnTo>
                    <a:pt x="1" y="18049"/>
                  </a:lnTo>
                  <a:lnTo>
                    <a:pt x="797" y="18182"/>
                  </a:lnTo>
                  <a:lnTo>
                    <a:pt x="797" y="14333"/>
                  </a:lnTo>
                  <a:lnTo>
                    <a:pt x="133" y="14201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8"/>
            <p:cNvSpPr/>
            <p:nvPr/>
          </p:nvSpPr>
          <p:spPr>
            <a:xfrm>
              <a:off x="7610810" y="2665914"/>
              <a:ext cx="13214" cy="66038"/>
            </a:xfrm>
            <a:custGeom>
              <a:rect b="b" l="l" r="r" t="t"/>
              <a:pathLst>
                <a:path extrusionOk="0" fill="none" h="3983" w="797">
                  <a:moveTo>
                    <a:pt x="133" y="1"/>
                  </a:moveTo>
                  <a:lnTo>
                    <a:pt x="1" y="3849"/>
                  </a:lnTo>
                  <a:lnTo>
                    <a:pt x="1" y="3849"/>
                  </a:lnTo>
                  <a:lnTo>
                    <a:pt x="797" y="3982"/>
                  </a:lnTo>
                  <a:lnTo>
                    <a:pt x="797" y="133"/>
                  </a:lnTo>
                  <a:lnTo>
                    <a:pt x="797" y="133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8"/>
            <p:cNvSpPr/>
            <p:nvPr/>
          </p:nvSpPr>
          <p:spPr>
            <a:xfrm>
              <a:off x="7615204" y="2619705"/>
              <a:ext cx="8821" cy="22018"/>
            </a:xfrm>
            <a:custGeom>
              <a:rect b="b" l="l" r="r" t="t"/>
              <a:pathLst>
                <a:path extrusionOk="0" fill="none" h="1328" w="532">
                  <a:moveTo>
                    <a:pt x="1" y="1"/>
                  </a:moveTo>
                  <a:lnTo>
                    <a:pt x="1" y="1328"/>
                  </a:lnTo>
                  <a:lnTo>
                    <a:pt x="1" y="1328"/>
                  </a:lnTo>
                  <a:lnTo>
                    <a:pt x="532" y="1328"/>
                  </a:lnTo>
                  <a:lnTo>
                    <a:pt x="532" y="134"/>
                  </a:lnTo>
                  <a:lnTo>
                    <a:pt x="532" y="13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8"/>
            <p:cNvSpPr/>
            <p:nvPr/>
          </p:nvSpPr>
          <p:spPr>
            <a:xfrm>
              <a:off x="7617409" y="2430478"/>
              <a:ext cx="8821" cy="165054"/>
            </a:xfrm>
            <a:custGeom>
              <a:rect b="b" l="l" r="r" t="t"/>
              <a:pathLst>
                <a:path extrusionOk="0" fill="none" h="9955" w="532">
                  <a:moveTo>
                    <a:pt x="532" y="1"/>
                  </a:moveTo>
                  <a:lnTo>
                    <a:pt x="1" y="9821"/>
                  </a:lnTo>
                  <a:lnTo>
                    <a:pt x="1" y="9821"/>
                  </a:lnTo>
                  <a:lnTo>
                    <a:pt x="399" y="9954"/>
                  </a:lnTo>
                  <a:lnTo>
                    <a:pt x="532" y="1"/>
                  </a:lnTo>
                  <a:lnTo>
                    <a:pt x="53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8"/>
            <p:cNvSpPr/>
            <p:nvPr/>
          </p:nvSpPr>
          <p:spPr>
            <a:xfrm>
              <a:off x="7615204" y="2593310"/>
              <a:ext cx="8821" cy="28617"/>
            </a:xfrm>
            <a:custGeom>
              <a:rect b="b" l="l" r="r" t="t"/>
              <a:pathLst>
                <a:path extrusionOk="0" h="1726" w="532">
                  <a:moveTo>
                    <a:pt x="134" y="0"/>
                  </a:moveTo>
                  <a:lnTo>
                    <a:pt x="1" y="1593"/>
                  </a:lnTo>
                  <a:lnTo>
                    <a:pt x="532" y="1726"/>
                  </a:lnTo>
                  <a:lnTo>
                    <a:pt x="532" y="133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8"/>
            <p:cNvSpPr/>
            <p:nvPr/>
          </p:nvSpPr>
          <p:spPr>
            <a:xfrm>
              <a:off x="7615204" y="2593310"/>
              <a:ext cx="8821" cy="28617"/>
            </a:xfrm>
            <a:custGeom>
              <a:rect b="b" l="l" r="r" t="t"/>
              <a:pathLst>
                <a:path extrusionOk="0" fill="none" h="1726" w="532">
                  <a:moveTo>
                    <a:pt x="134" y="0"/>
                  </a:moveTo>
                  <a:lnTo>
                    <a:pt x="1" y="1593"/>
                  </a:lnTo>
                  <a:lnTo>
                    <a:pt x="1" y="1593"/>
                  </a:lnTo>
                  <a:lnTo>
                    <a:pt x="532" y="1726"/>
                  </a:lnTo>
                  <a:lnTo>
                    <a:pt x="532" y="133"/>
                  </a:lnTo>
                  <a:lnTo>
                    <a:pt x="532" y="133"/>
                  </a:lnTo>
                  <a:lnTo>
                    <a:pt x="1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8"/>
            <p:cNvSpPr/>
            <p:nvPr/>
          </p:nvSpPr>
          <p:spPr>
            <a:xfrm>
              <a:off x="7613015" y="2641707"/>
              <a:ext cx="11009" cy="26429"/>
            </a:xfrm>
            <a:custGeom>
              <a:rect b="b" l="l" r="r" t="t"/>
              <a:pathLst>
                <a:path extrusionOk="0" h="1594" w="664">
                  <a:moveTo>
                    <a:pt x="133" y="1"/>
                  </a:moveTo>
                  <a:lnTo>
                    <a:pt x="0" y="1461"/>
                  </a:lnTo>
                  <a:lnTo>
                    <a:pt x="664" y="159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8"/>
            <p:cNvSpPr/>
            <p:nvPr/>
          </p:nvSpPr>
          <p:spPr>
            <a:xfrm>
              <a:off x="7613015" y="2641707"/>
              <a:ext cx="11009" cy="26429"/>
            </a:xfrm>
            <a:custGeom>
              <a:rect b="b" l="l" r="r" t="t"/>
              <a:pathLst>
                <a:path extrusionOk="0" fill="none" h="1594" w="664">
                  <a:moveTo>
                    <a:pt x="133" y="1"/>
                  </a:moveTo>
                  <a:lnTo>
                    <a:pt x="0" y="1461"/>
                  </a:lnTo>
                  <a:lnTo>
                    <a:pt x="0" y="1461"/>
                  </a:lnTo>
                  <a:lnTo>
                    <a:pt x="664" y="1593"/>
                  </a:lnTo>
                  <a:lnTo>
                    <a:pt x="664" y="1"/>
                  </a:lnTo>
                  <a:lnTo>
                    <a:pt x="664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8"/>
            <p:cNvSpPr/>
            <p:nvPr/>
          </p:nvSpPr>
          <p:spPr>
            <a:xfrm>
              <a:off x="7707621" y="2608713"/>
              <a:ext cx="222255" cy="184834"/>
            </a:xfrm>
            <a:custGeom>
              <a:rect b="b" l="l" r="r" t="t"/>
              <a:pathLst>
                <a:path extrusionOk="0" h="11148" w="13405">
                  <a:moveTo>
                    <a:pt x="9556" y="0"/>
                  </a:moveTo>
                  <a:lnTo>
                    <a:pt x="8096" y="2256"/>
                  </a:lnTo>
                  <a:lnTo>
                    <a:pt x="6902" y="3982"/>
                  </a:lnTo>
                  <a:lnTo>
                    <a:pt x="6636" y="4512"/>
                  </a:lnTo>
                  <a:lnTo>
                    <a:pt x="6371" y="4778"/>
                  </a:lnTo>
                  <a:lnTo>
                    <a:pt x="6106" y="4911"/>
                  </a:lnTo>
                  <a:lnTo>
                    <a:pt x="5177" y="5309"/>
                  </a:lnTo>
                  <a:lnTo>
                    <a:pt x="4115" y="5441"/>
                  </a:lnTo>
                  <a:lnTo>
                    <a:pt x="3584" y="5441"/>
                  </a:lnTo>
                  <a:lnTo>
                    <a:pt x="2920" y="5574"/>
                  </a:lnTo>
                  <a:lnTo>
                    <a:pt x="1593" y="5972"/>
                  </a:lnTo>
                  <a:lnTo>
                    <a:pt x="1461" y="5972"/>
                  </a:lnTo>
                  <a:lnTo>
                    <a:pt x="1328" y="6105"/>
                  </a:lnTo>
                  <a:lnTo>
                    <a:pt x="1328" y="6238"/>
                  </a:lnTo>
                  <a:lnTo>
                    <a:pt x="1328" y="6503"/>
                  </a:lnTo>
                  <a:lnTo>
                    <a:pt x="1726" y="6636"/>
                  </a:lnTo>
                  <a:lnTo>
                    <a:pt x="2522" y="6769"/>
                  </a:lnTo>
                  <a:lnTo>
                    <a:pt x="3319" y="6636"/>
                  </a:lnTo>
                  <a:lnTo>
                    <a:pt x="3584" y="6636"/>
                  </a:lnTo>
                  <a:lnTo>
                    <a:pt x="3584" y="6769"/>
                  </a:lnTo>
                  <a:lnTo>
                    <a:pt x="3584" y="6901"/>
                  </a:lnTo>
                  <a:lnTo>
                    <a:pt x="2788" y="7299"/>
                  </a:lnTo>
                  <a:lnTo>
                    <a:pt x="1991" y="7698"/>
                  </a:lnTo>
                  <a:lnTo>
                    <a:pt x="532" y="8494"/>
                  </a:lnTo>
                  <a:lnTo>
                    <a:pt x="266" y="8759"/>
                  </a:lnTo>
                  <a:lnTo>
                    <a:pt x="134" y="9025"/>
                  </a:lnTo>
                  <a:lnTo>
                    <a:pt x="1" y="9290"/>
                  </a:lnTo>
                  <a:lnTo>
                    <a:pt x="134" y="9688"/>
                  </a:lnTo>
                  <a:lnTo>
                    <a:pt x="134" y="9821"/>
                  </a:lnTo>
                  <a:lnTo>
                    <a:pt x="664" y="10352"/>
                  </a:lnTo>
                  <a:lnTo>
                    <a:pt x="1063" y="10750"/>
                  </a:lnTo>
                  <a:lnTo>
                    <a:pt x="1593" y="11015"/>
                  </a:lnTo>
                  <a:lnTo>
                    <a:pt x="2257" y="11148"/>
                  </a:lnTo>
                  <a:lnTo>
                    <a:pt x="3053" y="11148"/>
                  </a:lnTo>
                  <a:lnTo>
                    <a:pt x="4115" y="11015"/>
                  </a:lnTo>
                  <a:lnTo>
                    <a:pt x="5309" y="10484"/>
                  </a:lnTo>
                  <a:lnTo>
                    <a:pt x="5973" y="10219"/>
                  </a:lnTo>
                  <a:lnTo>
                    <a:pt x="6636" y="9821"/>
                  </a:lnTo>
                  <a:lnTo>
                    <a:pt x="7831" y="8759"/>
                  </a:lnTo>
                  <a:lnTo>
                    <a:pt x="9025" y="7432"/>
                  </a:lnTo>
                  <a:lnTo>
                    <a:pt x="9954" y="6503"/>
                  </a:lnTo>
                  <a:lnTo>
                    <a:pt x="11149" y="4911"/>
                  </a:lnTo>
                  <a:lnTo>
                    <a:pt x="12210" y="3318"/>
                  </a:lnTo>
                  <a:lnTo>
                    <a:pt x="13405" y="1460"/>
                  </a:lnTo>
                  <a:lnTo>
                    <a:pt x="9556" y="0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8"/>
            <p:cNvSpPr/>
            <p:nvPr/>
          </p:nvSpPr>
          <p:spPr>
            <a:xfrm>
              <a:off x="7762633" y="2327068"/>
              <a:ext cx="193654" cy="380677"/>
            </a:xfrm>
            <a:custGeom>
              <a:rect b="b" l="l" r="r" t="t"/>
              <a:pathLst>
                <a:path extrusionOk="0" h="22960" w="11680">
                  <a:moveTo>
                    <a:pt x="1195" y="0"/>
                  </a:moveTo>
                  <a:lnTo>
                    <a:pt x="664" y="133"/>
                  </a:lnTo>
                  <a:lnTo>
                    <a:pt x="399" y="398"/>
                  </a:lnTo>
                  <a:lnTo>
                    <a:pt x="133" y="1195"/>
                  </a:lnTo>
                  <a:lnTo>
                    <a:pt x="1" y="2522"/>
                  </a:lnTo>
                  <a:lnTo>
                    <a:pt x="1" y="3982"/>
                  </a:lnTo>
                  <a:lnTo>
                    <a:pt x="133" y="5707"/>
                  </a:lnTo>
                  <a:lnTo>
                    <a:pt x="664" y="7167"/>
                  </a:lnTo>
                  <a:lnTo>
                    <a:pt x="1195" y="8228"/>
                  </a:lnTo>
                  <a:lnTo>
                    <a:pt x="1991" y="9290"/>
                  </a:lnTo>
                  <a:lnTo>
                    <a:pt x="6371" y="16058"/>
                  </a:lnTo>
                  <a:lnTo>
                    <a:pt x="3451" y="21234"/>
                  </a:lnTo>
                  <a:lnTo>
                    <a:pt x="4115" y="21898"/>
                  </a:lnTo>
                  <a:lnTo>
                    <a:pt x="4911" y="22428"/>
                  </a:lnTo>
                  <a:lnTo>
                    <a:pt x="5973" y="22694"/>
                  </a:lnTo>
                  <a:lnTo>
                    <a:pt x="7034" y="22959"/>
                  </a:lnTo>
                  <a:lnTo>
                    <a:pt x="8627" y="20969"/>
                  </a:lnTo>
                  <a:lnTo>
                    <a:pt x="10087" y="18845"/>
                  </a:lnTo>
                  <a:lnTo>
                    <a:pt x="11148" y="16855"/>
                  </a:lnTo>
                  <a:lnTo>
                    <a:pt x="11546" y="16191"/>
                  </a:lnTo>
                  <a:lnTo>
                    <a:pt x="11679" y="15793"/>
                  </a:lnTo>
                  <a:lnTo>
                    <a:pt x="11414" y="14997"/>
                  </a:lnTo>
                  <a:lnTo>
                    <a:pt x="11148" y="13935"/>
                  </a:lnTo>
                  <a:lnTo>
                    <a:pt x="9954" y="11413"/>
                  </a:lnTo>
                  <a:lnTo>
                    <a:pt x="8361" y="8627"/>
                  </a:lnTo>
                  <a:lnTo>
                    <a:pt x="6769" y="5707"/>
                  </a:lnTo>
                  <a:lnTo>
                    <a:pt x="5176" y="3053"/>
                  </a:lnTo>
                  <a:lnTo>
                    <a:pt x="4645" y="2124"/>
                  </a:lnTo>
                  <a:lnTo>
                    <a:pt x="3982" y="1327"/>
                  </a:lnTo>
                  <a:lnTo>
                    <a:pt x="3451" y="797"/>
                  </a:lnTo>
                  <a:lnTo>
                    <a:pt x="2788" y="398"/>
                  </a:lnTo>
                  <a:lnTo>
                    <a:pt x="1991" y="133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8"/>
            <p:cNvSpPr/>
            <p:nvPr/>
          </p:nvSpPr>
          <p:spPr>
            <a:xfrm>
              <a:off x="7551404" y="2080623"/>
              <a:ext cx="138642" cy="138642"/>
            </a:xfrm>
            <a:custGeom>
              <a:rect b="b" l="l" r="r" t="t"/>
              <a:pathLst>
                <a:path extrusionOk="0" h="8362" w="8362">
                  <a:moveTo>
                    <a:pt x="4247" y="1"/>
                  </a:moveTo>
                  <a:lnTo>
                    <a:pt x="3451" y="133"/>
                  </a:lnTo>
                  <a:lnTo>
                    <a:pt x="2655" y="266"/>
                  </a:lnTo>
                  <a:lnTo>
                    <a:pt x="1858" y="664"/>
                  </a:lnTo>
                  <a:lnTo>
                    <a:pt x="1327" y="1195"/>
                  </a:lnTo>
                  <a:lnTo>
                    <a:pt x="797" y="1859"/>
                  </a:lnTo>
                  <a:lnTo>
                    <a:pt x="399" y="2522"/>
                  </a:lnTo>
                  <a:lnTo>
                    <a:pt x="133" y="3319"/>
                  </a:lnTo>
                  <a:lnTo>
                    <a:pt x="0" y="4247"/>
                  </a:lnTo>
                  <a:lnTo>
                    <a:pt x="133" y="5044"/>
                  </a:lnTo>
                  <a:lnTo>
                    <a:pt x="399" y="5840"/>
                  </a:lnTo>
                  <a:lnTo>
                    <a:pt x="797" y="6504"/>
                  </a:lnTo>
                  <a:lnTo>
                    <a:pt x="1327" y="7167"/>
                  </a:lnTo>
                  <a:lnTo>
                    <a:pt x="1858" y="7698"/>
                  </a:lnTo>
                  <a:lnTo>
                    <a:pt x="2655" y="8096"/>
                  </a:lnTo>
                  <a:lnTo>
                    <a:pt x="3451" y="8229"/>
                  </a:lnTo>
                  <a:lnTo>
                    <a:pt x="4247" y="8362"/>
                  </a:lnTo>
                  <a:lnTo>
                    <a:pt x="5043" y="8229"/>
                  </a:lnTo>
                  <a:lnTo>
                    <a:pt x="5840" y="8096"/>
                  </a:lnTo>
                  <a:lnTo>
                    <a:pt x="6636" y="7698"/>
                  </a:lnTo>
                  <a:lnTo>
                    <a:pt x="7167" y="7167"/>
                  </a:lnTo>
                  <a:lnTo>
                    <a:pt x="7698" y="6504"/>
                  </a:lnTo>
                  <a:lnTo>
                    <a:pt x="8096" y="5840"/>
                  </a:lnTo>
                  <a:lnTo>
                    <a:pt x="8361" y="5044"/>
                  </a:lnTo>
                  <a:lnTo>
                    <a:pt x="8361" y="4247"/>
                  </a:lnTo>
                  <a:lnTo>
                    <a:pt x="8361" y="3319"/>
                  </a:lnTo>
                  <a:lnTo>
                    <a:pt x="8096" y="2522"/>
                  </a:lnTo>
                  <a:lnTo>
                    <a:pt x="7698" y="1859"/>
                  </a:lnTo>
                  <a:lnTo>
                    <a:pt x="7167" y="1195"/>
                  </a:lnTo>
                  <a:lnTo>
                    <a:pt x="6636" y="664"/>
                  </a:lnTo>
                  <a:lnTo>
                    <a:pt x="5840" y="266"/>
                  </a:lnTo>
                  <a:lnTo>
                    <a:pt x="5043" y="133"/>
                  </a:lnTo>
                  <a:lnTo>
                    <a:pt x="424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8"/>
            <p:cNvSpPr/>
            <p:nvPr/>
          </p:nvSpPr>
          <p:spPr>
            <a:xfrm>
              <a:off x="7551404" y="2080623"/>
              <a:ext cx="138642" cy="138642"/>
            </a:xfrm>
            <a:custGeom>
              <a:rect b="b" l="l" r="r" t="t"/>
              <a:pathLst>
                <a:path extrusionOk="0" fill="none" h="8362" w="8362">
                  <a:moveTo>
                    <a:pt x="8361" y="4247"/>
                  </a:moveTo>
                  <a:lnTo>
                    <a:pt x="8361" y="4247"/>
                  </a:lnTo>
                  <a:lnTo>
                    <a:pt x="8361" y="5044"/>
                  </a:lnTo>
                  <a:lnTo>
                    <a:pt x="8096" y="5840"/>
                  </a:lnTo>
                  <a:lnTo>
                    <a:pt x="7698" y="6504"/>
                  </a:lnTo>
                  <a:lnTo>
                    <a:pt x="7167" y="7167"/>
                  </a:lnTo>
                  <a:lnTo>
                    <a:pt x="6636" y="7698"/>
                  </a:lnTo>
                  <a:lnTo>
                    <a:pt x="5840" y="8096"/>
                  </a:lnTo>
                  <a:lnTo>
                    <a:pt x="5043" y="8229"/>
                  </a:lnTo>
                  <a:lnTo>
                    <a:pt x="4247" y="8362"/>
                  </a:lnTo>
                  <a:lnTo>
                    <a:pt x="4247" y="8362"/>
                  </a:lnTo>
                  <a:lnTo>
                    <a:pt x="3451" y="8229"/>
                  </a:lnTo>
                  <a:lnTo>
                    <a:pt x="2655" y="8096"/>
                  </a:lnTo>
                  <a:lnTo>
                    <a:pt x="1858" y="7698"/>
                  </a:lnTo>
                  <a:lnTo>
                    <a:pt x="1327" y="7167"/>
                  </a:lnTo>
                  <a:lnTo>
                    <a:pt x="797" y="6504"/>
                  </a:lnTo>
                  <a:lnTo>
                    <a:pt x="399" y="5840"/>
                  </a:lnTo>
                  <a:lnTo>
                    <a:pt x="133" y="5044"/>
                  </a:lnTo>
                  <a:lnTo>
                    <a:pt x="0" y="4247"/>
                  </a:lnTo>
                  <a:lnTo>
                    <a:pt x="0" y="4247"/>
                  </a:lnTo>
                  <a:lnTo>
                    <a:pt x="133" y="3319"/>
                  </a:lnTo>
                  <a:lnTo>
                    <a:pt x="399" y="2522"/>
                  </a:lnTo>
                  <a:lnTo>
                    <a:pt x="797" y="1859"/>
                  </a:lnTo>
                  <a:lnTo>
                    <a:pt x="1327" y="1195"/>
                  </a:lnTo>
                  <a:lnTo>
                    <a:pt x="1858" y="664"/>
                  </a:lnTo>
                  <a:lnTo>
                    <a:pt x="2655" y="266"/>
                  </a:lnTo>
                  <a:lnTo>
                    <a:pt x="3451" y="133"/>
                  </a:lnTo>
                  <a:lnTo>
                    <a:pt x="4247" y="1"/>
                  </a:lnTo>
                  <a:lnTo>
                    <a:pt x="4247" y="1"/>
                  </a:lnTo>
                  <a:lnTo>
                    <a:pt x="5043" y="133"/>
                  </a:lnTo>
                  <a:lnTo>
                    <a:pt x="5840" y="266"/>
                  </a:lnTo>
                  <a:lnTo>
                    <a:pt x="6636" y="664"/>
                  </a:lnTo>
                  <a:lnTo>
                    <a:pt x="7167" y="1195"/>
                  </a:lnTo>
                  <a:lnTo>
                    <a:pt x="7698" y="1859"/>
                  </a:lnTo>
                  <a:lnTo>
                    <a:pt x="8096" y="2522"/>
                  </a:lnTo>
                  <a:lnTo>
                    <a:pt x="8361" y="3319"/>
                  </a:lnTo>
                  <a:lnTo>
                    <a:pt x="8361" y="424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8"/>
            <p:cNvSpPr/>
            <p:nvPr/>
          </p:nvSpPr>
          <p:spPr>
            <a:xfrm>
              <a:off x="7716425" y="2201641"/>
              <a:ext cx="30822" cy="72637"/>
            </a:xfrm>
            <a:custGeom>
              <a:rect b="b" l="l" r="r" t="t"/>
              <a:pathLst>
                <a:path extrusionOk="0" h="4381" w="1859">
                  <a:moveTo>
                    <a:pt x="1859" y="1"/>
                  </a:moveTo>
                  <a:lnTo>
                    <a:pt x="133" y="2124"/>
                  </a:lnTo>
                  <a:lnTo>
                    <a:pt x="1" y="4380"/>
                  </a:lnTo>
                  <a:lnTo>
                    <a:pt x="399" y="4248"/>
                  </a:lnTo>
                  <a:lnTo>
                    <a:pt x="664" y="3982"/>
                  </a:lnTo>
                  <a:lnTo>
                    <a:pt x="930" y="3717"/>
                  </a:lnTo>
                  <a:lnTo>
                    <a:pt x="1195" y="2920"/>
                  </a:lnTo>
                  <a:lnTo>
                    <a:pt x="1460" y="1593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8"/>
            <p:cNvSpPr/>
            <p:nvPr/>
          </p:nvSpPr>
          <p:spPr>
            <a:xfrm>
              <a:off x="7725229" y="2118028"/>
              <a:ext cx="33027" cy="85835"/>
            </a:xfrm>
            <a:custGeom>
              <a:rect b="b" l="l" r="r" t="t"/>
              <a:pathLst>
                <a:path extrusionOk="0" h="5177" w="1992">
                  <a:moveTo>
                    <a:pt x="531" y="1"/>
                  </a:moveTo>
                  <a:lnTo>
                    <a:pt x="1" y="5177"/>
                  </a:lnTo>
                  <a:lnTo>
                    <a:pt x="1328" y="5044"/>
                  </a:lnTo>
                  <a:lnTo>
                    <a:pt x="1726" y="3717"/>
                  </a:lnTo>
                  <a:lnTo>
                    <a:pt x="1991" y="2390"/>
                  </a:lnTo>
                  <a:lnTo>
                    <a:pt x="1991" y="1195"/>
                  </a:lnTo>
                  <a:lnTo>
                    <a:pt x="1858" y="797"/>
                  </a:lnTo>
                  <a:lnTo>
                    <a:pt x="1726" y="532"/>
                  </a:lnTo>
                  <a:lnTo>
                    <a:pt x="1328" y="266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8"/>
            <p:cNvSpPr/>
            <p:nvPr/>
          </p:nvSpPr>
          <p:spPr>
            <a:xfrm>
              <a:off x="7569012" y="2093837"/>
              <a:ext cx="198048" cy="250855"/>
            </a:xfrm>
            <a:custGeom>
              <a:rect b="b" l="l" r="r" t="t"/>
              <a:pathLst>
                <a:path extrusionOk="0" h="15130" w="11945">
                  <a:moveTo>
                    <a:pt x="3185" y="0"/>
                  </a:moveTo>
                  <a:lnTo>
                    <a:pt x="2123" y="398"/>
                  </a:lnTo>
                  <a:lnTo>
                    <a:pt x="1593" y="664"/>
                  </a:lnTo>
                  <a:lnTo>
                    <a:pt x="1194" y="1062"/>
                  </a:lnTo>
                  <a:lnTo>
                    <a:pt x="796" y="1460"/>
                  </a:lnTo>
                  <a:lnTo>
                    <a:pt x="531" y="1991"/>
                  </a:lnTo>
                  <a:lnTo>
                    <a:pt x="265" y="2522"/>
                  </a:lnTo>
                  <a:lnTo>
                    <a:pt x="133" y="3318"/>
                  </a:lnTo>
                  <a:lnTo>
                    <a:pt x="0" y="5574"/>
                  </a:lnTo>
                  <a:lnTo>
                    <a:pt x="0" y="7299"/>
                  </a:lnTo>
                  <a:lnTo>
                    <a:pt x="133" y="8626"/>
                  </a:lnTo>
                  <a:lnTo>
                    <a:pt x="398" y="9953"/>
                  </a:lnTo>
                  <a:lnTo>
                    <a:pt x="796" y="10750"/>
                  </a:lnTo>
                  <a:lnTo>
                    <a:pt x="1194" y="11413"/>
                  </a:lnTo>
                  <a:lnTo>
                    <a:pt x="1725" y="11811"/>
                  </a:lnTo>
                  <a:lnTo>
                    <a:pt x="2389" y="12077"/>
                  </a:lnTo>
                  <a:lnTo>
                    <a:pt x="3583" y="12077"/>
                  </a:lnTo>
                  <a:lnTo>
                    <a:pt x="4380" y="11944"/>
                  </a:lnTo>
                  <a:lnTo>
                    <a:pt x="4380" y="13537"/>
                  </a:lnTo>
                  <a:lnTo>
                    <a:pt x="4114" y="13935"/>
                  </a:lnTo>
                  <a:lnTo>
                    <a:pt x="3981" y="14200"/>
                  </a:lnTo>
                  <a:lnTo>
                    <a:pt x="3981" y="14465"/>
                  </a:lnTo>
                  <a:lnTo>
                    <a:pt x="3981" y="14598"/>
                  </a:lnTo>
                  <a:lnTo>
                    <a:pt x="4380" y="14996"/>
                  </a:lnTo>
                  <a:lnTo>
                    <a:pt x="5043" y="15129"/>
                  </a:lnTo>
                  <a:lnTo>
                    <a:pt x="5972" y="15129"/>
                  </a:lnTo>
                  <a:lnTo>
                    <a:pt x="7034" y="14996"/>
                  </a:lnTo>
                  <a:lnTo>
                    <a:pt x="7565" y="14864"/>
                  </a:lnTo>
                  <a:lnTo>
                    <a:pt x="8095" y="14598"/>
                  </a:lnTo>
                  <a:lnTo>
                    <a:pt x="8494" y="14200"/>
                  </a:lnTo>
                  <a:lnTo>
                    <a:pt x="8892" y="13802"/>
                  </a:lnTo>
                  <a:lnTo>
                    <a:pt x="9024" y="8626"/>
                  </a:lnTo>
                  <a:lnTo>
                    <a:pt x="9024" y="8759"/>
                  </a:lnTo>
                  <a:lnTo>
                    <a:pt x="9290" y="9024"/>
                  </a:lnTo>
                  <a:lnTo>
                    <a:pt x="9423" y="9157"/>
                  </a:lnTo>
                  <a:lnTo>
                    <a:pt x="10086" y="9157"/>
                  </a:lnTo>
                  <a:lnTo>
                    <a:pt x="10617" y="9024"/>
                  </a:lnTo>
                  <a:lnTo>
                    <a:pt x="10882" y="8892"/>
                  </a:lnTo>
                  <a:lnTo>
                    <a:pt x="11148" y="8626"/>
                  </a:lnTo>
                  <a:lnTo>
                    <a:pt x="11679" y="7963"/>
                  </a:lnTo>
                  <a:lnTo>
                    <a:pt x="11944" y="7565"/>
                  </a:lnTo>
                  <a:lnTo>
                    <a:pt x="11944" y="7166"/>
                  </a:lnTo>
                  <a:lnTo>
                    <a:pt x="11944" y="6636"/>
                  </a:lnTo>
                  <a:lnTo>
                    <a:pt x="11811" y="6237"/>
                  </a:lnTo>
                  <a:lnTo>
                    <a:pt x="11679" y="5972"/>
                  </a:lnTo>
                  <a:lnTo>
                    <a:pt x="11413" y="5707"/>
                  </a:lnTo>
                  <a:lnTo>
                    <a:pt x="11148" y="5574"/>
                  </a:lnTo>
                  <a:lnTo>
                    <a:pt x="10882" y="5574"/>
                  </a:lnTo>
                  <a:lnTo>
                    <a:pt x="10351" y="5707"/>
                  </a:lnTo>
                  <a:lnTo>
                    <a:pt x="9953" y="5972"/>
                  </a:lnTo>
                  <a:lnTo>
                    <a:pt x="9555" y="6503"/>
                  </a:lnTo>
                  <a:lnTo>
                    <a:pt x="9290" y="6636"/>
                  </a:lnTo>
                  <a:lnTo>
                    <a:pt x="9024" y="6636"/>
                  </a:lnTo>
                  <a:lnTo>
                    <a:pt x="9157" y="5972"/>
                  </a:lnTo>
                  <a:lnTo>
                    <a:pt x="9157" y="5176"/>
                  </a:lnTo>
                  <a:lnTo>
                    <a:pt x="9157" y="4379"/>
                  </a:lnTo>
                  <a:lnTo>
                    <a:pt x="9157" y="3318"/>
                  </a:lnTo>
                  <a:lnTo>
                    <a:pt x="8759" y="2389"/>
                  </a:lnTo>
                  <a:lnTo>
                    <a:pt x="8361" y="1593"/>
                  </a:lnTo>
                  <a:lnTo>
                    <a:pt x="7963" y="1194"/>
                  </a:lnTo>
                  <a:lnTo>
                    <a:pt x="7565" y="929"/>
                  </a:lnTo>
                  <a:lnTo>
                    <a:pt x="6503" y="398"/>
                  </a:lnTo>
                  <a:lnTo>
                    <a:pt x="5441" y="133"/>
                  </a:lnTo>
                  <a:lnTo>
                    <a:pt x="4247" y="0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8"/>
            <p:cNvSpPr/>
            <p:nvPr/>
          </p:nvSpPr>
          <p:spPr>
            <a:xfrm>
              <a:off x="7569012" y="2093837"/>
              <a:ext cx="198048" cy="250855"/>
            </a:xfrm>
            <a:custGeom>
              <a:rect b="b" l="l" r="r" t="t"/>
              <a:pathLst>
                <a:path extrusionOk="0" fill="none" h="15130" w="11945">
                  <a:moveTo>
                    <a:pt x="9024" y="6636"/>
                  </a:moveTo>
                  <a:lnTo>
                    <a:pt x="9024" y="6636"/>
                  </a:lnTo>
                  <a:lnTo>
                    <a:pt x="9290" y="6636"/>
                  </a:lnTo>
                  <a:lnTo>
                    <a:pt x="9555" y="6503"/>
                  </a:lnTo>
                  <a:lnTo>
                    <a:pt x="9953" y="5972"/>
                  </a:lnTo>
                  <a:lnTo>
                    <a:pt x="9953" y="5972"/>
                  </a:lnTo>
                  <a:lnTo>
                    <a:pt x="10351" y="5707"/>
                  </a:lnTo>
                  <a:lnTo>
                    <a:pt x="10882" y="5574"/>
                  </a:lnTo>
                  <a:lnTo>
                    <a:pt x="11148" y="5574"/>
                  </a:lnTo>
                  <a:lnTo>
                    <a:pt x="11413" y="5707"/>
                  </a:lnTo>
                  <a:lnTo>
                    <a:pt x="11679" y="5972"/>
                  </a:lnTo>
                  <a:lnTo>
                    <a:pt x="11811" y="6237"/>
                  </a:lnTo>
                  <a:lnTo>
                    <a:pt x="11811" y="6237"/>
                  </a:lnTo>
                  <a:lnTo>
                    <a:pt x="11944" y="6636"/>
                  </a:lnTo>
                  <a:lnTo>
                    <a:pt x="11944" y="7166"/>
                  </a:lnTo>
                  <a:lnTo>
                    <a:pt x="11944" y="7565"/>
                  </a:lnTo>
                  <a:lnTo>
                    <a:pt x="11679" y="7963"/>
                  </a:lnTo>
                  <a:lnTo>
                    <a:pt x="11148" y="8626"/>
                  </a:lnTo>
                  <a:lnTo>
                    <a:pt x="10882" y="8892"/>
                  </a:lnTo>
                  <a:lnTo>
                    <a:pt x="10617" y="9024"/>
                  </a:lnTo>
                  <a:lnTo>
                    <a:pt x="10617" y="9024"/>
                  </a:lnTo>
                  <a:lnTo>
                    <a:pt x="10086" y="9157"/>
                  </a:lnTo>
                  <a:lnTo>
                    <a:pt x="9688" y="9157"/>
                  </a:lnTo>
                  <a:lnTo>
                    <a:pt x="9423" y="9157"/>
                  </a:lnTo>
                  <a:lnTo>
                    <a:pt x="9290" y="9024"/>
                  </a:lnTo>
                  <a:lnTo>
                    <a:pt x="9024" y="8759"/>
                  </a:lnTo>
                  <a:lnTo>
                    <a:pt x="9024" y="8626"/>
                  </a:lnTo>
                  <a:lnTo>
                    <a:pt x="8892" y="13802"/>
                  </a:lnTo>
                  <a:lnTo>
                    <a:pt x="8892" y="13802"/>
                  </a:lnTo>
                  <a:lnTo>
                    <a:pt x="8494" y="14200"/>
                  </a:lnTo>
                  <a:lnTo>
                    <a:pt x="8095" y="14598"/>
                  </a:lnTo>
                  <a:lnTo>
                    <a:pt x="7565" y="14864"/>
                  </a:lnTo>
                  <a:lnTo>
                    <a:pt x="7034" y="14996"/>
                  </a:lnTo>
                  <a:lnTo>
                    <a:pt x="5972" y="15129"/>
                  </a:lnTo>
                  <a:lnTo>
                    <a:pt x="5043" y="15129"/>
                  </a:lnTo>
                  <a:lnTo>
                    <a:pt x="5043" y="15129"/>
                  </a:lnTo>
                  <a:lnTo>
                    <a:pt x="4380" y="14996"/>
                  </a:lnTo>
                  <a:lnTo>
                    <a:pt x="3981" y="14598"/>
                  </a:lnTo>
                  <a:lnTo>
                    <a:pt x="3981" y="14465"/>
                  </a:lnTo>
                  <a:lnTo>
                    <a:pt x="3981" y="14200"/>
                  </a:lnTo>
                  <a:lnTo>
                    <a:pt x="4114" y="13935"/>
                  </a:lnTo>
                  <a:lnTo>
                    <a:pt x="4380" y="13537"/>
                  </a:lnTo>
                  <a:lnTo>
                    <a:pt x="4380" y="11944"/>
                  </a:lnTo>
                  <a:lnTo>
                    <a:pt x="4380" y="11944"/>
                  </a:lnTo>
                  <a:lnTo>
                    <a:pt x="3583" y="12077"/>
                  </a:lnTo>
                  <a:lnTo>
                    <a:pt x="2389" y="12077"/>
                  </a:lnTo>
                  <a:lnTo>
                    <a:pt x="2389" y="12077"/>
                  </a:lnTo>
                  <a:lnTo>
                    <a:pt x="1725" y="11811"/>
                  </a:lnTo>
                  <a:lnTo>
                    <a:pt x="1194" y="11413"/>
                  </a:lnTo>
                  <a:lnTo>
                    <a:pt x="796" y="10750"/>
                  </a:lnTo>
                  <a:lnTo>
                    <a:pt x="398" y="9953"/>
                  </a:lnTo>
                  <a:lnTo>
                    <a:pt x="398" y="9953"/>
                  </a:lnTo>
                  <a:lnTo>
                    <a:pt x="133" y="8626"/>
                  </a:lnTo>
                  <a:lnTo>
                    <a:pt x="0" y="7299"/>
                  </a:lnTo>
                  <a:lnTo>
                    <a:pt x="0" y="5574"/>
                  </a:lnTo>
                  <a:lnTo>
                    <a:pt x="133" y="3318"/>
                  </a:lnTo>
                  <a:lnTo>
                    <a:pt x="133" y="3318"/>
                  </a:lnTo>
                  <a:lnTo>
                    <a:pt x="265" y="2522"/>
                  </a:lnTo>
                  <a:lnTo>
                    <a:pt x="531" y="1991"/>
                  </a:lnTo>
                  <a:lnTo>
                    <a:pt x="796" y="1460"/>
                  </a:lnTo>
                  <a:lnTo>
                    <a:pt x="1194" y="1062"/>
                  </a:lnTo>
                  <a:lnTo>
                    <a:pt x="1593" y="664"/>
                  </a:lnTo>
                  <a:lnTo>
                    <a:pt x="2123" y="398"/>
                  </a:lnTo>
                  <a:lnTo>
                    <a:pt x="3185" y="0"/>
                  </a:lnTo>
                  <a:lnTo>
                    <a:pt x="4247" y="0"/>
                  </a:lnTo>
                  <a:lnTo>
                    <a:pt x="5441" y="133"/>
                  </a:lnTo>
                  <a:lnTo>
                    <a:pt x="6503" y="398"/>
                  </a:lnTo>
                  <a:lnTo>
                    <a:pt x="7565" y="929"/>
                  </a:lnTo>
                  <a:lnTo>
                    <a:pt x="7565" y="929"/>
                  </a:lnTo>
                  <a:lnTo>
                    <a:pt x="7963" y="1194"/>
                  </a:lnTo>
                  <a:lnTo>
                    <a:pt x="8361" y="1593"/>
                  </a:lnTo>
                  <a:lnTo>
                    <a:pt x="8759" y="2389"/>
                  </a:lnTo>
                  <a:lnTo>
                    <a:pt x="9157" y="3318"/>
                  </a:lnTo>
                  <a:lnTo>
                    <a:pt x="9157" y="4379"/>
                  </a:lnTo>
                  <a:lnTo>
                    <a:pt x="9157" y="5176"/>
                  </a:lnTo>
                  <a:lnTo>
                    <a:pt x="9157" y="5972"/>
                  </a:lnTo>
                  <a:lnTo>
                    <a:pt x="9024" y="66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8"/>
            <p:cNvSpPr/>
            <p:nvPr/>
          </p:nvSpPr>
          <p:spPr>
            <a:xfrm>
              <a:off x="7564602" y="2071819"/>
              <a:ext cx="173841" cy="143052"/>
            </a:xfrm>
            <a:custGeom>
              <a:rect b="b" l="l" r="r" t="t"/>
              <a:pathLst>
                <a:path extrusionOk="0" h="8628" w="10485">
                  <a:moveTo>
                    <a:pt x="5442" y="1"/>
                  </a:moveTo>
                  <a:lnTo>
                    <a:pt x="3186" y="266"/>
                  </a:lnTo>
                  <a:lnTo>
                    <a:pt x="2522" y="266"/>
                  </a:lnTo>
                  <a:lnTo>
                    <a:pt x="1859" y="532"/>
                  </a:lnTo>
                  <a:lnTo>
                    <a:pt x="1195" y="930"/>
                  </a:lnTo>
                  <a:lnTo>
                    <a:pt x="664" y="1328"/>
                  </a:lnTo>
                  <a:lnTo>
                    <a:pt x="133" y="2124"/>
                  </a:lnTo>
                  <a:lnTo>
                    <a:pt x="1" y="2921"/>
                  </a:lnTo>
                  <a:lnTo>
                    <a:pt x="1" y="3186"/>
                  </a:lnTo>
                  <a:lnTo>
                    <a:pt x="133" y="3451"/>
                  </a:lnTo>
                  <a:lnTo>
                    <a:pt x="797" y="3982"/>
                  </a:lnTo>
                  <a:lnTo>
                    <a:pt x="1593" y="4248"/>
                  </a:lnTo>
                  <a:lnTo>
                    <a:pt x="2257" y="4380"/>
                  </a:lnTo>
                  <a:lnTo>
                    <a:pt x="3053" y="4513"/>
                  </a:lnTo>
                  <a:lnTo>
                    <a:pt x="3849" y="4380"/>
                  </a:lnTo>
                  <a:lnTo>
                    <a:pt x="4646" y="4248"/>
                  </a:lnTo>
                  <a:lnTo>
                    <a:pt x="5309" y="3982"/>
                  </a:lnTo>
                  <a:lnTo>
                    <a:pt x="6769" y="3319"/>
                  </a:lnTo>
                  <a:lnTo>
                    <a:pt x="6902" y="3850"/>
                  </a:lnTo>
                  <a:lnTo>
                    <a:pt x="7300" y="4380"/>
                  </a:lnTo>
                  <a:lnTo>
                    <a:pt x="7698" y="4778"/>
                  </a:lnTo>
                  <a:lnTo>
                    <a:pt x="7963" y="4911"/>
                  </a:lnTo>
                  <a:lnTo>
                    <a:pt x="8361" y="5177"/>
                  </a:lnTo>
                  <a:lnTo>
                    <a:pt x="8494" y="7433"/>
                  </a:lnTo>
                  <a:lnTo>
                    <a:pt x="8627" y="8229"/>
                  </a:lnTo>
                  <a:lnTo>
                    <a:pt x="8760" y="8494"/>
                  </a:lnTo>
                  <a:lnTo>
                    <a:pt x="8892" y="8627"/>
                  </a:lnTo>
                  <a:lnTo>
                    <a:pt x="9158" y="8494"/>
                  </a:lnTo>
                  <a:lnTo>
                    <a:pt x="9423" y="8229"/>
                  </a:lnTo>
                  <a:lnTo>
                    <a:pt x="9556" y="7964"/>
                  </a:lnTo>
                  <a:lnTo>
                    <a:pt x="10219" y="7300"/>
                  </a:lnTo>
                  <a:lnTo>
                    <a:pt x="10352" y="6902"/>
                  </a:lnTo>
                  <a:lnTo>
                    <a:pt x="10352" y="6636"/>
                  </a:lnTo>
                  <a:lnTo>
                    <a:pt x="10352" y="5309"/>
                  </a:lnTo>
                  <a:lnTo>
                    <a:pt x="10219" y="3982"/>
                  </a:lnTo>
                  <a:lnTo>
                    <a:pt x="10219" y="3717"/>
                  </a:lnTo>
                  <a:lnTo>
                    <a:pt x="10352" y="3319"/>
                  </a:lnTo>
                  <a:lnTo>
                    <a:pt x="10485" y="2522"/>
                  </a:lnTo>
                  <a:lnTo>
                    <a:pt x="10352" y="1859"/>
                  </a:lnTo>
                  <a:lnTo>
                    <a:pt x="10087" y="1328"/>
                  </a:lnTo>
                  <a:lnTo>
                    <a:pt x="9556" y="930"/>
                  </a:lnTo>
                  <a:lnTo>
                    <a:pt x="9025" y="532"/>
                  </a:lnTo>
                  <a:lnTo>
                    <a:pt x="8229" y="266"/>
                  </a:lnTo>
                  <a:lnTo>
                    <a:pt x="730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8"/>
            <p:cNvSpPr/>
            <p:nvPr/>
          </p:nvSpPr>
          <p:spPr>
            <a:xfrm>
              <a:off x="7564602" y="2071819"/>
              <a:ext cx="173841" cy="143052"/>
            </a:xfrm>
            <a:custGeom>
              <a:rect b="b" l="l" r="r" t="t"/>
              <a:pathLst>
                <a:path extrusionOk="0" fill="none" h="8628" w="10485">
                  <a:moveTo>
                    <a:pt x="3849" y="4380"/>
                  </a:moveTo>
                  <a:lnTo>
                    <a:pt x="3849" y="4380"/>
                  </a:lnTo>
                  <a:lnTo>
                    <a:pt x="4646" y="4248"/>
                  </a:lnTo>
                  <a:lnTo>
                    <a:pt x="5309" y="3982"/>
                  </a:lnTo>
                  <a:lnTo>
                    <a:pt x="6769" y="3319"/>
                  </a:lnTo>
                  <a:lnTo>
                    <a:pt x="6769" y="3319"/>
                  </a:lnTo>
                  <a:lnTo>
                    <a:pt x="6902" y="3850"/>
                  </a:lnTo>
                  <a:lnTo>
                    <a:pt x="7300" y="4380"/>
                  </a:lnTo>
                  <a:lnTo>
                    <a:pt x="7300" y="4380"/>
                  </a:lnTo>
                  <a:lnTo>
                    <a:pt x="7698" y="4778"/>
                  </a:lnTo>
                  <a:lnTo>
                    <a:pt x="7963" y="4911"/>
                  </a:lnTo>
                  <a:lnTo>
                    <a:pt x="8361" y="5177"/>
                  </a:lnTo>
                  <a:lnTo>
                    <a:pt x="8361" y="5177"/>
                  </a:lnTo>
                  <a:lnTo>
                    <a:pt x="8494" y="7433"/>
                  </a:lnTo>
                  <a:lnTo>
                    <a:pt x="8494" y="7433"/>
                  </a:lnTo>
                  <a:lnTo>
                    <a:pt x="8627" y="8229"/>
                  </a:lnTo>
                  <a:lnTo>
                    <a:pt x="8760" y="8494"/>
                  </a:lnTo>
                  <a:lnTo>
                    <a:pt x="8892" y="8627"/>
                  </a:lnTo>
                  <a:lnTo>
                    <a:pt x="9158" y="8494"/>
                  </a:lnTo>
                  <a:lnTo>
                    <a:pt x="9158" y="8494"/>
                  </a:lnTo>
                  <a:lnTo>
                    <a:pt x="9423" y="8229"/>
                  </a:lnTo>
                  <a:lnTo>
                    <a:pt x="9556" y="7964"/>
                  </a:lnTo>
                  <a:lnTo>
                    <a:pt x="9556" y="7964"/>
                  </a:lnTo>
                  <a:lnTo>
                    <a:pt x="10219" y="7300"/>
                  </a:lnTo>
                  <a:lnTo>
                    <a:pt x="10219" y="7300"/>
                  </a:lnTo>
                  <a:lnTo>
                    <a:pt x="10352" y="6902"/>
                  </a:lnTo>
                  <a:lnTo>
                    <a:pt x="10352" y="6636"/>
                  </a:lnTo>
                  <a:lnTo>
                    <a:pt x="10352" y="6636"/>
                  </a:lnTo>
                  <a:lnTo>
                    <a:pt x="10352" y="5309"/>
                  </a:lnTo>
                  <a:lnTo>
                    <a:pt x="10352" y="5309"/>
                  </a:lnTo>
                  <a:lnTo>
                    <a:pt x="10219" y="3982"/>
                  </a:lnTo>
                  <a:lnTo>
                    <a:pt x="10219" y="3982"/>
                  </a:lnTo>
                  <a:lnTo>
                    <a:pt x="10219" y="3717"/>
                  </a:lnTo>
                  <a:lnTo>
                    <a:pt x="10352" y="3319"/>
                  </a:lnTo>
                  <a:lnTo>
                    <a:pt x="10352" y="3319"/>
                  </a:lnTo>
                  <a:lnTo>
                    <a:pt x="10485" y="2522"/>
                  </a:lnTo>
                  <a:lnTo>
                    <a:pt x="10485" y="2522"/>
                  </a:lnTo>
                  <a:lnTo>
                    <a:pt x="10352" y="1859"/>
                  </a:lnTo>
                  <a:lnTo>
                    <a:pt x="10087" y="1328"/>
                  </a:lnTo>
                  <a:lnTo>
                    <a:pt x="9556" y="930"/>
                  </a:lnTo>
                  <a:lnTo>
                    <a:pt x="9025" y="532"/>
                  </a:lnTo>
                  <a:lnTo>
                    <a:pt x="9025" y="532"/>
                  </a:lnTo>
                  <a:lnTo>
                    <a:pt x="8229" y="266"/>
                  </a:lnTo>
                  <a:lnTo>
                    <a:pt x="7300" y="1"/>
                  </a:lnTo>
                  <a:lnTo>
                    <a:pt x="6371" y="1"/>
                  </a:lnTo>
                  <a:lnTo>
                    <a:pt x="5442" y="1"/>
                  </a:lnTo>
                  <a:lnTo>
                    <a:pt x="5442" y="1"/>
                  </a:lnTo>
                  <a:lnTo>
                    <a:pt x="3186" y="266"/>
                  </a:lnTo>
                  <a:lnTo>
                    <a:pt x="3186" y="266"/>
                  </a:lnTo>
                  <a:lnTo>
                    <a:pt x="2522" y="266"/>
                  </a:lnTo>
                  <a:lnTo>
                    <a:pt x="2522" y="266"/>
                  </a:lnTo>
                  <a:lnTo>
                    <a:pt x="1859" y="532"/>
                  </a:lnTo>
                  <a:lnTo>
                    <a:pt x="1859" y="532"/>
                  </a:lnTo>
                  <a:lnTo>
                    <a:pt x="1195" y="930"/>
                  </a:lnTo>
                  <a:lnTo>
                    <a:pt x="664" y="1328"/>
                  </a:lnTo>
                  <a:lnTo>
                    <a:pt x="664" y="1328"/>
                  </a:lnTo>
                  <a:lnTo>
                    <a:pt x="133" y="2124"/>
                  </a:lnTo>
                  <a:lnTo>
                    <a:pt x="1" y="2921"/>
                  </a:lnTo>
                  <a:lnTo>
                    <a:pt x="1" y="2921"/>
                  </a:lnTo>
                  <a:lnTo>
                    <a:pt x="1" y="3186"/>
                  </a:lnTo>
                  <a:lnTo>
                    <a:pt x="133" y="3451"/>
                  </a:lnTo>
                  <a:lnTo>
                    <a:pt x="133" y="3451"/>
                  </a:lnTo>
                  <a:lnTo>
                    <a:pt x="797" y="3982"/>
                  </a:lnTo>
                  <a:lnTo>
                    <a:pt x="797" y="3982"/>
                  </a:lnTo>
                  <a:lnTo>
                    <a:pt x="1593" y="4248"/>
                  </a:lnTo>
                  <a:lnTo>
                    <a:pt x="2257" y="4380"/>
                  </a:lnTo>
                  <a:lnTo>
                    <a:pt x="3053" y="4513"/>
                  </a:lnTo>
                  <a:lnTo>
                    <a:pt x="3849" y="43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8"/>
            <p:cNvSpPr/>
            <p:nvPr/>
          </p:nvSpPr>
          <p:spPr>
            <a:xfrm>
              <a:off x="7641616" y="2258858"/>
              <a:ext cx="68227" cy="44020"/>
            </a:xfrm>
            <a:custGeom>
              <a:rect b="b" l="l" r="r" t="t"/>
              <a:pathLst>
                <a:path extrusionOk="0" h="2655" w="4115">
                  <a:moveTo>
                    <a:pt x="4115" y="0"/>
                  </a:moveTo>
                  <a:lnTo>
                    <a:pt x="3716" y="664"/>
                  </a:lnTo>
                  <a:lnTo>
                    <a:pt x="3053" y="1195"/>
                  </a:lnTo>
                  <a:lnTo>
                    <a:pt x="2257" y="1460"/>
                  </a:lnTo>
                  <a:lnTo>
                    <a:pt x="1195" y="1726"/>
                  </a:lnTo>
                  <a:lnTo>
                    <a:pt x="1" y="1991"/>
                  </a:lnTo>
                  <a:lnTo>
                    <a:pt x="1" y="2655"/>
                  </a:lnTo>
                  <a:lnTo>
                    <a:pt x="1460" y="2256"/>
                  </a:lnTo>
                  <a:lnTo>
                    <a:pt x="2655" y="1858"/>
                  </a:lnTo>
                  <a:lnTo>
                    <a:pt x="3186" y="1593"/>
                  </a:lnTo>
                  <a:lnTo>
                    <a:pt x="3584" y="1327"/>
                  </a:lnTo>
                  <a:lnTo>
                    <a:pt x="3849" y="929"/>
                  </a:lnTo>
                  <a:lnTo>
                    <a:pt x="3982" y="398"/>
                  </a:lnTo>
                  <a:lnTo>
                    <a:pt x="4115" y="0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8"/>
            <p:cNvSpPr/>
            <p:nvPr/>
          </p:nvSpPr>
          <p:spPr>
            <a:xfrm>
              <a:off x="7641616" y="2186238"/>
              <a:ext cx="17625" cy="17625"/>
            </a:xfrm>
            <a:custGeom>
              <a:rect b="b" l="l" r="r" t="t"/>
              <a:pathLst>
                <a:path extrusionOk="0" h="1063" w="1063">
                  <a:moveTo>
                    <a:pt x="531" y="1"/>
                  </a:moveTo>
                  <a:lnTo>
                    <a:pt x="266" y="134"/>
                  </a:lnTo>
                  <a:lnTo>
                    <a:pt x="133" y="266"/>
                  </a:lnTo>
                  <a:lnTo>
                    <a:pt x="1" y="532"/>
                  </a:lnTo>
                  <a:lnTo>
                    <a:pt x="133" y="930"/>
                  </a:lnTo>
                  <a:lnTo>
                    <a:pt x="266" y="1063"/>
                  </a:lnTo>
                  <a:lnTo>
                    <a:pt x="664" y="1063"/>
                  </a:lnTo>
                  <a:lnTo>
                    <a:pt x="797" y="930"/>
                  </a:lnTo>
                  <a:lnTo>
                    <a:pt x="1062" y="532"/>
                  </a:lnTo>
                  <a:lnTo>
                    <a:pt x="797" y="266"/>
                  </a:lnTo>
                  <a:lnTo>
                    <a:pt x="664" y="134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8"/>
            <p:cNvSpPr/>
            <p:nvPr/>
          </p:nvSpPr>
          <p:spPr>
            <a:xfrm>
              <a:off x="7650420" y="2162047"/>
              <a:ext cx="17625" cy="15419"/>
            </a:xfrm>
            <a:custGeom>
              <a:rect b="b" l="l" r="r" t="t"/>
              <a:pathLst>
                <a:path extrusionOk="0" h="930" w="1063">
                  <a:moveTo>
                    <a:pt x="531" y="0"/>
                  </a:moveTo>
                  <a:lnTo>
                    <a:pt x="266" y="133"/>
                  </a:lnTo>
                  <a:lnTo>
                    <a:pt x="133" y="133"/>
                  </a:lnTo>
                  <a:lnTo>
                    <a:pt x="0" y="398"/>
                  </a:lnTo>
                  <a:lnTo>
                    <a:pt x="1062" y="929"/>
                  </a:lnTo>
                  <a:lnTo>
                    <a:pt x="1062" y="664"/>
                  </a:lnTo>
                  <a:lnTo>
                    <a:pt x="1062" y="531"/>
                  </a:lnTo>
                  <a:lnTo>
                    <a:pt x="929" y="265"/>
                  </a:lnTo>
                  <a:lnTo>
                    <a:pt x="797" y="133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8"/>
            <p:cNvSpPr/>
            <p:nvPr/>
          </p:nvSpPr>
          <p:spPr>
            <a:xfrm>
              <a:off x="7626213" y="2245660"/>
              <a:ext cx="17625" cy="13214"/>
            </a:xfrm>
            <a:custGeom>
              <a:rect b="b" l="l" r="r" t="t"/>
              <a:pathLst>
                <a:path extrusionOk="0" h="797" w="1063">
                  <a:moveTo>
                    <a:pt x="1062" y="0"/>
                  </a:moveTo>
                  <a:lnTo>
                    <a:pt x="1" y="398"/>
                  </a:lnTo>
                  <a:lnTo>
                    <a:pt x="1" y="664"/>
                  </a:lnTo>
                  <a:lnTo>
                    <a:pt x="266" y="796"/>
                  </a:lnTo>
                  <a:lnTo>
                    <a:pt x="664" y="796"/>
                  </a:lnTo>
                  <a:lnTo>
                    <a:pt x="930" y="664"/>
                  </a:lnTo>
                  <a:lnTo>
                    <a:pt x="1062" y="531"/>
                  </a:lnTo>
                  <a:lnTo>
                    <a:pt x="1062" y="26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8"/>
            <p:cNvSpPr/>
            <p:nvPr/>
          </p:nvSpPr>
          <p:spPr>
            <a:xfrm>
              <a:off x="7573406" y="2159842"/>
              <a:ext cx="17625" cy="15419"/>
            </a:xfrm>
            <a:custGeom>
              <a:rect b="b" l="l" r="r" t="t"/>
              <a:pathLst>
                <a:path extrusionOk="0" h="930" w="1063">
                  <a:moveTo>
                    <a:pt x="133" y="0"/>
                  </a:moveTo>
                  <a:lnTo>
                    <a:pt x="0" y="266"/>
                  </a:lnTo>
                  <a:lnTo>
                    <a:pt x="0" y="398"/>
                  </a:lnTo>
                  <a:lnTo>
                    <a:pt x="0" y="664"/>
                  </a:lnTo>
                  <a:lnTo>
                    <a:pt x="133" y="929"/>
                  </a:lnTo>
                  <a:lnTo>
                    <a:pt x="1062" y="133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8"/>
            <p:cNvSpPr/>
            <p:nvPr/>
          </p:nvSpPr>
          <p:spPr>
            <a:xfrm>
              <a:off x="7577799" y="2186238"/>
              <a:ext cx="15419" cy="15419"/>
            </a:xfrm>
            <a:custGeom>
              <a:rect b="b" l="l" r="r" t="t"/>
              <a:pathLst>
                <a:path extrusionOk="0" h="930" w="930">
                  <a:moveTo>
                    <a:pt x="532" y="1"/>
                  </a:moveTo>
                  <a:lnTo>
                    <a:pt x="134" y="134"/>
                  </a:lnTo>
                  <a:lnTo>
                    <a:pt x="1" y="532"/>
                  </a:lnTo>
                  <a:lnTo>
                    <a:pt x="134" y="797"/>
                  </a:lnTo>
                  <a:lnTo>
                    <a:pt x="532" y="930"/>
                  </a:lnTo>
                  <a:lnTo>
                    <a:pt x="797" y="797"/>
                  </a:lnTo>
                  <a:lnTo>
                    <a:pt x="930" y="532"/>
                  </a:lnTo>
                  <a:lnTo>
                    <a:pt x="797" y="134"/>
                  </a:lnTo>
                  <a:lnTo>
                    <a:pt x="53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8"/>
            <p:cNvSpPr/>
            <p:nvPr/>
          </p:nvSpPr>
          <p:spPr>
            <a:xfrm>
              <a:off x="7595407" y="2181844"/>
              <a:ext cx="28617" cy="50619"/>
            </a:xfrm>
            <a:custGeom>
              <a:rect b="b" l="l" r="r" t="t"/>
              <a:pathLst>
                <a:path extrusionOk="0" h="3053" w="1726">
                  <a:moveTo>
                    <a:pt x="1726" y="0"/>
                  </a:moveTo>
                  <a:lnTo>
                    <a:pt x="1" y="2522"/>
                  </a:lnTo>
                  <a:lnTo>
                    <a:pt x="1460" y="3053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8"/>
            <p:cNvSpPr/>
            <p:nvPr/>
          </p:nvSpPr>
          <p:spPr>
            <a:xfrm>
              <a:off x="7553609" y="2038825"/>
              <a:ext cx="209041" cy="134232"/>
            </a:xfrm>
            <a:custGeom>
              <a:rect b="b" l="l" r="r" t="t"/>
              <a:pathLst>
                <a:path extrusionOk="0" h="8096" w="12608">
                  <a:moveTo>
                    <a:pt x="6370" y="0"/>
                  </a:moveTo>
                  <a:lnTo>
                    <a:pt x="5309" y="133"/>
                  </a:lnTo>
                  <a:lnTo>
                    <a:pt x="4380" y="266"/>
                  </a:lnTo>
                  <a:lnTo>
                    <a:pt x="3451" y="664"/>
                  </a:lnTo>
                  <a:lnTo>
                    <a:pt x="2654" y="1195"/>
                  </a:lnTo>
                  <a:lnTo>
                    <a:pt x="1858" y="1725"/>
                  </a:lnTo>
                  <a:lnTo>
                    <a:pt x="1327" y="2522"/>
                  </a:lnTo>
                  <a:lnTo>
                    <a:pt x="796" y="3318"/>
                  </a:lnTo>
                  <a:lnTo>
                    <a:pt x="398" y="4247"/>
                  </a:lnTo>
                  <a:lnTo>
                    <a:pt x="133" y="4911"/>
                  </a:lnTo>
                  <a:lnTo>
                    <a:pt x="0" y="5707"/>
                  </a:lnTo>
                  <a:lnTo>
                    <a:pt x="1062" y="5441"/>
                  </a:lnTo>
                  <a:lnTo>
                    <a:pt x="1991" y="5176"/>
                  </a:lnTo>
                  <a:lnTo>
                    <a:pt x="3185" y="5043"/>
                  </a:lnTo>
                  <a:lnTo>
                    <a:pt x="5309" y="5043"/>
                  </a:lnTo>
                  <a:lnTo>
                    <a:pt x="6503" y="5309"/>
                  </a:lnTo>
                  <a:lnTo>
                    <a:pt x="7565" y="5441"/>
                  </a:lnTo>
                  <a:lnTo>
                    <a:pt x="8626" y="5840"/>
                  </a:lnTo>
                  <a:lnTo>
                    <a:pt x="10352" y="6636"/>
                  </a:lnTo>
                  <a:lnTo>
                    <a:pt x="11148" y="7167"/>
                  </a:lnTo>
                  <a:lnTo>
                    <a:pt x="11811" y="7697"/>
                  </a:lnTo>
                  <a:lnTo>
                    <a:pt x="12342" y="8096"/>
                  </a:lnTo>
                  <a:lnTo>
                    <a:pt x="12608" y="7167"/>
                  </a:lnTo>
                  <a:lnTo>
                    <a:pt x="12608" y="6238"/>
                  </a:lnTo>
                  <a:lnTo>
                    <a:pt x="12475" y="5043"/>
                  </a:lnTo>
                  <a:lnTo>
                    <a:pt x="12077" y="3849"/>
                  </a:lnTo>
                  <a:lnTo>
                    <a:pt x="11546" y="2787"/>
                  </a:lnTo>
                  <a:lnTo>
                    <a:pt x="10750" y="1858"/>
                  </a:lnTo>
                  <a:lnTo>
                    <a:pt x="9821" y="1062"/>
                  </a:lnTo>
                  <a:lnTo>
                    <a:pt x="8759" y="531"/>
                  </a:lnTo>
                  <a:lnTo>
                    <a:pt x="7565" y="133"/>
                  </a:lnTo>
                  <a:lnTo>
                    <a:pt x="637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8"/>
            <p:cNvSpPr/>
            <p:nvPr/>
          </p:nvSpPr>
          <p:spPr>
            <a:xfrm>
              <a:off x="7553609" y="2038825"/>
              <a:ext cx="209041" cy="134232"/>
            </a:xfrm>
            <a:custGeom>
              <a:rect b="b" l="l" r="r" t="t"/>
              <a:pathLst>
                <a:path extrusionOk="0" fill="none" h="8096" w="12608">
                  <a:moveTo>
                    <a:pt x="12608" y="6238"/>
                  </a:moveTo>
                  <a:lnTo>
                    <a:pt x="12608" y="6238"/>
                  </a:lnTo>
                  <a:lnTo>
                    <a:pt x="12608" y="7167"/>
                  </a:lnTo>
                  <a:lnTo>
                    <a:pt x="12342" y="8096"/>
                  </a:lnTo>
                  <a:lnTo>
                    <a:pt x="12342" y="8096"/>
                  </a:lnTo>
                  <a:lnTo>
                    <a:pt x="11811" y="7697"/>
                  </a:lnTo>
                  <a:lnTo>
                    <a:pt x="11811" y="7697"/>
                  </a:lnTo>
                  <a:lnTo>
                    <a:pt x="11148" y="7167"/>
                  </a:lnTo>
                  <a:lnTo>
                    <a:pt x="10352" y="6636"/>
                  </a:lnTo>
                  <a:lnTo>
                    <a:pt x="8626" y="5840"/>
                  </a:lnTo>
                  <a:lnTo>
                    <a:pt x="8626" y="5840"/>
                  </a:lnTo>
                  <a:lnTo>
                    <a:pt x="8626" y="5840"/>
                  </a:lnTo>
                  <a:lnTo>
                    <a:pt x="7565" y="5441"/>
                  </a:lnTo>
                  <a:lnTo>
                    <a:pt x="6503" y="5309"/>
                  </a:lnTo>
                  <a:lnTo>
                    <a:pt x="5309" y="5043"/>
                  </a:lnTo>
                  <a:lnTo>
                    <a:pt x="4247" y="5043"/>
                  </a:lnTo>
                  <a:lnTo>
                    <a:pt x="3185" y="5043"/>
                  </a:lnTo>
                  <a:lnTo>
                    <a:pt x="1991" y="5176"/>
                  </a:lnTo>
                  <a:lnTo>
                    <a:pt x="1062" y="5441"/>
                  </a:lnTo>
                  <a:lnTo>
                    <a:pt x="0" y="5707"/>
                  </a:lnTo>
                  <a:lnTo>
                    <a:pt x="0" y="5707"/>
                  </a:lnTo>
                  <a:lnTo>
                    <a:pt x="133" y="4911"/>
                  </a:lnTo>
                  <a:lnTo>
                    <a:pt x="398" y="4247"/>
                  </a:lnTo>
                  <a:lnTo>
                    <a:pt x="398" y="4247"/>
                  </a:lnTo>
                  <a:lnTo>
                    <a:pt x="796" y="3318"/>
                  </a:lnTo>
                  <a:lnTo>
                    <a:pt x="1327" y="2522"/>
                  </a:lnTo>
                  <a:lnTo>
                    <a:pt x="1858" y="1725"/>
                  </a:lnTo>
                  <a:lnTo>
                    <a:pt x="2654" y="1195"/>
                  </a:lnTo>
                  <a:lnTo>
                    <a:pt x="3451" y="664"/>
                  </a:lnTo>
                  <a:lnTo>
                    <a:pt x="4380" y="266"/>
                  </a:lnTo>
                  <a:lnTo>
                    <a:pt x="5309" y="133"/>
                  </a:lnTo>
                  <a:lnTo>
                    <a:pt x="6370" y="0"/>
                  </a:lnTo>
                  <a:lnTo>
                    <a:pt x="6370" y="0"/>
                  </a:lnTo>
                  <a:lnTo>
                    <a:pt x="7565" y="133"/>
                  </a:lnTo>
                  <a:lnTo>
                    <a:pt x="8759" y="531"/>
                  </a:lnTo>
                  <a:lnTo>
                    <a:pt x="9821" y="1062"/>
                  </a:lnTo>
                  <a:lnTo>
                    <a:pt x="10750" y="1858"/>
                  </a:lnTo>
                  <a:lnTo>
                    <a:pt x="11546" y="2787"/>
                  </a:lnTo>
                  <a:lnTo>
                    <a:pt x="12077" y="3849"/>
                  </a:lnTo>
                  <a:lnTo>
                    <a:pt x="12475" y="5043"/>
                  </a:lnTo>
                  <a:lnTo>
                    <a:pt x="12608" y="623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8"/>
            <p:cNvSpPr/>
            <p:nvPr/>
          </p:nvSpPr>
          <p:spPr>
            <a:xfrm>
              <a:off x="7586603" y="2034415"/>
              <a:ext cx="136437" cy="88040"/>
            </a:xfrm>
            <a:custGeom>
              <a:rect b="b" l="l" r="r" t="t"/>
              <a:pathLst>
                <a:path extrusionOk="0" h="5310" w="8229">
                  <a:moveTo>
                    <a:pt x="4513" y="1"/>
                  </a:moveTo>
                  <a:lnTo>
                    <a:pt x="3717" y="134"/>
                  </a:lnTo>
                  <a:lnTo>
                    <a:pt x="2788" y="532"/>
                  </a:lnTo>
                  <a:lnTo>
                    <a:pt x="1859" y="1328"/>
                  </a:lnTo>
                  <a:lnTo>
                    <a:pt x="1328" y="1991"/>
                  </a:lnTo>
                  <a:lnTo>
                    <a:pt x="930" y="2522"/>
                  </a:lnTo>
                  <a:lnTo>
                    <a:pt x="266" y="3717"/>
                  </a:lnTo>
                  <a:lnTo>
                    <a:pt x="133" y="4646"/>
                  </a:lnTo>
                  <a:lnTo>
                    <a:pt x="1" y="4911"/>
                  </a:lnTo>
                  <a:lnTo>
                    <a:pt x="1726" y="5309"/>
                  </a:lnTo>
                  <a:lnTo>
                    <a:pt x="2257" y="5309"/>
                  </a:lnTo>
                  <a:lnTo>
                    <a:pt x="2390" y="4778"/>
                  </a:lnTo>
                  <a:lnTo>
                    <a:pt x="2655" y="4115"/>
                  </a:lnTo>
                  <a:lnTo>
                    <a:pt x="2920" y="3451"/>
                  </a:lnTo>
                  <a:lnTo>
                    <a:pt x="3319" y="2788"/>
                  </a:lnTo>
                  <a:lnTo>
                    <a:pt x="3849" y="2124"/>
                  </a:lnTo>
                  <a:lnTo>
                    <a:pt x="4513" y="1593"/>
                  </a:lnTo>
                  <a:lnTo>
                    <a:pt x="5176" y="1195"/>
                  </a:lnTo>
                  <a:lnTo>
                    <a:pt x="6105" y="930"/>
                  </a:lnTo>
                  <a:lnTo>
                    <a:pt x="7300" y="930"/>
                  </a:lnTo>
                  <a:lnTo>
                    <a:pt x="8229" y="1593"/>
                  </a:lnTo>
                  <a:lnTo>
                    <a:pt x="8096" y="1195"/>
                  </a:lnTo>
                  <a:lnTo>
                    <a:pt x="7831" y="797"/>
                  </a:lnTo>
                  <a:lnTo>
                    <a:pt x="7300" y="532"/>
                  </a:lnTo>
                  <a:lnTo>
                    <a:pt x="5176" y="134"/>
                  </a:lnTo>
                  <a:lnTo>
                    <a:pt x="4513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8"/>
            <p:cNvSpPr/>
            <p:nvPr/>
          </p:nvSpPr>
          <p:spPr>
            <a:xfrm>
              <a:off x="7586603" y="2034415"/>
              <a:ext cx="136437" cy="88040"/>
            </a:xfrm>
            <a:custGeom>
              <a:rect b="b" l="l" r="r" t="t"/>
              <a:pathLst>
                <a:path extrusionOk="0" fill="none" h="5310" w="8229">
                  <a:moveTo>
                    <a:pt x="7300" y="532"/>
                  </a:moveTo>
                  <a:lnTo>
                    <a:pt x="7300" y="532"/>
                  </a:lnTo>
                  <a:lnTo>
                    <a:pt x="5176" y="134"/>
                  </a:lnTo>
                  <a:lnTo>
                    <a:pt x="5176" y="134"/>
                  </a:lnTo>
                  <a:lnTo>
                    <a:pt x="4513" y="1"/>
                  </a:lnTo>
                  <a:lnTo>
                    <a:pt x="3717" y="134"/>
                  </a:lnTo>
                  <a:lnTo>
                    <a:pt x="2788" y="532"/>
                  </a:lnTo>
                  <a:lnTo>
                    <a:pt x="1859" y="1328"/>
                  </a:lnTo>
                  <a:lnTo>
                    <a:pt x="1859" y="1328"/>
                  </a:lnTo>
                  <a:lnTo>
                    <a:pt x="1328" y="1991"/>
                  </a:lnTo>
                  <a:lnTo>
                    <a:pt x="930" y="2522"/>
                  </a:lnTo>
                  <a:lnTo>
                    <a:pt x="266" y="3717"/>
                  </a:lnTo>
                  <a:lnTo>
                    <a:pt x="133" y="4646"/>
                  </a:lnTo>
                  <a:lnTo>
                    <a:pt x="1" y="4911"/>
                  </a:lnTo>
                  <a:lnTo>
                    <a:pt x="1726" y="5309"/>
                  </a:lnTo>
                  <a:lnTo>
                    <a:pt x="2257" y="5309"/>
                  </a:lnTo>
                  <a:lnTo>
                    <a:pt x="2257" y="5309"/>
                  </a:lnTo>
                  <a:lnTo>
                    <a:pt x="2390" y="4778"/>
                  </a:lnTo>
                  <a:lnTo>
                    <a:pt x="2655" y="4115"/>
                  </a:lnTo>
                  <a:lnTo>
                    <a:pt x="2920" y="3451"/>
                  </a:lnTo>
                  <a:lnTo>
                    <a:pt x="3319" y="2788"/>
                  </a:lnTo>
                  <a:lnTo>
                    <a:pt x="3849" y="2124"/>
                  </a:lnTo>
                  <a:lnTo>
                    <a:pt x="4513" y="1593"/>
                  </a:lnTo>
                  <a:lnTo>
                    <a:pt x="5176" y="1195"/>
                  </a:lnTo>
                  <a:lnTo>
                    <a:pt x="6105" y="930"/>
                  </a:lnTo>
                  <a:lnTo>
                    <a:pt x="6105" y="930"/>
                  </a:lnTo>
                  <a:lnTo>
                    <a:pt x="6371" y="930"/>
                  </a:lnTo>
                  <a:lnTo>
                    <a:pt x="6371" y="930"/>
                  </a:lnTo>
                  <a:lnTo>
                    <a:pt x="7300" y="930"/>
                  </a:lnTo>
                  <a:lnTo>
                    <a:pt x="7300" y="930"/>
                  </a:lnTo>
                  <a:lnTo>
                    <a:pt x="8229" y="1593"/>
                  </a:lnTo>
                  <a:lnTo>
                    <a:pt x="8229" y="1593"/>
                  </a:lnTo>
                  <a:lnTo>
                    <a:pt x="8096" y="1195"/>
                  </a:lnTo>
                  <a:lnTo>
                    <a:pt x="7831" y="797"/>
                  </a:lnTo>
                  <a:lnTo>
                    <a:pt x="7300" y="5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8"/>
            <p:cNvSpPr/>
            <p:nvPr/>
          </p:nvSpPr>
          <p:spPr>
            <a:xfrm>
              <a:off x="7597612" y="2034415"/>
              <a:ext cx="103426" cy="50635"/>
            </a:xfrm>
            <a:custGeom>
              <a:rect b="b" l="l" r="r" t="t"/>
              <a:pathLst>
                <a:path extrusionOk="0" h="3054" w="6238">
                  <a:moveTo>
                    <a:pt x="5707" y="399"/>
                  </a:moveTo>
                  <a:lnTo>
                    <a:pt x="5683" y="404"/>
                  </a:lnTo>
                  <a:lnTo>
                    <a:pt x="5683" y="404"/>
                  </a:lnTo>
                  <a:lnTo>
                    <a:pt x="6238" y="532"/>
                  </a:lnTo>
                  <a:lnTo>
                    <a:pt x="5707" y="399"/>
                  </a:lnTo>
                  <a:close/>
                  <a:moveTo>
                    <a:pt x="5309" y="930"/>
                  </a:moveTo>
                  <a:lnTo>
                    <a:pt x="4778" y="1063"/>
                  </a:lnTo>
                  <a:lnTo>
                    <a:pt x="3849" y="1461"/>
                  </a:lnTo>
                  <a:lnTo>
                    <a:pt x="4645" y="1195"/>
                  </a:lnTo>
                  <a:lnTo>
                    <a:pt x="5441" y="930"/>
                  </a:lnTo>
                  <a:close/>
                  <a:moveTo>
                    <a:pt x="3982" y="1"/>
                  </a:moveTo>
                  <a:lnTo>
                    <a:pt x="3318" y="134"/>
                  </a:lnTo>
                  <a:lnTo>
                    <a:pt x="2655" y="266"/>
                  </a:lnTo>
                  <a:lnTo>
                    <a:pt x="1858" y="664"/>
                  </a:lnTo>
                  <a:lnTo>
                    <a:pt x="1195" y="1328"/>
                  </a:lnTo>
                  <a:lnTo>
                    <a:pt x="398" y="2124"/>
                  </a:lnTo>
                  <a:lnTo>
                    <a:pt x="0" y="3053"/>
                  </a:lnTo>
                  <a:lnTo>
                    <a:pt x="1858" y="3053"/>
                  </a:lnTo>
                  <a:lnTo>
                    <a:pt x="2256" y="2390"/>
                  </a:lnTo>
                  <a:lnTo>
                    <a:pt x="2920" y="1726"/>
                  </a:lnTo>
                  <a:lnTo>
                    <a:pt x="3583" y="1063"/>
                  </a:lnTo>
                  <a:lnTo>
                    <a:pt x="4380" y="664"/>
                  </a:lnTo>
                  <a:lnTo>
                    <a:pt x="5043" y="532"/>
                  </a:lnTo>
                  <a:lnTo>
                    <a:pt x="5683" y="404"/>
                  </a:lnTo>
                  <a:lnTo>
                    <a:pt x="5683" y="404"/>
                  </a:lnTo>
                  <a:lnTo>
                    <a:pt x="4512" y="134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rgbClr val="F89F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8"/>
            <p:cNvSpPr/>
            <p:nvPr/>
          </p:nvSpPr>
          <p:spPr>
            <a:xfrm>
              <a:off x="7615204" y="2122438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8"/>
            <p:cNvSpPr/>
            <p:nvPr/>
          </p:nvSpPr>
          <p:spPr>
            <a:xfrm>
              <a:off x="7661412" y="2049817"/>
              <a:ext cx="61628" cy="11026"/>
            </a:xfrm>
            <a:custGeom>
              <a:rect b="b" l="l" r="r" t="t"/>
              <a:pathLst>
                <a:path extrusionOk="0" fill="none" h="665" w="3717">
                  <a:moveTo>
                    <a:pt x="1992" y="1"/>
                  </a:moveTo>
                  <a:lnTo>
                    <a:pt x="1992" y="1"/>
                  </a:lnTo>
                  <a:lnTo>
                    <a:pt x="1461" y="1"/>
                  </a:lnTo>
                  <a:lnTo>
                    <a:pt x="930" y="134"/>
                  </a:lnTo>
                  <a:lnTo>
                    <a:pt x="1" y="532"/>
                  </a:lnTo>
                  <a:lnTo>
                    <a:pt x="1" y="532"/>
                  </a:lnTo>
                  <a:lnTo>
                    <a:pt x="797" y="266"/>
                  </a:lnTo>
                  <a:lnTo>
                    <a:pt x="1593" y="1"/>
                  </a:lnTo>
                  <a:lnTo>
                    <a:pt x="1593" y="1"/>
                  </a:lnTo>
                  <a:lnTo>
                    <a:pt x="1859" y="1"/>
                  </a:lnTo>
                  <a:lnTo>
                    <a:pt x="1859" y="1"/>
                  </a:lnTo>
                  <a:lnTo>
                    <a:pt x="1992" y="1"/>
                  </a:lnTo>
                  <a:lnTo>
                    <a:pt x="1992" y="1"/>
                  </a:lnTo>
                  <a:lnTo>
                    <a:pt x="2788" y="1"/>
                  </a:lnTo>
                  <a:lnTo>
                    <a:pt x="2788" y="1"/>
                  </a:lnTo>
                  <a:lnTo>
                    <a:pt x="3717" y="664"/>
                  </a:lnTo>
                  <a:lnTo>
                    <a:pt x="3717" y="664"/>
                  </a:lnTo>
                  <a:lnTo>
                    <a:pt x="3717" y="664"/>
                  </a:lnTo>
                  <a:lnTo>
                    <a:pt x="3717" y="664"/>
                  </a:lnTo>
                  <a:lnTo>
                    <a:pt x="2788" y="1"/>
                  </a:lnTo>
                  <a:lnTo>
                    <a:pt x="2788" y="1"/>
                  </a:lnTo>
                  <a:lnTo>
                    <a:pt x="1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8"/>
            <p:cNvSpPr/>
            <p:nvPr/>
          </p:nvSpPr>
          <p:spPr>
            <a:xfrm>
              <a:off x="7709826" y="2045424"/>
              <a:ext cx="8821" cy="8821"/>
            </a:xfrm>
            <a:custGeom>
              <a:rect b="b" l="l" r="r" t="t"/>
              <a:pathLst>
                <a:path extrusionOk="0" fill="none" h="532" w="532">
                  <a:moveTo>
                    <a:pt x="1" y="0"/>
                  </a:moveTo>
                  <a:lnTo>
                    <a:pt x="1" y="0"/>
                  </a:lnTo>
                  <a:lnTo>
                    <a:pt x="399" y="266"/>
                  </a:lnTo>
                  <a:lnTo>
                    <a:pt x="531" y="531"/>
                  </a:lnTo>
                  <a:lnTo>
                    <a:pt x="531" y="531"/>
                  </a:lnTo>
                  <a:lnTo>
                    <a:pt x="399" y="266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8"/>
            <p:cNvSpPr/>
            <p:nvPr/>
          </p:nvSpPr>
          <p:spPr>
            <a:xfrm>
              <a:off x="7597612" y="2034415"/>
              <a:ext cx="103426" cy="50635"/>
            </a:xfrm>
            <a:custGeom>
              <a:rect b="b" l="l" r="r" t="t"/>
              <a:pathLst>
                <a:path extrusionOk="0" fill="none" h="3054" w="6238">
                  <a:moveTo>
                    <a:pt x="3982" y="1"/>
                  </a:moveTo>
                  <a:lnTo>
                    <a:pt x="3982" y="1"/>
                  </a:lnTo>
                  <a:lnTo>
                    <a:pt x="3318" y="134"/>
                  </a:lnTo>
                  <a:lnTo>
                    <a:pt x="2655" y="266"/>
                  </a:lnTo>
                  <a:lnTo>
                    <a:pt x="1858" y="664"/>
                  </a:lnTo>
                  <a:lnTo>
                    <a:pt x="1195" y="1328"/>
                  </a:lnTo>
                  <a:lnTo>
                    <a:pt x="1195" y="1328"/>
                  </a:lnTo>
                  <a:lnTo>
                    <a:pt x="398" y="2124"/>
                  </a:lnTo>
                  <a:lnTo>
                    <a:pt x="0" y="3053"/>
                  </a:lnTo>
                  <a:lnTo>
                    <a:pt x="0" y="3053"/>
                  </a:lnTo>
                  <a:lnTo>
                    <a:pt x="266" y="3053"/>
                  </a:lnTo>
                  <a:lnTo>
                    <a:pt x="266" y="3053"/>
                  </a:lnTo>
                  <a:lnTo>
                    <a:pt x="1858" y="3053"/>
                  </a:lnTo>
                  <a:lnTo>
                    <a:pt x="1858" y="3053"/>
                  </a:lnTo>
                  <a:lnTo>
                    <a:pt x="2256" y="2390"/>
                  </a:lnTo>
                  <a:lnTo>
                    <a:pt x="2920" y="1726"/>
                  </a:lnTo>
                  <a:lnTo>
                    <a:pt x="2920" y="1726"/>
                  </a:lnTo>
                  <a:lnTo>
                    <a:pt x="3583" y="1063"/>
                  </a:lnTo>
                  <a:lnTo>
                    <a:pt x="4380" y="664"/>
                  </a:lnTo>
                  <a:lnTo>
                    <a:pt x="5043" y="532"/>
                  </a:lnTo>
                  <a:lnTo>
                    <a:pt x="5707" y="399"/>
                  </a:lnTo>
                  <a:lnTo>
                    <a:pt x="5707" y="399"/>
                  </a:lnTo>
                  <a:lnTo>
                    <a:pt x="6238" y="532"/>
                  </a:lnTo>
                  <a:lnTo>
                    <a:pt x="6238" y="532"/>
                  </a:lnTo>
                  <a:lnTo>
                    <a:pt x="4512" y="134"/>
                  </a:lnTo>
                  <a:lnTo>
                    <a:pt x="4512" y="134"/>
                  </a:lnTo>
                  <a:lnTo>
                    <a:pt x="398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8"/>
            <p:cNvSpPr/>
            <p:nvPr/>
          </p:nvSpPr>
          <p:spPr>
            <a:xfrm>
              <a:off x="7615204" y="2041013"/>
              <a:ext cx="107836" cy="81441"/>
            </a:xfrm>
            <a:custGeom>
              <a:rect b="b" l="l" r="r" t="t"/>
              <a:pathLst>
                <a:path extrusionOk="0" h="4912" w="6504">
                  <a:moveTo>
                    <a:pt x="4911" y="1"/>
                  </a:moveTo>
                  <a:lnTo>
                    <a:pt x="3982" y="134"/>
                  </a:lnTo>
                  <a:lnTo>
                    <a:pt x="3451" y="266"/>
                  </a:lnTo>
                  <a:lnTo>
                    <a:pt x="2921" y="532"/>
                  </a:lnTo>
                  <a:lnTo>
                    <a:pt x="2390" y="797"/>
                  </a:lnTo>
                  <a:lnTo>
                    <a:pt x="1859" y="1328"/>
                  </a:lnTo>
                  <a:lnTo>
                    <a:pt x="1328" y="1859"/>
                  </a:lnTo>
                  <a:lnTo>
                    <a:pt x="930" y="2522"/>
                  </a:lnTo>
                  <a:lnTo>
                    <a:pt x="399" y="3717"/>
                  </a:lnTo>
                  <a:lnTo>
                    <a:pt x="134" y="4513"/>
                  </a:lnTo>
                  <a:lnTo>
                    <a:pt x="1" y="4911"/>
                  </a:lnTo>
                  <a:lnTo>
                    <a:pt x="532" y="4911"/>
                  </a:lnTo>
                  <a:lnTo>
                    <a:pt x="665" y="4248"/>
                  </a:lnTo>
                  <a:lnTo>
                    <a:pt x="930" y="3451"/>
                  </a:lnTo>
                  <a:lnTo>
                    <a:pt x="1461" y="2655"/>
                  </a:lnTo>
                  <a:lnTo>
                    <a:pt x="1992" y="1859"/>
                  </a:lnTo>
                  <a:lnTo>
                    <a:pt x="2655" y="1195"/>
                  </a:lnTo>
                  <a:lnTo>
                    <a:pt x="3584" y="797"/>
                  </a:lnTo>
                  <a:lnTo>
                    <a:pt x="3982" y="532"/>
                  </a:lnTo>
                  <a:lnTo>
                    <a:pt x="5575" y="532"/>
                  </a:lnTo>
                  <a:lnTo>
                    <a:pt x="6504" y="1195"/>
                  </a:lnTo>
                  <a:lnTo>
                    <a:pt x="6371" y="797"/>
                  </a:lnTo>
                  <a:lnTo>
                    <a:pt x="6106" y="399"/>
                  </a:lnTo>
                  <a:lnTo>
                    <a:pt x="5575" y="134"/>
                  </a:lnTo>
                  <a:lnTo>
                    <a:pt x="491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8"/>
            <p:cNvSpPr/>
            <p:nvPr/>
          </p:nvSpPr>
          <p:spPr>
            <a:xfrm>
              <a:off x="7615204" y="2041013"/>
              <a:ext cx="107836" cy="81441"/>
            </a:xfrm>
            <a:custGeom>
              <a:rect b="b" l="l" r="r" t="t"/>
              <a:pathLst>
                <a:path extrusionOk="0" fill="none" h="4912" w="6504">
                  <a:moveTo>
                    <a:pt x="532" y="4911"/>
                  </a:moveTo>
                  <a:lnTo>
                    <a:pt x="532" y="4911"/>
                  </a:lnTo>
                  <a:lnTo>
                    <a:pt x="665" y="4248"/>
                  </a:lnTo>
                  <a:lnTo>
                    <a:pt x="930" y="3451"/>
                  </a:lnTo>
                  <a:lnTo>
                    <a:pt x="1461" y="2655"/>
                  </a:lnTo>
                  <a:lnTo>
                    <a:pt x="1992" y="1859"/>
                  </a:lnTo>
                  <a:lnTo>
                    <a:pt x="2655" y="1195"/>
                  </a:lnTo>
                  <a:lnTo>
                    <a:pt x="3584" y="797"/>
                  </a:lnTo>
                  <a:lnTo>
                    <a:pt x="3982" y="532"/>
                  </a:lnTo>
                  <a:lnTo>
                    <a:pt x="4513" y="532"/>
                  </a:lnTo>
                  <a:lnTo>
                    <a:pt x="5044" y="532"/>
                  </a:lnTo>
                  <a:lnTo>
                    <a:pt x="5575" y="532"/>
                  </a:lnTo>
                  <a:lnTo>
                    <a:pt x="5575" y="532"/>
                  </a:lnTo>
                  <a:lnTo>
                    <a:pt x="6504" y="1195"/>
                  </a:lnTo>
                  <a:lnTo>
                    <a:pt x="6504" y="1195"/>
                  </a:lnTo>
                  <a:lnTo>
                    <a:pt x="6371" y="797"/>
                  </a:lnTo>
                  <a:lnTo>
                    <a:pt x="6106" y="399"/>
                  </a:lnTo>
                  <a:lnTo>
                    <a:pt x="5575" y="134"/>
                  </a:lnTo>
                  <a:lnTo>
                    <a:pt x="5575" y="134"/>
                  </a:lnTo>
                  <a:lnTo>
                    <a:pt x="4911" y="1"/>
                  </a:lnTo>
                  <a:lnTo>
                    <a:pt x="3982" y="134"/>
                  </a:lnTo>
                  <a:lnTo>
                    <a:pt x="3451" y="266"/>
                  </a:lnTo>
                  <a:lnTo>
                    <a:pt x="2921" y="532"/>
                  </a:lnTo>
                  <a:lnTo>
                    <a:pt x="2390" y="797"/>
                  </a:lnTo>
                  <a:lnTo>
                    <a:pt x="1859" y="1328"/>
                  </a:lnTo>
                  <a:lnTo>
                    <a:pt x="1859" y="1328"/>
                  </a:lnTo>
                  <a:lnTo>
                    <a:pt x="1328" y="1859"/>
                  </a:lnTo>
                  <a:lnTo>
                    <a:pt x="930" y="2522"/>
                  </a:lnTo>
                  <a:lnTo>
                    <a:pt x="399" y="3717"/>
                  </a:lnTo>
                  <a:lnTo>
                    <a:pt x="134" y="4513"/>
                  </a:lnTo>
                  <a:lnTo>
                    <a:pt x="1" y="4911"/>
                  </a:lnTo>
                  <a:lnTo>
                    <a:pt x="532" y="49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8"/>
            <p:cNvSpPr/>
            <p:nvPr/>
          </p:nvSpPr>
          <p:spPr>
            <a:xfrm>
              <a:off x="7628418" y="2041013"/>
              <a:ext cx="94622" cy="46225"/>
            </a:xfrm>
            <a:custGeom>
              <a:rect b="b" l="l" r="r" t="t"/>
              <a:pathLst>
                <a:path extrusionOk="0" h="2788" w="5707">
                  <a:moveTo>
                    <a:pt x="3849" y="1"/>
                  </a:moveTo>
                  <a:lnTo>
                    <a:pt x="3185" y="134"/>
                  </a:lnTo>
                  <a:lnTo>
                    <a:pt x="2522" y="266"/>
                  </a:lnTo>
                  <a:lnTo>
                    <a:pt x="1725" y="665"/>
                  </a:lnTo>
                  <a:lnTo>
                    <a:pt x="1062" y="1328"/>
                  </a:lnTo>
                  <a:lnTo>
                    <a:pt x="398" y="1992"/>
                  </a:lnTo>
                  <a:lnTo>
                    <a:pt x="0" y="2655"/>
                  </a:lnTo>
                  <a:lnTo>
                    <a:pt x="531" y="2788"/>
                  </a:lnTo>
                  <a:lnTo>
                    <a:pt x="1195" y="1992"/>
                  </a:lnTo>
                  <a:lnTo>
                    <a:pt x="1991" y="1195"/>
                  </a:lnTo>
                  <a:lnTo>
                    <a:pt x="2389" y="930"/>
                  </a:lnTo>
                  <a:lnTo>
                    <a:pt x="2920" y="665"/>
                  </a:lnTo>
                  <a:lnTo>
                    <a:pt x="3451" y="532"/>
                  </a:lnTo>
                  <a:lnTo>
                    <a:pt x="4778" y="532"/>
                  </a:lnTo>
                  <a:lnTo>
                    <a:pt x="5707" y="1195"/>
                  </a:lnTo>
                  <a:lnTo>
                    <a:pt x="5574" y="797"/>
                  </a:lnTo>
                  <a:lnTo>
                    <a:pt x="5309" y="399"/>
                  </a:lnTo>
                  <a:lnTo>
                    <a:pt x="4778" y="134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58"/>
            <p:cNvSpPr/>
            <p:nvPr/>
          </p:nvSpPr>
          <p:spPr>
            <a:xfrm>
              <a:off x="7615204" y="2122438"/>
              <a:ext cx="8821" cy="17"/>
            </a:xfrm>
            <a:custGeom>
              <a:rect b="b" l="l" r="r" t="t"/>
              <a:pathLst>
                <a:path extrusionOk="0" fill="none" h="1" w="532">
                  <a:moveTo>
                    <a:pt x="266" y="0"/>
                  </a:moveTo>
                  <a:lnTo>
                    <a:pt x="266" y="0"/>
                  </a:lnTo>
                  <a:lnTo>
                    <a:pt x="266" y="0"/>
                  </a:lnTo>
                  <a:lnTo>
                    <a:pt x="266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532" y="0"/>
                  </a:lnTo>
                  <a:lnTo>
                    <a:pt x="532" y="0"/>
                  </a:lnTo>
                  <a:lnTo>
                    <a:pt x="532" y="0"/>
                  </a:lnTo>
                  <a:lnTo>
                    <a:pt x="532" y="0"/>
                  </a:lnTo>
                  <a:lnTo>
                    <a:pt x="266" y="0"/>
                  </a:lnTo>
                  <a:lnTo>
                    <a:pt x="266" y="0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58"/>
            <p:cNvSpPr/>
            <p:nvPr/>
          </p:nvSpPr>
          <p:spPr>
            <a:xfrm>
              <a:off x="7628418" y="2041013"/>
              <a:ext cx="94622" cy="46225"/>
            </a:xfrm>
            <a:custGeom>
              <a:rect b="b" l="l" r="r" t="t"/>
              <a:pathLst>
                <a:path extrusionOk="0" fill="none" h="2788" w="5707">
                  <a:moveTo>
                    <a:pt x="3849" y="1"/>
                  </a:moveTo>
                  <a:lnTo>
                    <a:pt x="3849" y="1"/>
                  </a:lnTo>
                  <a:lnTo>
                    <a:pt x="3185" y="134"/>
                  </a:lnTo>
                  <a:lnTo>
                    <a:pt x="2522" y="266"/>
                  </a:lnTo>
                  <a:lnTo>
                    <a:pt x="1725" y="665"/>
                  </a:lnTo>
                  <a:lnTo>
                    <a:pt x="1062" y="1328"/>
                  </a:lnTo>
                  <a:lnTo>
                    <a:pt x="1062" y="1328"/>
                  </a:lnTo>
                  <a:lnTo>
                    <a:pt x="398" y="1992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531" y="2788"/>
                  </a:lnTo>
                  <a:lnTo>
                    <a:pt x="531" y="2788"/>
                  </a:lnTo>
                  <a:lnTo>
                    <a:pt x="1195" y="1992"/>
                  </a:lnTo>
                  <a:lnTo>
                    <a:pt x="1991" y="1195"/>
                  </a:lnTo>
                  <a:lnTo>
                    <a:pt x="2389" y="930"/>
                  </a:lnTo>
                  <a:lnTo>
                    <a:pt x="2920" y="665"/>
                  </a:lnTo>
                  <a:lnTo>
                    <a:pt x="3451" y="532"/>
                  </a:lnTo>
                  <a:lnTo>
                    <a:pt x="3982" y="532"/>
                  </a:lnTo>
                  <a:lnTo>
                    <a:pt x="3982" y="532"/>
                  </a:lnTo>
                  <a:lnTo>
                    <a:pt x="4778" y="532"/>
                  </a:lnTo>
                  <a:lnTo>
                    <a:pt x="4778" y="532"/>
                  </a:lnTo>
                  <a:lnTo>
                    <a:pt x="5707" y="1195"/>
                  </a:lnTo>
                  <a:lnTo>
                    <a:pt x="5707" y="1195"/>
                  </a:lnTo>
                  <a:lnTo>
                    <a:pt x="5574" y="797"/>
                  </a:lnTo>
                  <a:lnTo>
                    <a:pt x="5309" y="399"/>
                  </a:lnTo>
                  <a:lnTo>
                    <a:pt x="4778" y="134"/>
                  </a:lnTo>
                  <a:lnTo>
                    <a:pt x="4778" y="134"/>
                  </a:lnTo>
                  <a:lnTo>
                    <a:pt x="4380" y="1"/>
                  </a:lnTo>
                  <a:lnTo>
                    <a:pt x="38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58"/>
            <p:cNvSpPr/>
            <p:nvPr/>
          </p:nvSpPr>
          <p:spPr>
            <a:xfrm>
              <a:off x="7518393" y="2085033"/>
              <a:ext cx="178252" cy="50619"/>
            </a:xfrm>
            <a:custGeom>
              <a:rect b="b" l="l" r="r" t="t"/>
              <a:pathLst>
                <a:path extrusionOk="0" h="3053" w="10751">
                  <a:moveTo>
                    <a:pt x="3584" y="0"/>
                  </a:moveTo>
                  <a:lnTo>
                    <a:pt x="2522" y="133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593"/>
                  </a:lnTo>
                  <a:lnTo>
                    <a:pt x="1" y="1858"/>
                  </a:lnTo>
                  <a:lnTo>
                    <a:pt x="532" y="2124"/>
                  </a:lnTo>
                  <a:lnTo>
                    <a:pt x="1195" y="2522"/>
                  </a:lnTo>
                  <a:lnTo>
                    <a:pt x="2124" y="2920"/>
                  </a:lnTo>
                  <a:lnTo>
                    <a:pt x="3186" y="2654"/>
                  </a:lnTo>
                  <a:lnTo>
                    <a:pt x="4115" y="2389"/>
                  </a:lnTo>
                  <a:lnTo>
                    <a:pt x="5309" y="2256"/>
                  </a:lnTo>
                  <a:lnTo>
                    <a:pt x="7433" y="2256"/>
                  </a:lnTo>
                  <a:lnTo>
                    <a:pt x="8627" y="2522"/>
                  </a:lnTo>
                  <a:lnTo>
                    <a:pt x="9689" y="2654"/>
                  </a:lnTo>
                  <a:lnTo>
                    <a:pt x="10750" y="3053"/>
                  </a:lnTo>
                  <a:lnTo>
                    <a:pt x="10750" y="2522"/>
                  </a:lnTo>
                  <a:lnTo>
                    <a:pt x="9954" y="1725"/>
                  </a:lnTo>
                  <a:lnTo>
                    <a:pt x="9025" y="1062"/>
                  </a:lnTo>
                  <a:lnTo>
                    <a:pt x="7698" y="398"/>
                  </a:lnTo>
                  <a:lnTo>
                    <a:pt x="7167" y="133"/>
                  </a:lnTo>
                  <a:lnTo>
                    <a:pt x="650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58"/>
            <p:cNvSpPr/>
            <p:nvPr/>
          </p:nvSpPr>
          <p:spPr>
            <a:xfrm>
              <a:off x="7518393" y="2085033"/>
              <a:ext cx="178252" cy="50619"/>
            </a:xfrm>
            <a:custGeom>
              <a:rect b="b" l="l" r="r" t="t"/>
              <a:pathLst>
                <a:path extrusionOk="0" fill="none" h="3053" w="10751">
                  <a:moveTo>
                    <a:pt x="10750" y="2522"/>
                  </a:moveTo>
                  <a:lnTo>
                    <a:pt x="10750" y="2522"/>
                  </a:lnTo>
                  <a:lnTo>
                    <a:pt x="9954" y="1725"/>
                  </a:lnTo>
                  <a:lnTo>
                    <a:pt x="9025" y="1062"/>
                  </a:lnTo>
                  <a:lnTo>
                    <a:pt x="7698" y="398"/>
                  </a:lnTo>
                  <a:lnTo>
                    <a:pt x="7698" y="398"/>
                  </a:lnTo>
                  <a:lnTo>
                    <a:pt x="7167" y="133"/>
                  </a:lnTo>
                  <a:lnTo>
                    <a:pt x="6504" y="0"/>
                  </a:lnTo>
                  <a:lnTo>
                    <a:pt x="5044" y="0"/>
                  </a:lnTo>
                  <a:lnTo>
                    <a:pt x="3584" y="0"/>
                  </a:lnTo>
                  <a:lnTo>
                    <a:pt x="2522" y="133"/>
                  </a:lnTo>
                  <a:lnTo>
                    <a:pt x="2522" y="133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1593"/>
                  </a:lnTo>
                  <a:lnTo>
                    <a:pt x="1" y="1593"/>
                  </a:lnTo>
                  <a:lnTo>
                    <a:pt x="1" y="1858"/>
                  </a:lnTo>
                  <a:lnTo>
                    <a:pt x="1" y="1858"/>
                  </a:lnTo>
                  <a:lnTo>
                    <a:pt x="532" y="2124"/>
                  </a:lnTo>
                  <a:lnTo>
                    <a:pt x="1195" y="2522"/>
                  </a:lnTo>
                  <a:lnTo>
                    <a:pt x="2124" y="2920"/>
                  </a:lnTo>
                  <a:lnTo>
                    <a:pt x="2124" y="2920"/>
                  </a:lnTo>
                  <a:lnTo>
                    <a:pt x="3186" y="2654"/>
                  </a:lnTo>
                  <a:lnTo>
                    <a:pt x="4115" y="2389"/>
                  </a:lnTo>
                  <a:lnTo>
                    <a:pt x="5309" y="2256"/>
                  </a:lnTo>
                  <a:lnTo>
                    <a:pt x="6371" y="2256"/>
                  </a:lnTo>
                  <a:lnTo>
                    <a:pt x="7433" y="2256"/>
                  </a:lnTo>
                  <a:lnTo>
                    <a:pt x="8627" y="2522"/>
                  </a:lnTo>
                  <a:lnTo>
                    <a:pt x="9689" y="2654"/>
                  </a:lnTo>
                  <a:lnTo>
                    <a:pt x="10750" y="3053"/>
                  </a:lnTo>
                  <a:lnTo>
                    <a:pt x="10750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58"/>
            <p:cNvSpPr/>
            <p:nvPr/>
          </p:nvSpPr>
          <p:spPr>
            <a:xfrm>
              <a:off x="7518393" y="2085033"/>
              <a:ext cx="178252" cy="50619"/>
            </a:xfrm>
            <a:custGeom>
              <a:rect b="b" l="l" r="r" t="t"/>
              <a:pathLst>
                <a:path extrusionOk="0" h="3053" w="10751">
                  <a:moveTo>
                    <a:pt x="3584" y="0"/>
                  </a:moveTo>
                  <a:lnTo>
                    <a:pt x="2522" y="133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460"/>
                  </a:lnTo>
                  <a:lnTo>
                    <a:pt x="1" y="1593"/>
                  </a:lnTo>
                  <a:lnTo>
                    <a:pt x="133" y="1327"/>
                  </a:lnTo>
                  <a:lnTo>
                    <a:pt x="532" y="1062"/>
                  </a:lnTo>
                  <a:lnTo>
                    <a:pt x="1328" y="796"/>
                  </a:lnTo>
                  <a:lnTo>
                    <a:pt x="2522" y="664"/>
                  </a:lnTo>
                  <a:lnTo>
                    <a:pt x="3584" y="531"/>
                  </a:lnTo>
                  <a:lnTo>
                    <a:pt x="5044" y="398"/>
                  </a:lnTo>
                  <a:lnTo>
                    <a:pt x="6504" y="531"/>
                  </a:lnTo>
                  <a:lnTo>
                    <a:pt x="7167" y="664"/>
                  </a:lnTo>
                  <a:lnTo>
                    <a:pt x="7698" y="796"/>
                  </a:lnTo>
                  <a:lnTo>
                    <a:pt x="9025" y="1593"/>
                  </a:lnTo>
                  <a:lnTo>
                    <a:pt x="9954" y="2256"/>
                  </a:lnTo>
                  <a:lnTo>
                    <a:pt x="10750" y="3053"/>
                  </a:lnTo>
                  <a:lnTo>
                    <a:pt x="10750" y="2522"/>
                  </a:lnTo>
                  <a:lnTo>
                    <a:pt x="9954" y="1725"/>
                  </a:lnTo>
                  <a:lnTo>
                    <a:pt x="9025" y="1062"/>
                  </a:lnTo>
                  <a:lnTo>
                    <a:pt x="7698" y="398"/>
                  </a:lnTo>
                  <a:lnTo>
                    <a:pt x="7167" y="133"/>
                  </a:lnTo>
                  <a:lnTo>
                    <a:pt x="6636" y="0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8"/>
            <p:cNvSpPr/>
            <p:nvPr/>
          </p:nvSpPr>
          <p:spPr>
            <a:xfrm>
              <a:off x="7694423" y="2135636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8"/>
            <p:cNvSpPr/>
            <p:nvPr/>
          </p:nvSpPr>
          <p:spPr>
            <a:xfrm>
              <a:off x="7555798" y="2133430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8"/>
            <p:cNvSpPr/>
            <p:nvPr/>
          </p:nvSpPr>
          <p:spPr>
            <a:xfrm>
              <a:off x="7555798" y="2122438"/>
              <a:ext cx="63833" cy="11009"/>
            </a:xfrm>
            <a:custGeom>
              <a:rect b="b" l="l" r="r" t="t"/>
              <a:pathLst>
                <a:path extrusionOk="0" fill="none" h="664" w="3850">
                  <a:moveTo>
                    <a:pt x="3849" y="0"/>
                  </a:moveTo>
                  <a:lnTo>
                    <a:pt x="3849" y="0"/>
                  </a:lnTo>
                  <a:lnTo>
                    <a:pt x="2788" y="0"/>
                  </a:lnTo>
                  <a:lnTo>
                    <a:pt x="1859" y="133"/>
                  </a:lnTo>
                  <a:lnTo>
                    <a:pt x="930" y="398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930" y="398"/>
                  </a:lnTo>
                  <a:lnTo>
                    <a:pt x="1859" y="133"/>
                  </a:lnTo>
                  <a:lnTo>
                    <a:pt x="2788" y="0"/>
                  </a:lnTo>
                  <a:lnTo>
                    <a:pt x="38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58"/>
            <p:cNvSpPr/>
            <p:nvPr/>
          </p:nvSpPr>
          <p:spPr>
            <a:xfrm>
              <a:off x="7619614" y="2122438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58"/>
            <p:cNvSpPr/>
            <p:nvPr/>
          </p:nvSpPr>
          <p:spPr>
            <a:xfrm>
              <a:off x="7518393" y="2085033"/>
              <a:ext cx="178252" cy="50619"/>
            </a:xfrm>
            <a:custGeom>
              <a:rect b="b" l="l" r="r" t="t"/>
              <a:pathLst>
                <a:path extrusionOk="0" fill="none" h="3053" w="10751">
                  <a:moveTo>
                    <a:pt x="5044" y="0"/>
                  </a:moveTo>
                  <a:lnTo>
                    <a:pt x="5044" y="0"/>
                  </a:lnTo>
                  <a:lnTo>
                    <a:pt x="3584" y="0"/>
                  </a:lnTo>
                  <a:lnTo>
                    <a:pt x="2522" y="133"/>
                  </a:lnTo>
                  <a:lnTo>
                    <a:pt x="2522" y="133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1460"/>
                  </a:lnTo>
                  <a:lnTo>
                    <a:pt x="1" y="1460"/>
                  </a:lnTo>
                  <a:lnTo>
                    <a:pt x="1" y="1593"/>
                  </a:lnTo>
                  <a:lnTo>
                    <a:pt x="1" y="1593"/>
                  </a:lnTo>
                  <a:lnTo>
                    <a:pt x="133" y="1327"/>
                  </a:lnTo>
                  <a:lnTo>
                    <a:pt x="532" y="1062"/>
                  </a:lnTo>
                  <a:lnTo>
                    <a:pt x="1328" y="796"/>
                  </a:lnTo>
                  <a:lnTo>
                    <a:pt x="2522" y="664"/>
                  </a:lnTo>
                  <a:lnTo>
                    <a:pt x="2522" y="664"/>
                  </a:lnTo>
                  <a:lnTo>
                    <a:pt x="3584" y="531"/>
                  </a:lnTo>
                  <a:lnTo>
                    <a:pt x="5044" y="398"/>
                  </a:lnTo>
                  <a:lnTo>
                    <a:pt x="5044" y="398"/>
                  </a:lnTo>
                  <a:lnTo>
                    <a:pt x="6504" y="531"/>
                  </a:lnTo>
                  <a:lnTo>
                    <a:pt x="7167" y="664"/>
                  </a:lnTo>
                  <a:lnTo>
                    <a:pt x="7698" y="796"/>
                  </a:lnTo>
                  <a:lnTo>
                    <a:pt x="7698" y="796"/>
                  </a:lnTo>
                  <a:lnTo>
                    <a:pt x="9025" y="1593"/>
                  </a:lnTo>
                  <a:lnTo>
                    <a:pt x="9954" y="2256"/>
                  </a:lnTo>
                  <a:lnTo>
                    <a:pt x="10750" y="3053"/>
                  </a:lnTo>
                  <a:lnTo>
                    <a:pt x="10750" y="3053"/>
                  </a:lnTo>
                  <a:lnTo>
                    <a:pt x="10750" y="3053"/>
                  </a:lnTo>
                  <a:lnTo>
                    <a:pt x="10750" y="3053"/>
                  </a:lnTo>
                  <a:lnTo>
                    <a:pt x="10618" y="3053"/>
                  </a:lnTo>
                  <a:lnTo>
                    <a:pt x="10618" y="3053"/>
                  </a:lnTo>
                  <a:lnTo>
                    <a:pt x="10750" y="3053"/>
                  </a:lnTo>
                  <a:lnTo>
                    <a:pt x="10750" y="2522"/>
                  </a:lnTo>
                  <a:lnTo>
                    <a:pt x="10750" y="2522"/>
                  </a:lnTo>
                  <a:lnTo>
                    <a:pt x="9954" y="1725"/>
                  </a:lnTo>
                  <a:lnTo>
                    <a:pt x="9025" y="1062"/>
                  </a:lnTo>
                  <a:lnTo>
                    <a:pt x="7698" y="398"/>
                  </a:lnTo>
                  <a:lnTo>
                    <a:pt x="7698" y="398"/>
                  </a:lnTo>
                  <a:lnTo>
                    <a:pt x="7167" y="133"/>
                  </a:lnTo>
                  <a:lnTo>
                    <a:pt x="7167" y="133"/>
                  </a:lnTo>
                  <a:lnTo>
                    <a:pt x="6636" y="0"/>
                  </a:lnTo>
                  <a:lnTo>
                    <a:pt x="6636" y="0"/>
                  </a:lnTo>
                  <a:lnTo>
                    <a:pt x="50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58"/>
            <p:cNvSpPr/>
            <p:nvPr/>
          </p:nvSpPr>
          <p:spPr>
            <a:xfrm>
              <a:off x="7518393" y="2091632"/>
              <a:ext cx="178252" cy="44020"/>
            </a:xfrm>
            <a:custGeom>
              <a:rect b="b" l="l" r="r" t="t"/>
              <a:pathLst>
                <a:path extrusionOk="0" h="2655" w="10751">
                  <a:moveTo>
                    <a:pt x="5044" y="0"/>
                  </a:moveTo>
                  <a:lnTo>
                    <a:pt x="3584" y="133"/>
                  </a:lnTo>
                  <a:lnTo>
                    <a:pt x="2522" y="266"/>
                  </a:lnTo>
                  <a:lnTo>
                    <a:pt x="1062" y="531"/>
                  </a:lnTo>
                  <a:lnTo>
                    <a:pt x="266" y="797"/>
                  </a:lnTo>
                  <a:lnTo>
                    <a:pt x="133" y="1062"/>
                  </a:lnTo>
                  <a:lnTo>
                    <a:pt x="1" y="1195"/>
                  </a:lnTo>
                  <a:lnTo>
                    <a:pt x="1" y="1460"/>
                  </a:lnTo>
                  <a:lnTo>
                    <a:pt x="532" y="1726"/>
                  </a:lnTo>
                  <a:lnTo>
                    <a:pt x="1195" y="2124"/>
                  </a:lnTo>
                  <a:lnTo>
                    <a:pt x="2124" y="2522"/>
                  </a:lnTo>
                  <a:lnTo>
                    <a:pt x="3186" y="2256"/>
                  </a:lnTo>
                  <a:lnTo>
                    <a:pt x="4115" y="1991"/>
                  </a:lnTo>
                  <a:lnTo>
                    <a:pt x="5309" y="1858"/>
                  </a:lnTo>
                  <a:lnTo>
                    <a:pt x="7433" y="1858"/>
                  </a:lnTo>
                  <a:lnTo>
                    <a:pt x="8627" y="2124"/>
                  </a:lnTo>
                  <a:lnTo>
                    <a:pt x="9689" y="2256"/>
                  </a:lnTo>
                  <a:lnTo>
                    <a:pt x="10750" y="2655"/>
                  </a:lnTo>
                  <a:lnTo>
                    <a:pt x="9954" y="1858"/>
                  </a:lnTo>
                  <a:lnTo>
                    <a:pt x="9025" y="1195"/>
                  </a:lnTo>
                  <a:lnTo>
                    <a:pt x="7698" y="398"/>
                  </a:lnTo>
                  <a:lnTo>
                    <a:pt x="7167" y="266"/>
                  </a:lnTo>
                  <a:lnTo>
                    <a:pt x="6504" y="133"/>
                  </a:lnTo>
                  <a:lnTo>
                    <a:pt x="504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8"/>
            <p:cNvSpPr/>
            <p:nvPr/>
          </p:nvSpPr>
          <p:spPr>
            <a:xfrm>
              <a:off x="7518393" y="2091632"/>
              <a:ext cx="178252" cy="44020"/>
            </a:xfrm>
            <a:custGeom>
              <a:rect b="b" l="l" r="r" t="t"/>
              <a:pathLst>
                <a:path extrusionOk="0" fill="none" h="2655" w="10751">
                  <a:moveTo>
                    <a:pt x="10750" y="2655"/>
                  </a:moveTo>
                  <a:lnTo>
                    <a:pt x="10750" y="2655"/>
                  </a:lnTo>
                  <a:lnTo>
                    <a:pt x="9689" y="2256"/>
                  </a:lnTo>
                  <a:lnTo>
                    <a:pt x="8627" y="2124"/>
                  </a:lnTo>
                  <a:lnTo>
                    <a:pt x="7433" y="1858"/>
                  </a:lnTo>
                  <a:lnTo>
                    <a:pt x="6371" y="1858"/>
                  </a:lnTo>
                  <a:lnTo>
                    <a:pt x="5309" y="1858"/>
                  </a:lnTo>
                  <a:lnTo>
                    <a:pt x="4115" y="1991"/>
                  </a:lnTo>
                  <a:lnTo>
                    <a:pt x="3186" y="2256"/>
                  </a:lnTo>
                  <a:lnTo>
                    <a:pt x="2124" y="2522"/>
                  </a:lnTo>
                  <a:lnTo>
                    <a:pt x="2124" y="2522"/>
                  </a:lnTo>
                  <a:lnTo>
                    <a:pt x="1195" y="2124"/>
                  </a:lnTo>
                  <a:lnTo>
                    <a:pt x="532" y="1726"/>
                  </a:lnTo>
                  <a:lnTo>
                    <a:pt x="1" y="1460"/>
                  </a:lnTo>
                  <a:lnTo>
                    <a:pt x="1" y="1460"/>
                  </a:lnTo>
                  <a:lnTo>
                    <a:pt x="1" y="1195"/>
                  </a:lnTo>
                  <a:lnTo>
                    <a:pt x="133" y="1062"/>
                  </a:lnTo>
                  <a:lnTo>
                    <a:pt x="266" y="797"/>
                  </a:lnTo>
                  <a:lnTo>
                    <a:pt x="1062" y="531"/>
                  </a:lnTo>
                  <a:lnTo>
                    <a:pt x="2522" y="266"/>
                  </a:lnTo>
                  <a:lnTo>
                    <a:pt x="2522" y="266"/>
                  </a:lnTo>
                  <a:lnTo>
                    <a:pt x="3584" y="133"/>
                  </a:lnTo>
                  <a:lnTo>
                    <a:pt x="5044" y="0"/>
                  </a:lnTo>
                  <a:lnTo>
                    <a:pt x="6504" y="133"/>
                  </a:lnTo>
                  <a:lnTo>
                    <a:pt x="7167" y="266"/>
                  </a:lnTo>
                  <a:lnTo>
                    <a:pt x="7698" y="398"/>
                  </a:lnTo>
                  <a:lnTo>
                    <a:pt x="7698" y="398"/>
                  </a:lnTo>
                  <a:lnTo>
                    <a:pt x="9025" y="1195"/>
                  </a:lnTo>
                  <a:lnTo>
                    <a:pt x="9954" y="1858"/>
                  </a:lnTo>
                  <a:lnTo>
                    <a:pt x="10750" y="26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8"/>
            <p:cNvSpPr/>
            <p:nvPr/>
          </p:nvSpPr>
          <p:spPr>
            <a:xfrm>
              <a:off x="7518393" y="2091632"/>
              <a:ext cx="178252" cy="44020"/>
            </a:xfrm>
            <a:custGeom>
              <a:rect b="b" l="l" r="r" t="t"/>
              <a:pathLst>
                <a:path extrusionOk="0" h="2655" w="10751">
                  <a:moveTo>
                    <a:pt x="5044" y="0"/>
                  </a:moveTo>
                  <a:lnTo>
                    <a:pt x="3584" y="133"/>
                  </a:lnTo>
                  <a:lnTo>
                    <a:pt x="2522" y="266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460"/>
                  </a:lnTo>
                  <a:lnTo>
                    <a:pt x="532" y="1726"/>
                  </a:lnTo>
                  <a:lnTo>
                    <a:pt x="1195" y="2124"/>
                  </a:lnTo>
                  <a:lnTo>
                    <a:pt x="2124" y="2522"/>
                  </a:lnTo>
                  <a:lnTo>
                    <a:pt x="3053" y="2256"/>
                  </a:lnTo>
                  <a:lnTo>
                    <a:pt x="3982" y="1991"/>
                  </a:lnTo>
                  <a:lnTo>
                    <a:pt x="5044" y="1858"/>
                  </a:lnTo>
                  <a:lnTo>
                    <a:pt x="7300" y="1858"/>
                  </a:lnTo>
                  <a:lnTo>
                    <a:pt x="8494" y="1991"/>
                  </a:lnTo>
                  <a:lnTo>
                    <a:pt x="9556" y="2256"/>
                  </a:lnTo>
                  <a:lnTo>
                    <a:pt x="10750" y="2655"/>
                  </a:lnTo>
                  <a:lnTo>
                    <a:pt x="10750" y="2655"/>
                  </a:lnTo>
                  <a:lnTo>
                    <a:pt x="9954" y="1858"/>
                  </a:lnTo>
                  <a:lnTo>
                    <a:pt x="9025" y="1195"/>
                  </a:lnTo>
                  <a:lnTo>
                    <a:pt x="7698" y="398"/>
                  </a:lnTo>
                  <a:lnTo>
                    <a:pt x="7167" y="266"/>
                  </a:lnTo>
                  <a:lnTo>
                    <a:pt x="6504" y="133"/>
                  </a:lnTo>
                  <a:lnTo>
                    <a:pt x="5044" y="0"/>
                  </a:lnTo>
                  <a:close/>
                </a:path>
              </a:pathLst>
            </a:custGeom>
            <a:solidFill>
              <a:srgbClr val="A93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8"/>
            <p:cNvSpPr/>
            <p:nvPr/>
          </p:nvSpPr>
          <p:spPr>
            <a:xfrm>
              <a:off x="7518393" y="2091632"/>
              <a:ext cx="178252" cy="44020"/>
            </a:xfrm>
            <a:custGeom>
              <a:rect b="b" l="l" r="r" t="t"/>
              <a:pathLst>
                <a:path extrusionOk="0" fill="none" h="2655" w="10751">
                  <a:moveTo>
                    <a:pt x="5044" y="0"/>
                  </a:moveTo>
                  <a:lnTo>
                    <a:pt x="5044" y="0"/>
                  </a:lnTo>
                  <a:lnTo>
                    <a:pt x="3584" y="133"/>
                  </a:lnTo>
                  <a:lnTo>
                    <a:pt x="2522" y="266"/>
                  </a:lnTo>
                  <a:lnTo>
                    <a:pt x="2522" y="266"/>
                  </a:lnTo>
                  <a:lnTo>
                    <a:pt x="1195" y="398"/>
                  </a:lnTo>
                  <a:lnTo>
                    <a:pt x="532" y="664"/>
                  </a:lnTo>
                  <a:lnTo>
                    <a:pt x="133" y="929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1460"/>
                  </a:lnTo>
                  <a:lnTo>
                    <a:pt x="1" y="1460"/>
                  </a:lnTo>
                  <a:lnTo>
                    <a:pt x="532" y="1726"/>
                  </a:lnTo>
                  <a:lnTo>
                    <a:pt x="1195" y="2124"/>
                  </a:lnTo>
                  <a:lnTo>
                    <a:pt x="2124" y="2522"/>
                  </a:lnTo>
                  <a:lnTo>
                    <a:pt x="2124" y="2522"/>
                  </a:lnTo>
                  <a:lnTo>
                    <a:pt x="3053" y="2256"/>
                  </a:lnTo>
                  <a:lnTo>
                    <a:pt x="3982" y="1991"/>
                  </a:lnTo>
                  <a:lnTo>
                    <a:pt x="5044" y="1858"/>
                  </a:lnTo>
                  <a:lnTo>
                    <a:pt x="6105" y="1858"/>
                  </a:lnTo>
                  <a:lnTo>
                    <a:pt x="6105" y="1858"/>
                  </a:lnTo>
                  <a:lnTo>
                    <a:pt x="7300" y="1858"/>
                  </a:lnTo>
                  <a:lnTo>
                    <a:pt x="8494" y="1991"/>
                  </a:lnTo>
                  <a:lnTo>
                    <a:pt x="9556" y="2256"/>
                  </a:lnTo>
                  <a:lnTo>
                    <a:pt x="10750" y="2655"/>
                  </a:lnTo>
                  <a:lnTo>
                    <a:pt x="10750" y="2655"/>
                  </a:lnTo>
                  <a:lnTo>
                    <a:pt x="9954" y="1858"/>
                  </a:lnTo>
                  <a:lnTo>
                    <a:pt x="9025" y="1195"/>
                  </a:lnTo>
                  <a:lnTo>
                    <a:pt x="7698" y="398"/>
                  </a:lnTo>
                  <a:lnTo>
                    <a:pt x="7698" y="398"/>
                  </a:lnTo>
                  <a:lnTo>
                    <a:pt x="7167" y="266"/>
                  </a:lnTo>
                  <a:lnTo>
                    <a:pt x="6504" y="133"/>
                  </a:lnTo>
                  <a:lnTo>
                    <a:pt x="50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58"/>
            <p:cNvSpPr/>
            <p:nvPr/>
          </p:nvSpPr>
          <p:spPr>
            <a:xfrm>
              <a:off x="6387422" y="1453534"/>
              <a:ext cx="94639" cy="105631"/>
            </a:xfrm>
            <a:custGeom>
              <a:rect b="b" l="l" r="r" t="t"/>
              <a:pathLst>
                <a:path extrusionOk="0" h="6371" w="5708">
                  <a:moveTo>
                    <a:pt x="3584" y="0"/>
                  </a:moveTo>
                  <a:lnTo>
                    <a:pt x="3053" y="133"/>
                  </a:lnTo>
                  <a:lnTo>
                    <a:pt x="2389" y="266"/>
                  </a:lnTo>
                  <a:lnTo>
                    <a:pt x="1858" y="531"/>
                  </a:lnTo>
                  <a:lnTo>
                    <a:pt x="1460" y="929"/>
                  </a:lnTo>
                  <a:lnTo>
                    <a:pt x="930" y="1327"/>
                  </a:lnTo>
                  <a:lnTo>
                    <a:pt x="531" y="1858"/>
                  </a:lnTo>
                  <a:lnTo>
                    <a:pt x="266" y="2522"/>
                  </a:lnTo>
                  <a:lnTo>
                    <a:pt x="133" y="3053"/>
                  </a:lnTo>
                  <a:lnTo>
                    <a:pt x="1" y="3716"/>
                  </a:lnTo>
                  <a:lnTo>
                    <a:pt x="133" y="4380"/>
                  </a:lnTo>
                  <a:lnTo>
                    <a:pt x="266" y="4911"/>
                  </a:lnTo>
                  <a:lnTo>
                    <a:pt x="531" y="5309"/>
                  </a:lnTo>
                  <a:lnTo>
                    <a:pt x="797" y="5840"/>
                  </a:lnTo>
                  <a:lnTo>
                    <a:pt x="1195" y="6105"/>
                  </a:lnTo>
                  <a:lnTo>
                    <a:pt x="1726" y="6370"/>
                  </a:lnTo>
                  <a:lnTo>
                    <a:pt x="2787" y="6370"/>
                  </a:lnTo>
                  <a:lnTo>
                    <a:pt x="3318" y="6238"/>
                  </a:lnTo>
                  <a:lnTo>
                    <a:pt x="3849" y="5972"/>
                  </a:lnTo>
                  <a:lnTo>
                    <a:pt x="4380" y="5574"/>
                  </a:lnTo>
                  <a:lnTo>
                    <a:pt x="4778" y="5176"/>
                  </a:lnTo>
                  <a:lnTo>
                    <a:pt x="5176" y="4512"/>
                  </a:lnTo>
                  <a:lnTo>
                    <a:pt x="5574" y="3982"/>
                  </a:lnTo>
                  <a:lnTo>
                    <a:pt x="5707" y="3318"/>
                  </a:lnTo>
                  <a:lnTo>
                    <a:pt x="5707" y="2654"/>
                  </a:lnTo>
                  <a:lnTo>
                    <a:pt x="5707" y="2124"/>
                  </a:lnTo>
                  <a:lnTo>
                    <a:pt x="5574" y="1593"/>
                  </a:lnTo>
                  <a:lnTo>
                    <a:pt x="5309" y="1062"/>
                  </a:lnTo>
                  <a:lnTo>
                    <a:pt x="5044" y="664"/>
                  </a:lnTo>
                  <a:lnTo>
                    <a:pt x="4513" y="398"/>
                  </a:lnTo>
                  <a:lnTo>
                    <a:pt x="4115" y="133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58"/>
            <p:cNvSpPr/>
            <p:nvPr/>
          </p:nvSpPr>
          <p:spPr>
            <a:xfrm>
              <a:off x="6059569" y="1541541"/>
              <a:ext cx="237658" cy="261865"/>
            </a:xfrm>
            <a:custGeom>
              <a:rect b="b" l="l" r="r" t="t"/>
              <a:pathLst>
                <a:path extrusionOk="0" h="15794" w="14334">
                  <a:moveTo>
                    <a:pt x="12741" y="1"/>
                  </a:moveTo>
                  <a:lnTo>
                    <a:pt x="12343" y="133"/>
                  </a:lnTo>
                  <a:lnTo>
                    <a:pt x="11812" y="532"/>
                  </a:lnTo>
                  <a:lnTo>
                    <a:pt x="11148" y="1062"/>
                  </a:lnTo>
                  <a:lnTo>
                    <a:pt x="10618" y="1859"/>
                  </a:lnTo>
                  <a:lnTo>
                    <a:pt x="10087" y="2920"/>
                  </a:lnTo>
                  <a:lnTo>
                    <a:pt x="6503" y="11679"/>
                  </a:lnTo>
                  <a:lnTo>
                    <a:pt x="4247" y="11812"/>
                  </a:lnTo>
                  <a:lnTo>
                    <a:pt x="1" y="11945"/>
                  </a:lnTo>
                  <a:lnTo>
                    <a:pt x="1" y="15395"/>
                  </a:lnTo>
                  <a:lnTo>
                    <a:pt x="2655" y="15661"/>
                  </a:lnTo>
                  <a:lnTo>
                    <a:pt x="5309" y="15793"/>
                  </a:lnTo>
                  <a:lnTo>
                    <a:pt x="7565" y="15793"/>
                  </a:lnTo>
                  <a:lnTo>
                    <a:pt x="8361" y="15661"/>
                  </a:lnTo>
                  <a:lnTo>
                    <a:pt x="8892" y="15528"/>
                  </a:lnTo>
                  <a:lnTo>
                    <a:pt x="9158" y="15262"/>
                  </a:lnTo>
                  <a:lnTo>
                    <a:pt x="9556" y="14864"/>
                  </a:lnTo>
                  <a:lnTo>
                    <a:pt x="10352" y="13537"/>
                  </a:lnTo>
                  <a:lnTo>
                    <a:pt x="12077" y="9821"/>
                  </a:lnTo>
                  <a:lnTo>
                    <a:pt x="13670" y="6371"/>
                  </a:lnTo>
                  <a:lnTo>
                    <a:pt x="14333" y="4778"/>
                  </a:lnTo>
                  <a:lnTo>
                    <a:pt x="14333" y="3451"/>
                  </a:lnTo>
                  <a:lnTo>
                    <a:pt x="14333" y="2389"/>
                  </a:lnTo>
                  <a:lnTo>
                    <a:pt x="14201" y="1593"/>
                  </a:lnTo>
                  <a:lnTo>
                    <a:pt x="14068" y="930"/>
                  </a:lnTo>
                  <a:lnTo>
                    <a:pt x="13670" y="266"/>
                  </a:lnTo>
                  <a:lnTo>
                    <a:pt x="1353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58"/>
            <p:cNvSpPr/>
            <p:nvPr/>
          </p:nvSpPr>
          <p:spPr>
            <a:xfrm>
              <a:off x="6059569" y="1541541"/>
              <a:ext cx="237658" cy="261865"/>
            </a:xfrm>
            <a:custGeom>
              <a:rect b="b" l="l" r="r" t="t"/>
              <a:pathLst>
                <a:path extrusionOk="0" fill="none" h="15794" w="14334">
                  <a:moveTo>
                    <a:pt x="13537" y="1"/>
                  </a:moveTo>
                  <a:lnTo>
                    <a:pt x="13537" y="1"/>
                  </a:lnTo>
                  <a:lnTo>
                    <a:pt x="13139" y="1"/>
                  </a:lnTo>
                  <a:lnTo>
                    <a:pt x="12741" y="1"/>
                  </a:lnTo>
                  <a:lnTo>
                    <a:pt x="12343" y="133"/>
                  </a:lnTo>
                  <a:lnTo>
                    <a:pt x="11812" y="532"/>
                  </a:lnTo>
                  <a:lnTo>
                    <a:pt x="11148" y="1062"/>
                  </a:lnTo>
                  <a:lnTo>
                    <a:pt x="10618" y="1859"/>
                  </a:lnTo>
                  <a:lnTo>
                    <a:pt x="10087" y="2920"/>
                  </a:lnTo>
                  <a:lnTo>
                    <a:pt x="10087" y="2920"/>
                  </a:lnTo>
                  <a:lnTo>
                    <a:pt x="6503" y="11679"/>
                  </a:lnTo>
                  <a:lnTo>
                    <a:pt x="6503" y="11679"/>
                  </a:lnTo>
                  <a:lnTo>
                    <a:pt x="4247" y="11812"/>
                  </a:lnTo>
                  <a:lnTo>
                    <a:pt x="1" y="11945"/>
                  </a:lnTo>
                  <a:lnTo>
                    <a:pt x="1" y="15395"/>
                  </a:lnTo>
                  <a:lnTo>
                    <a:pt x="1" y="15395"/>
                  </a:lnTo>
                  <a:lnTo>
                    <a:pt x="2655" y="15661"/>
                  </a:lnTo>
                  <a:lnTo>
                    <a:pt x="5309" y="15793"/>
                  </a:lnTo>
                  <a:lnTo>
                    <a:pt x="7565" y="15793"/>
                  </a:lnTo>
                  <a:lnTo>
                    <a:pt x="8361" y="15661"/>
                  </a:lnTo>
                  <a:lnTo>
                    <a:pt x="8892" y="15528"/>
                  </a:lnTo>
                  <a:lnTo>
                    <a:pt x="8892" y="15528"/>
                  </a:lnTo>
                  <a:lnTo>
                    <a:pt x="9158" y="15262"/>
                  </a:lnTo>
                  <a:lnTo>
                    <a:pt x="9556" y="14864"/>
                  </a:lnTo>
                  <a:lnTo>
                    <a:pt x="10352" y="13537"/>
                  </a:lnTo>
                  <a:lnTo>
                    <a:pt x="12077" y="9821"/>
                  </a:lnTo>
                  <a:lnTo>
                    <a:pt x="13670" y="6371"/>
                  </a:lnTo>
                  <a:lnTo>
                    <a:pt x="14333" y="4778"/>
                  </a:lnTo>
                  <a:lnTo>
                    <a:pt x="14333" y="4778"/>
                  </a:lnTo>
                  <a:lnTo>
                    <a:pt x="14333" y="3451"/>
                  </a:lnTo>
                  <a:lnTo>
                    <a:pt x="14333" y="2389"/>
                  </a:lnTo>
                  <a:lnTo>
                    <a:pt x="14201" y="1593"/>
                  </a:lnTo>
                  <a:lnTo>
                    <a:pt x="14068" y="930"/>
                  </a:lnTo>
                  <a:lnTo>
                    <a:pt x="13670" y="266"/>
                  </a:lnTo>
                  <a:lnTo>
                    <a:pt x="1353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58"/>
            <p:cNvSpPr/>
            <p:nvPr/>
          </p:nvSpPr>
          <p:spPr>
            <a:xfrm>
              <a:off x="5927559" y="1682371"/>
              <a:ext cx="132027" cy="114435"/>
            </a:xfrm>
            <a:custGeom>
              <a:rect b="b" l="l" r="r" t="t"/>
              <a:pathLst>
                <a:path extrusionOk="0" h="6902" w="7963">
                  <a:moveTo>
                    <a:pt x="4512" y="0"/>
                  </a:moveTo>
                  <a:lnTo>
                    <a:pt x="4247" y="133"/>
                  </a:lnTo>
                  <a:lnTo>
                    <a:pt x="3849" y="398"/>
                  </a:lnTo>
                  <a:lnTo>
                    <a:pt x="3716" y="929"/>
                  </a:lnTo>
                  <a:lnTo>
                    <a:pt x="3583" y="1725"/>
                  </a:lnTo>
                  <a:lnTo>
                    <a:pt x="3583" y="1991"/>
                  </a:lnTo>
                  <a:lnTo>
                    <a:pt x="3451" y="2256"/>
                  </a:lnTo>
                  <a:lnTo>
                    <a:pt x="2920" y="2124"/>
                  </a:lnTo>
                  <a:lnTo>
                    <a:pt x="2389" y="1991"/>
                  </a:lnTo>
                  <a:lnTo>
                    <a:pt x="1460" y="1725"/>
                  </a:lnTo>
                  <a:lnTo>
                    <a:pt x="929" y="1725"/>
                  </a:lnTo>
                  <a:lnTo>
                    <a:pt x="531" y="1858"/>
                  </a:lnTo>
                  <a:lnTo>
                    <a:pt x="265" y="2124"/>
                  </a:lnTo>
                  <a:lnTo>
                    <a:pt x="265" y="2389"/>
                  </a:lnTo>
                  <a:lnTo>
                    <a:pt x="265" y="2787"/>
                  </a:lnTo>
                  <a:lnTo>
                    <a:pt x="265" y="3318"/>
                  </a:lnTo>
                  <a:lnTo>
                    <a:pt x="133" y="3716"/>
                  </a:lnTo>
                  <a:lnTo>
                    <a:pt x="133" y="3981"/>
                  </a:lnTo>
                  <a:lnTo>
                    <a:pt x="265" y="4247"/>
                  </a:lnTo>
                  <a:lnTo>
                    <a:pt x="133" y="4512"/>
                  </a:lnTo>
                  <a:lnTo>
                    <a:pt x="0" y="4910"/>
                  </a:lnTo>
                  <a:lnTo>
                    <a:pt x="133" y="5176"/>
                  </a:lnTo>
                  <a:lnTo>
                    <a:pt x="265" y="5441"/>
                  </a:lnTo>
                  <a:lnTo>
                    <a:pt x="265" y="5839"/>
                  </a:lnTo>
                  <a:lnTo>
                    <a:pt x="531" y="6105"/>
                  </a:lnTo>
                  <a:lnTo>
                    <a:pt x="796" y="6238"/>
                  </a:lnTo>
                  <a:lnTo>
                    <a:pt x="1327" y="6503"/>
                  </a:lnTo>
                  <a:lnTo>
                    <a:pt x="1858" y="6636"/>
                  </a:lnTo>
                  <a:lnTo>
                    <a:pt x="3052" y="6768"/>
                  </a:lnTo>
                  <a:lnTo>
                    <a:pt x="5308" y="6768"/>
                  </a:lnTo>
                  <a:lnTo>
                    <a:pt x="7963" y="6901"/>
                  </a:lnTo>
                  <a:lnTo>
                    <a:pt x="7963" y="3451"/>
                  </a:lnTo>
                  <a:lnTo>
                    <a:pt x="5972" y="3451"/>
                  </a:lnTo>
                  <a:lnTo>
                    <a:pt x="5707" y="3318"/>
                  </a:lnTo>
                  <a:lnTo>
                    <a:pt x="5308" y="3052"/>
                  </a:lnTo>
                  <a:lnTo>
                    <a:pt x="5176" y="2787"/>
                  </a:lnTo>
                  <a:lnTo>
                    <a:pt x="4778" y="1991"/>
                  </a:lnTo>
                  <a:lnTo>
                    <a:pt x="4645" y="1460"/>
                  </a:lnTo>
                  <a:lnTo>
                    <a:pt x="4645" y="1062"/>
                  </a:lnTo>
                  <a:lnTo>
                    <a:pt x="4645" y="266"/>
                  </a:lnTo>
                  <a:lnTo>
                    <a:pt x="4645" y="133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58"/>
            <p:cNvSpPr/>
            <p:nvPr/>
          </p:nvSpPr>
          <p:spPr>
            <a:xfrm>
              <a:off x="6211392" y="1772583"/>
              <a:ext cx="297064" cy="836146"/>
            </a:xfrm>
            <a:custGeom>
              <a:rect b="b" l="l" r="r" t="t"/>
              <a:pathLst>
                <a:path extrusionOk="0" h="50431" w="17917">
                  <a:moveTo>
                    <a:pt x="2788" y="0"/>
                  </a:moveTo>
                  <a:lnTo>
                    <a:pt x="1991" y="4512"/>
                  </a:lnTo>
                  <a:lnTo>
                    <a:pt x="1195" y="9157"/>
                  </a:lnTo>
                  <a:lnTo>
                    <a:pt x="266" y="18978"/>
                  </a:lnTo>
                  <a:lnTo>
                    <a:pt x="1" y="23357"/>
                  </a:lnTo>
                  <a:lnTo>
                    <a:pt x="1" y="25215"/>
                  </a:lnTo>
                  <a:lnTo>
                    <a:pt x="1" y="26675"/>
                  </a:lnTo>
                  <a:lnTo>
                    <a:pt x="1461" y="47378"/>
                  </a:lnTo>
                  <a:lnTo>
                    <a:pt x="1991" y="47643"/>
                  </a:lnTo>
                  <a:lnTo>
                    <a:pt x="2655" y="47776"/>
                  </a:lnTo>
                  <a:lnTo>
                    <a:pt x="3584" y="47776"/>
                  </a:lnTo>
                  <a:lnTo>
                    <a:pt x="4115" y="47643"/>
                  </a:lnTo>
                  <a:lnTo>
                    <a:pt x="4380" y="47511"/>
                  </a:lnTo>
                  <a:lnTo>
                    <a:pt x="5707" y="40344"/>
                  </a:lnTo>
                  <a:lnTo>
                    <a:pt x="6504" y="34903"/>
                  </a:lnTo>
                  <a:lnTo>
                    <a:pt x="6769" y="32647"/>
                  </a:lnTo>
                  <a:lnTo>
                    <a:pt x="6769" y="31187"/>
                  </a:lnTo>
                  <a:lnTo>
                    <a:pt x="6238" y="27206"/>
                  </a:lnTo>
                  <a:lnTo>
                    <a:pt x="8627" y="14864"/>
                  </a:lnTo>
                  <a:lnTo>
                    <a:pt x="10087" y="27206"/>
                  </a:lnTo>
                  <a:lnTo>
                    <a:pt x="11016" y="32780"/>
                  </a:lnTo>
                  <a:lnTo>
                    <a:pt x="12210" y="40344"/>
                  </a:lnTo>
                  <a:lnTo>
                    <a:pt x="13935" y="50032"/>
                  </a:lnTo>
                  <a:lnTo>
                    <a:pt x="14599" y="50298"/>
                  </a:lnTo>
                  <a:lnTo>
                    <a:pt x="15130" y="50430"/>
                  </a:lnTo>
                  <a:lnTo>
                    <a:pt x="15661" y="50430"/>
                  </a:lnTo>
                  <a:lnTo>
                    <a:pt x="16059" y="50298"/>
                  </a:lnTo>
                  <a:lnTo>
                    <a:pt x="16722" y="50165"/>
                  </a:lnTo>
                  <a:lnTo>
                    <a:pt x="16988" y="50032"/>
                  </a:lnTo>
                  <a:lnTo>
                    <a:pt x="17518" y="43264"/>
                  </a:lnTo>
                  <a:lnTo>
                    <a:pt x="17784" y="37557"/>
                  </a:lnTo>
                  <a:lnTo>
                    <a:pt x="17917" y="35036"/>
                  </a:lnTo>
                  <a:lnTo>
                    <a:pt x="17784" y="33045"/>
                  </a:lnTo>
                  <a:lnTo>
                    <a:pt x="17386" y="30391"/>
                  </a:lnTo>
                  <a:lnTo>
                    <a:pt x="16988" y="28533"/>
                  </a:lnTo>
                  <a:lnTo>
                    <a:pt x="16457" y="27339"/>
                  </a:lnTo>
                  <a:lnTo>
                    <a:pt x="16324" y="26410"/>
                  </a:lnTo>
                  <a:lnTo>
                    <a:pt x="16590" y="24286"/>
                  </a:lnTo>
                  <a:lnTo>
                    <a:pt x="17253" y="19111"/>
                  </a:lnTo>
                  <a:lnTo>
                    <a:pt x="17518" y="15926"/>
                  </a:lnTo>
                  <a:lnTo>
                    <a:pt x="17651" y="12740"/>
                  </a:lnTo>
                  <a:lnTo>
                    <a:pt x="17518" y="9688"/>
                  </a:lnTo>
                  <a:lnTo>
                    <a:pt x="17386" y="8361"/>
                  </a:lnTo>
                  <a:lnTo>
                    <a:pt x="17120" y="7167"/>
                  </a:lnTo>
                  <a:lnTo>
                    <a:pt x="16722" y="5840"/>
                  </a:lnTo>
                  <a:lnTo>
                    <a:pt x="16324" y="4645"/>
                  </a:lnTo>
                  <a:lnTo>
                    <a:pt x="15395" y="2654"/>
                  </a:lnTo>
                  <a:lnTo>
                    <a:pt x="14466" y="1195"/>
                  </a:lnTo>
                  <a:lnTo>
                    <a:pt x="13803" y="266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58"/>
            <p:cNvSpPr/>
            <p:nvPr/>
          </p:nvSpPr>
          <p:spPr>
            <a:xfrm>
              <a:off x="6211392" y="1772583"/>
              <a:ext cx="297064" cy="836146"/>
            </a:xfrm>
            <a:custGeom>
              <a:rect b="b" l="l" r="r" t="t"/>
              <a:pathLst>
                <a:path extrusionOk="0" fill="none" h="50431" w="17917">
                  <a:moveTo>
                    <a:pt x="13803" y="266"/>
                  </a:moveTo>
                  <a:lnTo>
                    <a:pt x="13803" y="266"/>
                  </a:lnTo>
                  <a:lnTo>
                    <a:pt x="14466" y="1195"/>
                  </a:lnTo>
                  <a:lnTo>
                    <a:pt x="15395" y="2654"/>
                  </a:lnTo>
                  <a:lnTo>
                    <a:pt x="16324" y="4645"/>
                  </a:lnTo>
                  <a:lnTo>
                    <a:pt x="16722" y="5840"/>
                  </a:lnTo>
                  <a:lnTo>
                    <a:pt x="17120" y="7167"/>
                  </a:lnTo>
                  <a:lnTo>
                    <a:pt x="17120" y="7167"/>
                  </a:lnTo>
                  <a:lnTo>
                    <a:pt x="17386" y="8361"/>
                  </a:lnTo>
                  <a:lnTo>
                    <a:pt x="17518" y="9688"/>
                  </a:lnTo>
                  <a:lnTo>
                    <a:pt x="17651" y="12740"/>
                  </a:lnTo>
                  <a:lnTo>
                    <a:pt x="17518" y="15926"/>
                  </a:lnTo>
                  <a:lnTo>
                    <a:pt x="17253" y="19111"/>
                  </a:lnTo>
                  <a:lnTo>
                    <a:pt x="16590" y="24286"/>
                  </a:lnTo>
                  <a:lnTo>
                    <a:pt x="16324" y="26410"/>
                  </a:lnTo>
                  <a:lnTo>
                    <a:pt x="16324" y="26410"/>
                  </a:lnTo>
                  <a:lnTo>
                    <a:pt x="16457" y="27339"/>
                  </a:lnTo>
                  <a:lnTo>
                    <a:pt x="16988" y="28533"/>
                  </a:lnTo>
                  <a:lnTo>
                    <a:pt x="17386" y="30391"/>
                  </a:lnTo>
                  <a:lnTo>
                    <a:pt x="17784" y="33045"/>
                  </a:lnTo>
                  <a:lnTo>
                    <a:pt x="17784" y="33045"/>
                  </a:lnTo>
                  <a:lnTo>
                    <a:pt x="17917" y="35036"/>
                  </a:lnTo>
                  <a:lnTo>
                    <a:pt x="17784" y="37557"/>
                  </a:lnTo>
                  <a:lnTo>
                    <a:pt x="17518" y="43264"/>
                  </a:lnTo>
                  <a:lnTo>
                    <a:pt x="16988" y="50032"/>
                  </a:lnTo>
                  <a:lnTo>
                    <a:pt x="16988" y="50032"/>
                  </a:lnTo>
                  <a:lnTo>
                    <a:pt x="16722" y="50165"/>
                  </a:lnTo>
                  <a:lnTo>
                    <a:pt x="16059" y="50298"/>
                  </a:lnTo>
                  <a:lnTo>
                    <a:pt x="15661" y="50430"/>
                  </a:lnTo>
                  <a:lnTo>
                    <a:pt x="15130" y="50430"/>
                  </a:lnTo>
                  <a:lnTo>
                    <a:pt x="14599" y="50298"/>
                  </a:lnTo>
                  <a:lnTo>
                    <a:pt x="13935" y="50032"/>
                  </a:lnTo>
                  <a:lnTo>
                    <a:pt x="13935" y="50032"/>
                  </a:lnTo>
                  <a:lnTo>
                    <a:pt x="12210" y="40344"/>
                  </a:lnTo>
                  <a:lnTo>
                    <a:pt x="11016" y="32780"/>
                  </a:lnTo>
                  <a:lnTo>
                    <a:pt x="10087" y="27206"/>
                  </a:lnTo>
                  <a:lnTo>
                    <a:pt x="10087" y="27206"/>
                  </a:lnTo>
                  <a:lnTo>
                    <a:pt x="8627" y="14864"/>
                  </a:lnTo>
                  <a:lnTo>
                    <a:pt x="6238" y="27206"/>
                  </a:lnTo>
                  <a:lnTo>
                    <a:pt x="6238" y="27206"/>
                  </a:lnTo>
                  <a:lnTo>
                    <a:pt x="6769" y="31187"/>
                  </a:lnTo>
                  <a:lnTo>
                    <a:pt x="6769" y="31187"/>
                  </a:lnTo>
                  <a:lnTo>
                    <a:pt x="6769" y="32647"/>
                  </a:lnTo>
                  <a:lnTo>
                    <a:pt x="6504" y="34903"/>
                  </a:lnTo>
                  <a:lnTo>
                    <a:pt x="5707" y="40344"/>
                  </a:lnTo>
                  <a:lnTo>
                    <a:pt x="4380" y="47511"/>
                  </a:lnTo>
                  <a:lnTo>
                    <a:pt x="4380" y="47511"/>
                  </a:lnTo>
                  <a:lnTo>
                    <a:pt x="4115" y="47643"/>
                  </a:lnTo>
                  <a:lnTo>
                    <a:pt x="3584" y="47776"/>
                  </a:lnTo>
                  <a:lnTo>
                    <a:pt x="2655" y="47776"/>
                  </a:lnTo>
                  <a:lnTo>
                    <a:pt x="1991" y="47643"/>
                  </a:lnTo>
                  <a:lnTo>
                    <a:pt x="1461" y="47378"/>
                  </a:lnTo>
                  <a:lnTo>
                    <a:pt x="1461" y="47378"/>
                  </a:lnTo>
                  <a:lnTo>
                    <a:pt x="1" y="26675"/>
                  </a:lnTo>
                  <a:lnTo>
                    <a:pt x="1" y="26675"/>
                  </a:lnTo>
                  <a:lnTo>
                    <a:pt x="1" y="25215"/>
                  </a:lnTo>
                  <a:lnTo>
                    <a:pt x="1" y="23357"/>
                  </a:lnTo>
                  <a:lnTo>
                    <a:pt x="266" y="18978"/>
                  </a:lnTo>
                  <a:lnTo>
                    <a:pt x="1195" y="9157"/>
                  </a:lnTo>
                  <a:lnTo>
                    <a:pt x="1195" y="9157"/>
                  </a:lnTo>
                  <a:lnTo>
                    <a:pt x="1991" y="4512"/>
                  </a:lnTo>
                  <a:lnTo>
                    <a:pt x="2788" y="0"/>
                  </a:lnTo>
                  <a:lnTo>
                    <a:pt x="13803" y="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58"/>
            <p:cNvSpPr/>
            <p:nvPr/>
          </p:nvSpPr>
          <p:spPr>
            <a:xfrm>
              <a:off x="6211392" y="1889190"/>
              <a:ext cx="297064" cy="631516"/>
            </a:xfrm>
            <a:custGeom>
              <a:rect b="b" l="l" r="r" t="t"/>
              <a:pathLst>
                <a:path extrusionOk="0" h="38089" w="17917">
                  <a:moveTo>
                    <a:pt x="930" y="5177"/>
                  </a:moveTo>
                  <a:lnTo>
                    <a:pt x="266" y="12343"/>
                  </a:lnTo>
                  <a:lnTo>
                    <a:pt x="1" y="15528"/>
                  </a:lnTo>
                  <a:lnTo>
                    <a:pt x="1" y="18182"/>
                  </a:lnTo>
                  <a:lnTo>
                    <a:pt x="1" y="19642"/>
                  </a:lnTo>
                  <a:lnTo>
                    <a:pt x="133" y="21235"/>
                  </a:lnTo>
                  <a:lnTo>
                    <a:pt x="6769" y="25083"/>
                  </a:lnTo>
                  <a:lnTo>
                    <a:pt x="6769" y="24685"/>
                  </a:lnTo>
                  <a:lnTo>
                    <a:pt x="6769" y="24154"/>
                  </a:lnTo>
                  <a:lnTo>
                    <a:pt x="6238" y="20173"/>
                  </a:lnTo>
                  <a:lnTo>
                    <a:pt x="8627" y="7831"/>
                  </a:lnTo>
                  <a:lnTo>
                    <a:pt x="6504" y="18713"/>
                  </a:lnTo>
                  <a:lnTo>
                    <a:pt x="7698" y="8096"/>
                  </a:lnTo>
                  <a:lnTo>
                    <a:pt x="7432" y="5840"/>
                  </a:lnTo>
                  <a:lnTo>
                    <a:pt x="930" y="5177"/>
                  </a:lnTo>
                  <a:close/>
                  <a:moveTo>
                    <a:pt x="17120" y="1"/>
                  </a:moveTo>
                  <a:lnTo>
                    <a:pt x="16191" y="532"/>
                  </a:lnTo>
                  <a:lnTo>
                    <a:pt x="14466" y="1195"/>
                  </a:lnTo>
                  <a:lnTo>
                    <a:pt x="13272" y="1461"/>
                  </a:lnTo>
                  <a:lnTo>
                    <a:pt x="11945" y="1726"/>
                  </a:lnTo>
                  <a:lnTo>
                    <a:pt x="10485" y="1859"/>
                  </a:lnTo>
                  <a:lnTo>
                    <a:pt x="8494" y="1859"/>
                  </a:lnTo>
                  <a:lnTo>
                    <a:pt x="10352" y="6106"/>
                  </a:lnTo>
                  <a:lnTo>
                    <a:pt x="8361" y="5840"/>
                  </a:lnTo>
                  <a:lnTo>
                    <a:pt x="8627" y="7831"/>
                  </a:lnTo>
                  <a:lnTo>
                    <a:pt x="10087" y="20173"/>
                  </a:lnTo>
                  <a:lnTo>
                    <a:pt x="11281" y="27605"/>
                  </a:lnTo>
                  <a:lnTo>
                    <a:pt x="15661" y="30259"/>
                  </a:lnTo>
                  <a:lnTo>
                    <a:pt x="16059" y="30524"/>
                  </a:lnTo>
                  <a:lnTo>
                    <a:pt x="16457" y="31055"/>
                  </a:lnTo>
                  <a:lnTo>
                    <a:pt x="16590" y="31586"/>
                  </a:lnTo>
                  <a:lnTo>
                    <a:pt x="16722" y="32382"/>
                  </a:lnTo>
                  <a:lnTo>
                    <a:pt x="16722" y="33179"/>
                  </a:lnTo>
                  <a:lnTo>
                    <a:pt x="16457" y="33842"/>
                  </a:lnTo>
                  <a:lnTo>
                    <a:pt x="16324" y="34638"/>
                  </a:lnTo>
                  <a:lnTo>
                    <a:pt x="15926" y="35302"/>
                  </a:lnTo>
                  <a:lnTo>
                    <a:pt x="15130" y="36762"/>
                  </a:lnTo>
                  <a:lnTo>
                    <a:pt x="14599" y="37425"/>
                  </a:lnTo>
                  <a:lnTo>
                    <a:pt x="13935" y="37956"/>
                  </a:lnTo>
                  <a:lnTo>
                    <a:pt x="14599" y="38089"/>
                  </a:lnTo>
                  <a:lnTo>
                    <a:pt x="15528" y="38089"/>
                  </a:lnTo>
                  <a:lnTo>
                    <a:pt x="17518" y="36894"/>
                  </a:lnTo>
                  <a:lnTo>
                    <a:pt x="17518" y="36762"/>
                  </a:lnTo>
                  <a:lnTo>
                    <a:pt x="17784" y="32515"/>
                  </a:lnTo>
                  <a:lnTo>
                    <a:pt x="17917" y="28534"/>
                  </a:lnTo>
                  <a:lnTo>
                    <a:pt x="17784" y="26012"/>
                  </a:lnTo>
                  <a:lnTo>
                    <a:pt x="17386" y="23358"/>
                  </a:lnTo>
                  <a:lnTo>
                    <a:pt x="16988" y="21500"/>
                  </a:lnTo>
                  <a:lnTo>
                    <a:pt x="16457" y="20306"/>
                  </a:lnTo>
                  <a:lnTo>
                    <a:pt x="16324" y="19377"/>
                  </a:lnTo>
                  <a:lnTo>
                    <a:pt x="16457" y="18050"/>
                  </a:lnTo>
                  <a:lnTo>
                    <a:pt x="16988" y="14865"/>
                  </a:lnTo>
                  <a:lnTo>
                    <a:pt x="17518" y="10352"/>
                  </a:lnTo>
                  <a:lnTo>
                    <a:pt x="17651" y="7964"/>
                  </a:lnTo>
                  <a:lnTo>
                    <a:pt x="17651" y="5442"/>
                  </a:lnTo>
                  <a:lnTo>
                    <a:pt x="17518" y="2655"/>
                  </a:lnTo>
                  <a:lnTo>
                    <a:pt x="17386" y="1328"/>
                  </a:lnTo>
                  <a:lnTo>
                    <a:pt x="17120" y="134"/>
                  </a:lnTo>
                  <a:lnTo>
                    <a:pt x="171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8"/>
            <p:cNvSpPr/>
            <p:nvPr/>
          </p:nvSpPr>
          <p:spPr>
            <a:xfrm>
              <a:off x="6211392" y="1889190"/>
              <a:ext cx="297064" cy="631516"/>
            </a:xfrm>
            <a:custGeom>
              <a:rect b="b" l="l" r="r" t="t"/>
              <a:pathLst>
                <a:path extrusionOk="0" fill="none" h="38089" w="17917">
                  <a:moveTo>
                    <a:pt x="17120" y="1"/>
                  </a:moveTo>
                  <a:lnTo>
                    <a:pt x="17120" y="1"/>
                  </a:lnTo>
                  <a:lnTo>
                    <a:pt x="16191" y="532"/>
                  </a:lnTo>
                  <a:lnTo>
                    <a:pt x="14466" y="1195"/>
                  </a:lnTo>
                  <a:lnTo>
                    <a:pt x="13272" y="1461"/>
                  </a:lnTo>
                  <a:lnTo>
                    <a:pt x="11945" y="1726"/>
                  </a:lnTo>
                  <a:lnTo>
                    <a:pt x="10485" y="1859"/>
                  </a:lnTo>
                  <a:lnTo>
                    <a:pt x="8892" y="1859"/>
                  </a:lnTo>
                  <a:lnTo>
                    <a:pt x="8892" y="1859"/>
                  </a:lnTo>
                  <a:lnTo>
                    <a:pt x="8494" y="1859"/>
                  </a:lnTo>
                  <a:lnTo>
                    <a:pt x="10352" y="6106"/>
                  </a:lnTo>
                  <a:lnTo>
                    <a:pt x="8361" y="5840"/>
                  </a:lnTo>
                  <a:lnTo>
                    <a:pt x="8627" y="7831"/>
                  </a:lnTo>
                  <a:lnTo>
                    <a:pt x="6504" y="18713"/>
                  </a:lnTo>
                  <a:lnTo>
                    <a:pt x="7698" y="8096"/>
                  </a:lnTo>
                  <a:lnTo>
                    <a:pt x="7432" y="5840"/>
                  </a:lnTo>
                  <a:lnTo>
                    <a:pt x="930" y="5177"/>
                  </a:lnTo>
                  <a:lnTo>
                    <a:pt x="930" y="5177"/>
                  </a:lnTo>
                  <a:lnTo>
                    <a:pt x="266" y="12343"/>
                  </a:lnTo>
                  <a:lnTo>
                    <a:pt x="1" y="15528"/>
                  </a:lnTo>
                  <a:lnTo>
                    <a:pt x="1" y="18182"/>
                  </a:lnTo>
                  <a:lnTo>
                    <a:pt x="1" y="18182"/>
                  </a:lnTo>
                  <a:lnTo>
                    <a:pt x="1" y="19642"/>
                  </a:lnTo>
                  <a:lnTo>
                    <a:pt x="1" y="19642"/>
                  </a:lnTo>
                  <a:lnTo>
                    <a:pt x="133" y="21235"/>
                  </a:lnTo>
                  <a:lnTo>
                    <a:pt x="6769" y="25083"/>
                  </a:lnTo>
                  <a:lnTo>
                    <a:pt x="6769" y="25083"/>
                  </a:lnTo>
                  <a:lnTo>
                    <a:pt x="6769" y="24685"/>
                  </a:lnTo>
                  <a:lnTo>
                    <a:pt x="6769" y="24685"/>
                  </a:lnTo>
                  <a:lnTo>
                    <a:pt x="6769" y="24154"/>
                  </a:lnTo>
                  <a:lnTo>
                    <a:pt x="6769" y="24154"/>
                  </a:lnTo>
                  <a:lnTo>
                    <a:pt x="6238" y="20173"/>
                  </a:lnTo>
                  <a:lnTo>
                    <a:pt x="6238" y="20173"/>
                  </a:lnTo>
                  <a:lnTo>
                    <a:pt x="6238" y="20173"/>
                  </a:lnTo>
                  <a:lnTo>
                    <a:pt x="8627" y="7831"/>
                  </a:lnTo>
                  <a:lnTo>
                    <a:pt x="8627" y="7831"/>
                  </a:lnTo>
                  <a:lnTo>
                    <a:pt x="10087" y="20173"/>
                  </a:lnTo>
                  <a:lnTo>
                    <a:pt x="10087" y="20173"/>
                  </a:lnTo>
                  <a:lnTo>
                    <a:pt x="11281" y="27605"/>
                  </a:lnTo>
                  <a:lnTo>
                    <a:pt x="15661" y="30259"/>
                  </a:lnTo>
                  <a:lnTo>
                    <a:pt x="15661" y="30259"/>
                  </a:lnTo>
                  <a:lnTo>
                    <a:pt x="15661" y="30259"/>
                  </a:lnTo>
                  <a:lnTo>
                    <a:pt x="15661" y="30259"/>
                  </a:lnTo>
                  <a:lnTo>
                    <a:pt x="16059" y="30524"/>
                  </a:lnTo>
                  <a:lnTo>
                    <a:pt x="16457" y="31055"/>
                  </a:lnTo>
                  <a:lnTo>
                    <a:pt x="16590" y="31586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2382"/>
                  </a:lnTo>
                  <a:lnTo>
                    <a:pt x="16722" y="33179"/>
                  </a:lnTo>
                  <a:lnTo>
                    <a:pt x="16457" y="33842"/>
                  </a:lnTo>
                  <a:lnTo>
                    <a:pt x="16324" y="34638"/>
                  </a:lnTo>
                  <a:lnTo>
                    <a:pt x="15926" y="35302"/>
                  </a:lnTo>
                  <a:lnTo>
                    <a:pt x="15130" y="36762"/>
                  </a:lnTo>
                  <a:lnTo>
                    <a:pt x="14599" y="37425"/>
                  </a:lnTo>
                  <a:lnTo>
                    <a:pt x="13935" y="37956"/>
                  </a:lnTo>
                  <a:lnTo>
                    <a:pt x="13935" y="37956"/>
                  </a:lnTo>
                  <a:lnTo>
                    <a:pt x="14599" y="38089"/>
                  </a:lnTo>
                  <a:lnTo>
                    <a:pt x="15130" y="38089"/>
                  </a:lnTo>
                  <a:lnTo>
                    <a:pt x="15130" y="38089"/>
                  </a:lnTo>
                  <a:lnTo>
                    <a:pt x="15395" y="38089"/>
                  </a:lnTo>
                  <a:lnTo>
                    <a:pt x="15395" y="38089"/>
                  </a:lnTo>
                  <a:lnTo>
                    <a:pt x="15528" y="38089"/>
                  </a:lnTo>
                  <a:lnTo>
                    <a:pt x="17518" y="36894"/>
                  </a:lnTo>
                  <a:lnTo>
                    <a:pt x="17518" y="36762"/>
                  </a:lnTo>
                  <a:lnTo>
                    <a:pt x="17518" y="36762"/>
                  </a:lnTo>
                  <a:lnTo>
                    <a:pt x="17518" y="36762"/>
                  </a:lnTo>
                  <a:lnTo>
                    <a:pt x="17518" y="36762"/>
                  </a:lnTo>
                  <a:lnTo>
                    <a:pt x="17784" y="32515"/>
                  </a:lnTo>
                  <a:lnTo>
                    <a:pt x="17917" y="28534"/>
                  </a:lnTo>
                  <a:lnTo>
                    <a:pt x="17917" y="28534"/>
                  </a:lnTo>
                  <a:lnTo>
                    <a:pt x="17784" y="26012"/>
                  </a:lnTo>
                  <a:lnTo>
                    <a:pt x="17784" y="26012"/>
                  </a:lnTo>
                  <a:lnTo>
                    <a:pt x="17386" y="23358"/>
                  </a:lnTo>
                  <a:lnTo>
                    <a:pt x="16988" y="21500"/>
                  </a:lnTo>
                  <a:lnTo>
                    <a:pt x="16457" y="20306"/>
                  </a:lnTo>
                  <a:lnTo>
                    <a:pt x="16324" y="19377"/>
                  </a:lnTo>
                  <a:lnTo>
                    <a:pt x="16324" y="19377"/>
                  </a:lnTo>
                  <a:lnTo>
                    <a:pt x="16324" y="19377"/>
                  </a:lnTo>
                  <a:lnTo>
                    <a:pt x="16324" y="19377"/>
                  </a:lnTo>
                  <a:lnTo>
                    <a:pt x="16457" y="18050"/>
                  </a:lnTo>
                  <a:lnTo>
                    <a:pt x="16988" y="14865"/>
                  </a:lnTo>
                  <a:lnTo>
                    <a:pt x="17518" y="10352"/>
                  </a:lnTo>
                  <a:lnTo>
                    <a:pt x="17651" y="7964"/>
                  </a:lnTo>
                  <a:lnTo>
                    <a:pt x="17651" y="5442"/>
                  </a:lnTo>
                  <a:lnTo>
                    <a:pt x="17651" y="5442"/>
                  </a:lnTo>
                  <a:lnTo>
                    <a:pt x="17518" y="2655"/>
                  </a:lnTo>
                  <a:lnTo>
                    <a:pt x="17386" y="1328"/>
                  </a:lnTo>
                  <a:lnTo>
                    <a:pt x="17120" y="134"/>
                  </a:lnTo>
                  <a:lnTo>
                    <a:pt x="17120" y="134"/>
                  </a:lnTo>
                  <a:lnTo>
                    <a:pt x="1712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8"/>
            <p:cNvSpPr/>
            <p:nvPr/>
          </p:nvSpPr>
          <p:spPr>
            <a:xfrm>
              <a:off x="6116786" y="2441487"/>
              <a:ext cx="193638" cy="268447"/>
            </a:xfrm>
            <a:custGeom>
              <a:rect b="b" l="l" r="r" t="t"/>
              <a:pathLst>
                <a:path extrusionOk="0" h="16191" w="11679">
                  <a:moveTo>
                    <a:pt x="6636" y="0"/>
                  </a:moveTo>
                  <a:lnTo>
                    <a:pt x="6370" y="133"/>
                  </a:lnTo>
                  <a:lnTo>
                    <a:pt x="6238" y="531"/>
                  </a:lnTo>
                  <a:lnTo>
                    <a:pt x="6370" y="1858"/>
                  </a:lnTo>
                  <a:lnTo>
                    <a:pt x="6768" y="5043"/>
                  </a:lnTo>
                  <a:lnTo>
                    <a:pt x="6768" y="6636"/>
                  </a:lnTo>
                  <a:lnTo>
                    <a:pt x="6768" y="7698"/>
                  </a:lnTo>
                  <a:lnTo>
                    <a:pt x="6768" y="8228"/>
                  </a:lnTo>
                  <a:lnTo>
                    <a:pt x="6768" y="8759"/>
                  </a:lnTo>
                  <a:lnTo>
                    <a:pt x="6636" y="9025"/>
                  </a:lnTo>
                  <a:lnTo>
                    <a:pt x="6370" y="9423"/>
                  </a:lnTo>
                  <a:lnTo>
                    <a:pt x="5441" y="10352"/>
                  </a:lnTo>
                  <a:lnTo>
                    <a:pt x="3185" y="12210"/>
                  </a:lnTo>
                  <a:lnTo>
                    <a:pt x="2256" y="12873"/>
                  </a:lnTo>
                  <a:lnTo>
                    <a:pt x="1327" y="13404"/>
                  </a:lnTo>
                  <a:lnTo>
                    <a:pt x="664" y="13935"/>
                  </a:lnTo>
                  <a:lnTo>
                    <a:pt x="133" y="14333"/>
                  </a:lnTo>
                  <a:lnTo>
                    <a:pt x="0" y="14598"/>
                  </a:lnTo>
                  <a:lnTo>
                    <a:pt x="0" y="14864"/>
                  </a:lnTo>
                  <a:lnTo>
                    <a:pt x="266" y="15262"/>
                  </a:lnTo>
                  <a:lnTo>
                    <a:pt x="664" y="15527"/>
                  </a:lnTo>
                  <a:lnTo>
                    <a:pt x="1062" y="15793"/>
                  </a:lnTo>
                  <a:lnTo>
                    <a:pt x="1593" y="15926"/>
                  </a:lnTo>
                  <a:lnTo>
                    <a:pt x="2124" y="16058"/>
                  </a:lnTo>
                  <a:lnTo>
                    <a:pt x="2787" y="16191"/>
                  </a:lnTo>
                  <a:lnTo>
                    <a:pt x="3716" y="16058"/>
                  </a:lnTo>
                  <a:lnTo>
                    <a:pt x="4645" y="15660"/>
                  </a:lnTo>
                  <a:lnTo>
                    <a:pt x="5574" y="15262"/>
                  </a:lnTo>
                  <a:lnTo>
                    <a:pt x="6370" y="14731"/>
                  </a:lnTo>
                  <a:lnTo>
                    <a:pt x="7432" y="13935"/>
                  </a:lnTo>
                  <a:lnTo>
                    <a:pt x="8228" y="13537"/>
                  </a:lnTo>
                  <a:lnTo>
                    <a:pt x="8759" y="13271"/>
                  </a:lnTo>
                  <a:lnTo>
                    <a:pt x="9423" y="13139"/>
                  </a:lnTo>
                  <a:lnTo>
                    <a:pt x="10086" y="12741"/>
                  </a:lnTo>
                  <a:lnTo>
                    <a:pt x="10617" y="12342"/>
                  </a:lnTo>
                  <a:lnTo>
                    <a:pt x="10750" y="11944"/>
                  </a:lnTo>
                  <a:lnTo>
                    <a:pt x="10750" y="10883"/>
                  </a:lnTo>
                  <a:lnTo>
                    <a:pt x="10617" y="9821"/>
                  </a:lnTo>
                  <a:lnTo>
                    <a:pt x="10484" y="9290"/>
                  </a:lnTo>
                  <a:lnTo>
                    <a:pt x="10484" y="8494"/>
                  </a:lnTo>
                  <a:lnTo>
                    <a:pt x="10484" y="7565"/>
                  </a:lnTo>
                  <a:lnTo>
                    <a:pt x="10882" y="5309"/>
                  </a:lnTo>
                  <a:lnTo>
                    <a:pt x="11148" y="3583"/>
                  </a:lnTo>
                  <a:lnTo>
                    <a:pt x="11546" y="1991"/>
                  </a:lnTo>
                  <a:lnTo>
                    <a:pt x="11679" y="1327"/>
                  </a:lnTo>
                  <a:lnTo>
                    <a:pt x="11679" y="797"/>
                  </a:lnTo>
                  <a:lnTo>
                    <a:pt x="11546" y="398"/>
                  </a:lnTo>
                  <a:lnTo>
                    <a:pt x="11281" y="266"/>
                  </a:lnTo>
                  <a:lnTo>
                    <a:pt x="11148" y="1195"/>
                  </a:lnTo>
                  <a:lnTo>
                    <a:pt x="10750" y="1460"/>
                  </a:lnTo>
                  <a:lnTo>
                    <a:pt x="10086" y="1593"/>
                  </a:lnTo>
                  <a:lnTo>
                    <a:pt x="9024" y="1593"/>
                  </a:lnTo>
                  <a:lnTo>
                    <a:pt x="8095" y="1460"/>
                  </a:lnTo>
                  <a:lnTo>
                    <a:pt x="7299" y="1195"/>
                  </a:lnTo>
                  <a:lnTo>
                    <a:pt x="6901" y="929"/>
                  </a:lnTo>
                  <a:lnTo>
                    <a:pt x="6636" y="797"/>
                  </a:lnTo>
                  <a:lnTo>
                    <a:pt x="663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8"/>
            <p:cNvSpPr/>
            <p:nvPr/>
          </p:nvSpPr>
          <p:spPr>
            <a:xfrm>
              <a:off x="6116786" y="2441487"/>
              <a:ext cx="193638" cy="268447"/>
            </a:xfrm>
            <a:custGeom>
              <a:rect b="b" l="l" r="r" t="t"/>
              <a:pathLst>
                <a:path extrusionOk="0" fill="none" h="16191" w="11679">
                  <a:moveTo>
                    <a:pt x="10882" y="5309"/>
                  </a:moveTo>
                  <a:lnTo>
                    <a:pt x="10882" y="5309"/>
                  </a:lnTo>
                  <a:lnTo>
                    <a:pt x="11148" y="3583"/>
                  </a:lnTo>
                  <a:lnTo>
                    <a:pt x="11546" y="1991"/>
                  </a:lnTo>
                  <a:lnTo>
                    <a:pt x="11679" y="1327"/>
                  </a:lnTo>
                  <a:lnTo>
                    <a:pt x="11679" y="797"/>
                  </a:lnTo>
                  <a:lnTo>
                    <a:pt x="11546" y="398"/>
                  </a:lnTo>
                  <a:lnTo>
                    <a:pt x="11281" y="266"/>
                  </a:lnTo>
                  <a:lnTo>
                    <a:pt x="11148" y="1195"/>
                  </a:lnTo>
                  <a:lnTo>
                    <a:pt x="11148" y="1195"/>
                  </a:lnTo>
                  <a:lnTo>
                    <a:pt x="10750" y="1460"/>
                  </a:lnTo>
                  <a:lnTo>
                    <a:pt x="10086" y="1593"/>
                  </a:lnTo>
                  <a:lnTo>
                    <a:pt x="9024" y="1593"/>
                  </a:lnTo>
                  <a:lnTo>
                    <a:pt x="9024" y="1593"/>
                  </a:lnTo>
                  <a:lnTo>
                    <a:pt x="8095" y="1460"/>
                  </a:lnTo>
                  <a:lnTo>
                    <a:pt x="7299" y="1195"/>
                  </a:lnTo>
                  <a:lnTo>
                    <a:pt x="6901" y="929"/>
                  </a:lnTo>
                  <a:lnTo>
                    <a:pt x="6636" y="797"/>
                  </a:lnTo>
                  <a:lnTo>
                    <a:pt x="6636" y="0"/>
                  </a:lnTo>
                  <a:lnTo>
                    <a:pt x="6636" y="0"/>
                  </a:lnTo>
                  <a:lnTo>
                    <a:pt x="6370" y="133"/>
                  </a:lnTo>
                  <a:lnTo>
                    <a:pt x="6238" y="531"/>
                  </a:lnTo>
                  <a:lnTo>
                    <a:pt x="6370" y="1858"/>
                  </a:lnTo>
                  <a:lnTo>
                    <a:pt x="6370" y="1858"/>
                  </a:lnTo>
                  <a:lnTo>
                    <a:pt x="6768" y="5043"/>
                  </a:lnTo>
                  <a:lnTo>
                    <a:pt x="6768" y="6636"/>
                  </a:lnTo>
                  <a:lnTo>
                    <a:pt x="6768" y="7698"/>
                  </a:lnTo>
                  <a:lnTo>
                    <a:pt x="6768" y="7698"/>
                  </a:lnTo>
                  <a:lnTo>
                    <a:pt x="6768" y="8228"/>
                  </a:lnTo>
                  <a:lnTo>
                    <a:pt x="6768" y="8759"/>
                  </a:lnTo>
                  <a:lnTo>
                    <a:pt x="6636" y="9025"/>
                  </a:lnTo>
                  <a:lnTo>
                    <a:pt x="6370" y="9423"/>
                  </a:lnTo>
                  <a:lnTo>
                    <a:pt x="5441" y="10352"/>
                  </a:lnTo>
                  <a:lnTo>
                    <a:pt x="5441" y="10352"/>
                  </a:lnTo>
                  <a:lnTo>
                    <a:pt x="3185" y="12210"/>
                  </a:lnTo>
                  <a:lnTo>
                    <a:pt x="2256" y="12873"/>
                  </a:lnTo>
                  <a:lnTo>
                    <a:pt x="1327" y="13404"/>
                  </a:lnTo>
                  <a:lnTo>
                    <a:pt x="1327" y="13404"/>
                  </a:lnTo>
                  <a:lnTo>
                    <a:pt x="664" y="13935"/>
                  </a:lnTo>
                  <a:lnTo>
                    <a:pt x="133" y="14333"/>
                  </a:lnTo>
                  <a:lnTo>
                    <a:pt x="0" y="14598"/>
                  </a:lnTo>
                  <a:lnTo>
                    <a:pt x="0" y="14864"/>
                  </a:lnTo>
                  <a:lnTo>
                    <a:pt x="266" y="15262"/>
                  </a:lnTo>
                  <a:lnTo>
                    <a:pt x="664" y="15527"/>
                  </a:lnTo>
                  <a:lnTo>
                    <a:pt x="664" y="15527"/>
                  </a:lnTo>
                  <a:lnTo>
                    <a:pt x="664" y="15527"/>
                  </a:lnTo>
                  <a:lnTo>
                    <a:pt x="1062" y="15793"/>
                  </a:lnTo>
                  <a:lnTo>
                    <a:pt x="1593" y="15926"/>
                  </a:lnTo>
                  <a:lnTo>
                    <a:pt x="2124" y="16058"/>
                  </a:lnTo>
                  <a:lnTo>
                    <a:pt x="2787" y="16191"/>
                  </a:lnTo>
                  <a:lnTo>
                    <a:pt x="2787" y="16191"/>
                  </a:lnTo>
                  <a:lnTo>
                    <a:pt x="3716" y="16058"/>
                  </a:lnTo>
                  <a:lnTo>
                    <a:pt x="4645" y="15660"/>
                  </a:lnTo>
                  <a:lnTo>
                    <a:pt x="5574" y="15262"/>
                  </a:lnTo>
                  <a:lnTo>
                    <a:pt x="6370" y="14731"/>
                  </a:lnTo>
                  <a:lnTo>
                    <a:pt x="6370" y="14731"/>
                  </a:lnTo>
                  <a:lnTo>
                    <a:pt x="7432" y="13935"/>
                  </a:lnTo>
                  <a:lnTo>
                    <a:pt x="8228" y="13537"/>
                  </a:lnTo>
                  <a:lnTo>
                    <a:pt x="8759" y="13271"/>
                  </a:lnTo>
                  <a:lnTo>
                    <a:pt x="8759" y="13271"/>
                  </a:lnTo>
                  <a:lnTo>
                    <a:pt x="9423" y="13139"/>
                  </a:lnTo>
                  <a:lnTo>
                    <a:pt x="10086" y="12741"/>
                  </a:lnTo>
                  <a:lnTo>
                    <a:pt x="10617" y="12342"/>
                  </a:lnTo>
                  <a:lnTo>
                    <a:pt x="10750" y="11944"/>
                  </a:lnTo>
                  <a:lnTo>
                    <a:pt x="10750" y="11944"/>
                  </a:lnTo>
                  <a:lnTo>
                    <a:pt x="10750" y="10883"/>
                  </a:lnTo>
                  <a:lnTo>
                    <a:pt x="10617" y="9821"/>
                  </a:lnTo>
                  <a:lnTo>
                    <a:pt x="10617" y="9821"/>
                  </a:lnTo>
                  <a:lnTo>
                    <a:pt x="10484" y="9290"/>
                  </a:lnTo>
                  <a:lnTo>
                    <a:pt x="10484" y="9290"/>
                  </a:lnTo>
                  <a:lnTo>
                    <a:pt x="10484" y="8494"/>
                  </a:lnTo>
                  <a:lnTo>
                    <a:pt x="10484" y="7565"/>
                  </a:lnTo>
                  <a:lnTo>
                    <a:pt x="10882" y="53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8"/>
            <p:cNvSpPr/>
            <p:nvPr/>
          </p:nvSpPr>
          <p:spPr>
            <a:xfrm>
              <a:off x="6420432" y="2498688"/>
              <a:ext cx="85818" cy="297064"/>
            </a:xfrm>
            <a:custGeom>
              <a:rect b="b" l="l" r="r" t="t"/>
              <a:pathLst>
                <a:path extrusionOk="0" h="17917" w="5176">
                  <a:moveTo>
                    <a:pt x="4910" y="1"/>
                  </a:moveTo>
                  <a:lnTo>
                    <a:pt x="4778" y="797"/>
                  </a:lnTo>
                  <a:lnTo>
                    <a:pt x="4380" y="1062"/>
                  </a:lnTo>
                  <a:lnTo>
                    <a:pt x="3716" y="1195"/>
                  </a:lnTo>
                  <a:lnTo>
                    <a:pt x="2787" y="1328"/>
                  </a:lnTo>
                  <a:lnTo>
                    <a:pt x="1725" y="1195"/>
                  </a:lnTo>
                  <a:lnTo>
                    <a:pt x="1062" y="1062"/>
                  </a:lnTo>
                  <a:lnTo>
                    <a:pt x="398" y="797"/>
                  </a:lnTo>
                  <a:lnTo>
                    <a:pt x="266" y="133"/>
                  </a:lnTo>
                  <a:lnTo>
                    <a:pt x="133" y="133"/>
                  </a:lnTo>
                  <a:lnTo>
                    <a:pt x="0" y="399"/>
                  </a:lnTo>
                  <a:lnTo>
                    <a:pt x="133" y="1062"/>
                  </a:lnTo>
                  <a:lnTo>
                    <a:pt x="664" y="3717"/>
                  </a:lnTo>
                  <a:lnTo>
                    <a:pt x="929" y="5176"/>
                  </a:lnTo>
                  <a:lnTo>
                    <a:pt x="1062" y="6238"/>
                  </a:lnTo>
                  <a:lnTo>
                    <a:pt x="1062" y="7565"/>
                  </a:lnTo>
                  <a:lnTo>
                    <a:pt x="929" y="9423"/>
                  </a:lnTo>
                  <a:lnTo>
                    <a:pt x="531" y="13272"/>
                  </a:lnTo>
                  <a:lnTo>
                    <a:pt x="531" y="15395"/>
                  </a:lnTo>
                  <a:lnTo>
                    <a:pt x="664" y="15395"/>
                  </a:lnTo>
                  <a:lnTo>
                    <a:pt x="796" y="16191"/>
                  </a:lnTo>
                  <a:lnTo>
                    <a:pt x="1195" y="17120"/>
                  </a:lnTo>
                  <a:lnTo>
                    <a:pt x="1460" y="17519"/>
                  </a:lnTo>
                  <a:lnTo>
                    <a:pt x="1858" y="17784"/>
                  </a:lnTo>
                  <a:lnTo>
                    <a:pt x="2256" y="17917"/>
                  </a:lnTo>
                  <a:lnTo>
                    <a:pt x="2654" y="17917"/>
                  </a:lnTo>
                  <a:lnTo>
                    <a:pt x="3053" y="17784"/>
                  </a:lnTo>
                  <a:lnTo>
                    <a:pt x="3451" y="17519"/>
                  </a:lnTo>
                  <a:lnTo>
                    <a:pt x="4114" y="16988"/>
                  </a:lnTo>
                  <a:lnTo>
                    <a:pt x="4645" y="15926"/>
                  </a:lnTo>
                  <a:lnTo>
                    <a:pt x="4778" y="15395"/>
                  </a:lnTo>
                  <a:lnTo>
                    <a:pt x="4910" y="14864"/>
                  </a:lnTo>
                  <a:lnTo>
                    <a:pt x="4910" y="13935"/>
                  </a:lnTo>
                  <a:lnTo>
                    <a:pt x="4778" y="12741"/>
                  </a:lnTo>
                  <a:lnTo>
                    <a:pt x="4645" y="11547"/>
                  </a:lnTo>
                  <a:lnTo>
                    <a:pt x="4645" y="11281"/>
                  </a:lnTo>
                  <a:lnTo>
                    <a:pt x="4512" y="11016"/>
                  </a:lnTo>
                  <a:lnTo>
                    <a:pt x="4512" y="8096"/>
                  </a:lnTo>
                  <a:lnTo>
                    <a:pt x="4778" y="4513"/>
                  </a:lnTo>
                  <a:lnTo>
                    <a:pt x="5176" y="1062"/>
                  </a:lnTo>
                  <a:lnTo>
                    <a:pt x="5176" y="399"/>
                  </a:lnTo>
                  <a:lnTo>
                    <a:pt x="504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8"/>
            <p:cNvSpPr/>
            <p:nvPr/>
          </p:nvSpPr>
          <p:spPr>
            <a:xfrm>
              <a:off x="6420432" y="2498688"/>
              <a:ext cx="85818" cy="297064"/>
            </a:xfrm>
            <a:custGeom>
              <a:rect b="b" l="l" r="r" t="t"/>
              <a:pathLst>
                <a:path extrusionOk="0" fill="none" h="17917" w="5176">
                  <a:moveTo>
                    <a:pt x="4512" y="8096"/>
                  </a:moveTo>
                  <a:lnTo>
                    <a:pt x="4512" y="8096"/>
                  </a:lnTo>
                  <a:lnTo>
                    <a:pt x="4778" y="4513"/>
                  </a:lnTo>
                  <a:lnTo>
                    <a:pt x="5176" y="1062"/>
                  </a:lnTo>
                  <a:lnTo>
                    <a:pt x="5176" y="1062"/>
                  </a:lnTo>
                  <a:lnTo>
                    <a:pt x="5176" y="399"/>
                  </a:lnTo>
                  <a:lnTo>
                    <a:pt x="5043" y="1"/>
                  </a:lnTo>
                  <a:lnTo>
                    <a:pt x="4910" y="1"/>
                  </a:lnTo>
                  <a:lnTo>
                    <a:pt x="4910" y="1"/>
                  </a:lnTo>
                  <a:lnTo>
                    <a:pt x="4778" y="797"/>
                  </a:lnTo>
                  <a:lnTo>
                    <a:pt x="4778" y="797"/>
                  </a:lnTo>
                  <a:lnTo>
                    <a:pt x="4380" y="1062"/>
                  </a:lnTo>
                  <a:lnTo>
                    <a:pt x="3716" y="1195"/>
                  </a:lnTo>
                  <a:lnTo>
                    <a:pt x="2787" y="1328"/>
                  </a:lnTo>
                  <a:lnTo>
                    <a:pt x="2787" y="1328"/>
                  </a:lnTo>
                  <a:lnTo>
                    <a:pt x="1725" y="1195"/>
                  </a:lnTo>
                  <a:lnTo>
                    <a:pt x="1062" y="1062"/>
                  </a:lnTo>
                  <a:lnTo>
                    <a:pt x="398" y="797"/>
                  </a:lnTo>
                  <a:lnTo>
                    <a:pt x="398" y="797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133" y="133"/>
                  </a:lnTo>
                  <a:lnTo>
                    <a:pt x="0" y="399"/>
                  </a:lnTo>
                  <a:lnTo>
                    <a:pt x="133" y="1062"/>
                  </a:lnTo>
                  <a:lnTo>
                    <a:pt x="664" y="3717"/>
                  </a:lnTo>
                  <a:lnTo>
                    <a:pt x="664" y="3717"/>
                  </a:lnTo>
                  <a:lnTo>
                    <a:pt x="929" y="5176"/>
                  </a:lnTo>
                  <a:lnTo>
                    <a:pt x="1062" y="6238"/>
                  </a:lnTo>
                  <a:lnTo>
                    <a:pt x="1062" y="7565"/>
                  </a:lnTo>
                  <a:lnTo>
                    <a:pt x="929" y="9423"/>
                  </a:lnTo>
                  <a:lnTo>
                    <a:pt x="929" y="9423"/>
                  </a:lnTo>
                  <a:lnTo>
                    <a:pt x="531" y="13272"/>
                  </a:lnTo>
                  <a:lnTo>
                    <a:pt x="531" y="15395"/>
                  </a:lnTo>
                  <a:lnTo>
                    <a:pt x="664" y="15395"/>
                  </a:lnTo>
                  <a:lnTo>
                    <a:pt x="664" y="15395"/>
                  </a:lnTo>
                  <a:lnTo>
                    <a:pt x="796" y="16191"/>
                  </a:lnTo>
                  <a:lnTo>
                    <a:pt x="1195" y="17120"/>
                  </a:lnTo>
                  <a:lnTo>
                    <a:pt x="1195" y="17120"/>
                  </a:lnTo>
                  <a:lnTo>
                    <a:pt x="1460" y="17519"/>
                  </a:lnTo>
                  <a:lnTo>
                    <a:pt x="1858" y="17784"/>
                  </a:lnTo>
                  <a:lnTo>
                    <a:pt x="2256" y="17917"/>
                  </a:lnTo>
                  <a:lnTo>
                    <a:pt x="2654" y="17917"/>
                  </a:lnTo>
                  <a:lnTo>
                    <a:pt x="3053" y="17784"/>
                  </a:lnTo>
                  <a:lnTo>
                    <a:pt x="3451" y="17519"/>
                  </a:lnTo>
                  <a:lnTo>
                    <a:pt x="4114" y="16988"/>
                  </a:lnTo>
                  <a:lnTo>
                    <a:pt x="4114" y="16988"/>
                  </a:lnTo>
                  <a:lnTo>
                    <a:pt x="4645" y="15926"/>
                  </a:lnTo>
                  <a:lnTo>
                    <a:pt x="4778" y="15395"/>
                  </a:lnTo>
                  <a:lnTo>
                    <a:pt x="4910" y="14864"/>
                  </a:lnTo>
                  <a:lnTo>
                    <a:pt x="4910" y="14864"/>
                  </a:lnTo>
                  <a:lnTo>
                    <a:pt x="4910" y="14864"/>
                  </a:lnTo>
                  <a:lnTo>
                    <a:pt x="4910" y="14864"/>
                  </a:lnTo>
                  <a:lnTo>
                    <a:pt x="4910" y="13935"/>
                  </a:lnTo>
                  <a:lnTo>
                    <a:pt x="4910" y="13935"/>
                  </a:lnTo>
                  <a:lnTo>
                    <a:pt x="4778" y="12741"/>
                  </a:lnTo>
                  <a:lnTo>
                    <a:pt x="4645" y="11547"/>
                  </a:lnTo>
                  <a:lnTo>
                    <a:pt x="4645" y="11281"/>
                  </a:lnTo>
                  <a:lnTo>
                    <a:pt x="4645" y="11281"/>
                  </a:lnTo>
                  <a:lnTo>
                    <a:pt x="4512" y="11016"/>
                  </a:lnTo>
                  <a:lnTo>
                    <a:pt x="4512" y="11016"/>
                  </a:lnTo>
                  <a:lnTo>
                    <a:pt x="4512" y="809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58"/>
            <p:cNvSpPr/>
            <p:nvPr/>
          </p:nvSpPr>
          <p:spPr>
            <a:xfrm>
              <a:off x="6229000" y="1537147"/>
              <a:ext cx="226649" cy="257454"/>
            </a:xfrm>
            <a:custGeom>
              <a:rect b="b" l="l" r="r" t="t"/>
              <a:pathLst>
                <a:path extrusionOk="0" h="15528" w="13670">
                  <a:moveTo>
                    <a:pt x="5707" y="0"/>
                  </a:moveTo>
                  <a:lnTo>
                    <a:pt x="3318" y="266"/>
                  </a:lnTo>
                  <a:lnTo>
                    <a:pt x="2787" y="664"/>
                  </a:lnTo>
                  <a:lnTo>
                    <a:pt x="2256" y="1195"/>
                  </a:lnTo>
                  <a:lnTo>
                    <a:pt x="1460" y="2389"/>
                  </a:lnTo>
                  <a:lnTo>
                    <a:pt x="929" y="3451"/>
                  </a:lnTo>
                  <a:lnTo>
                    <a:pt x="531" y="4512"/>
                  </a:lnTo>
                  <a:lnTo>
                    <a:pt x="133" y="5574"/>
                  </a:lnTo>
                  <a:lnTo>
                    <a:pt x="0" y="6238"/>
                  </a:lnTo>
                  <a:lnTo>
                    <a:pt x="0" y="7034"/>
                  </a:lnTo>
                  <a:lnTo>
                    <a:pt x="133" y="7830"/>
                  </a:lnTo>
                  <a:lnTo>
                    <a:pt x="266" y="8626"/>
                  </a:lnTo>
                  <a:lnTo>
                    <a:pt x="797" y="9423"/>
                  </a:lnTo>
                  <a:lnTo>
                    <a:pt x="1327" y="10352"/>
                  </a:lnTo>
                  <a:lnTo>
                    <a:pt x="1726" y="14200"/>
                  </a:lnTo>
                  <a:lnTo>
                    <a:pt x="2522" y="14598"/>
                  </a:lnTo>
                  <a:lnTo>
                    <a:pt x="3451" y="14997"/>
                  </a:lnTo>
                  <a:lnTo>
                    <a:pt x="4380" y="15262"/>
                  </a:lnTo>
                  <a:lnTo>
                    <a:pt x="5309" y="15527"/>
                  </a:lnTo>
                  <a:lnTo>
                    <a:pt x="7167" y="15527"/>
                  </a:lnTo>
                  <a:lnTo>
                    <a:pt x="8892" y="15395"/>
                  </a:lnTo>
                  <a:lnTo>
                    <a:pt x="10485" y="15129"/>
                  </a:lnTo>
                  <a:lnTo>
                    <a:pt x="11679" y="14864"/>
                  </a:lnTo>
                  <a:lnTo>
                    <a:pt x="12741" y="14466"/>
                  </a:lnTo>
                  <a:lnTo>
                    <a:pt x="13670" y="7963"/>
                  </a:lnTo>
                  <a:lnTo>
                    <a:pt x="13404" y="7432"/>
                  </a:lnTo>
                  <a:lnTo>
                    <a:pt x="13006" y="6768"/>
                  </a:lnTo>
                  <a:lnTo>
                    <a:pt x="12741" y="5840"/>
                  </a:lnTo>
                  <a:lnTo>
                    <a:pt x="12608" y="4778"/>
                  </a:lnTo>
                  <a:lnTo>
                    <a:pt x="12608" y="3716"/>
                  </a:lnTo>
                  <a:lnTo>
                    <a:pt x="12873" y="2389"/>
                  </a:lnTo>
                  <a:lnTo>
                    <a:pt x="13139" y="1725"/>
                  </a:lnTo>
                  <a:lnTo>
                    <a:pt x="13537" y="1062"/>
                  </a:lnTo>
                  <a:lnTo>
                    <a:pt x="9954" y="398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8"/>
            <p:cNvSpPr/>
            <p:nvPr/>
          </p:nvSpPr>
          <p:spPr>
            <a:xfrm>
              <a:off x="6229000" y="1537147"/>
              <a:ext cx="226649" cy="257454"/>
            </a:xfrm>
            <a:custGeom>
              <a:rect b="b" l="l" r="r" t="t"/>
              <a:pathLst>
                <a:path extrusionOk="0" fill="none" h="15528" w="13670">
                  <a:moveTo>
                    <a:pt x="1327" y="10352"/>
                  </a:moveTo>
                  <a:lnTo>
                    <a:pt x="1327" y="10352"/>
                  </a:lnTo>
                  <a:lnTo>
                    <a:pt x="1726" y="14200"/>
                  </a:lnTo>
                  <a:lnTo>
                    <a:pt x="1726" y="14200"/>
                  </a:lnTo>
                  <a:lnTo>
                    <a:pt x="2522" y="14598"/>
                  </a:lnTo>
                  <a:lnTo>
                    <a:pt x="3451" y="14997"/>
                  </a:lnTo>
                  <a:lnTo>
                    <a:pt x="4380" y="15262"/>
                  </a:lnTo>
                  <a:lnTo>
                    <a:pt x="5309" y="15527"/>
                  </a:lnTo>
                  <a:lnTo>
                    <a:pt x="7167" y="15527"/>
                  </a:lnTo>
                  <a:lnTo>
                    <a:pt x="8892" y="15395"/>
                  </a:lnTo>
                  <a:lnTo>
                    <a:pt x="10485" y="15129"/>
                  </a:lnTo>
                  <a:lnTo>
                    <a:pt x="11679" y="14864"/>
                  </a:lnTo>
                  <a:lnTo>
                    <a:pt x="12741" y="14466"/>
                  </a:lnTo>
                  <a:lnTo>
                    <a:pt x="13670" y="7963"/>
                  </a:lnTo>
                  <a:lnTo>
                    <a:pt x="13670" y="7963"/>
                  </a:lnTo>
                  <a:lnTo>
                    <a:pt x="13404" y="7432"/>
                  </a:lnTo>
                  <a:lnTo>
                    <a:pt x="13006" y="6768"/>
                  </a:lnTo>
                  <a:lnTo>
                    <a:pt x="12741" y="5840"/>
                  </a:lnTo>
                  <a:lnTo>
                    <a:pt x="12608" y="4778"/>
                  </a:lnTo>
                  <a:lnTo>
                    <a:pt x="12608" y="3716"/>
                  </a:lnTo>
                  <a:lnTo>
                    <a:pt x="12873" y="2389"/>
                  </a:lnTo>
                  <a:lnTo>
                    <a:pt x="13139" y="1725"/>
                  </a:lnTo>
                  <a:lnTo>
                    <a:pt x="13537" y="1062"/>
                  </a:lnTo>
                  <a:lnTo>
                    <a:pt x="9954" y="398"/>
                  </a:lnTo>
                  <a:lnTo>
                    <a:pt x="5707" y="0"/>
                  </a:lnTo>
                  <a:lnTo>
                    <a:pt x="3318" y="266"/>
                  </a:lnTo>
                  <a:lnTo>
                    <a:pt x="3318" y="266"/>
                  </a:lnTo>
                  <a:lnTo>
                    <a:pt x="2787" y="664"/>
                  </a:lnTo>
                  <a:lnTo>
                    <a:pt x="2256" y="1195"/>
                  </a:lnTo>
                  <a:lnTo>
                    <a:pt x="1460" y="2389"/>
                  </a:lnTo>
                  <a:lnTo>
                    <a:pt x="929" y="3451"/>
                  </a:lnTo>
                  <a:lnTo>
                    <a:pt x="531" y="4512"/>
                  </a:lnTo>
                  <a:lnTo>
                    <a:pt x="531" y="4512"/>
                  </a:lnTo>
                  <a:lnTo>
                    <a:pt x="133" y="5574"/>
                  </a:lnTo>
                  <a:lnTo>
                    <a:pt x="0" y="6238"/>
                  </a:lnTo>
                  <a:lnTo>
                    <a:pt x="0" y="7034"/>
                  </a:lnTo>
                  <a:lnTo>
                    <a:pt x="133" y="7830"/>
                  </a:lnTo>
                  <a:lnTo>
                    <a:pt x="266" y="8626"/>
                  </a:lnTo>
                  <a:lnTo>
                    <a:pt x="797" y="9423"/>
                  </a:lnTo>
                  <a:lnTo>
                    <a:pt x="1327" y="10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8"/>
            <p:cNvSpPr/>
            <p:nvPr/>
          </p:nvSpPr>
          <p:spPr>
            <a:xfrm>
              <a:off x="6226794" y="1537147"/>
              <a:ext cx="272857" cy="382865"/>
            </a:xfrm>
            <a:custGeom>
              <a:rect b="b" l="l" r="r" t="t"/>
              <a:pathLst>
                <a:path extrusionOk="0" h="23092" w="16457">
                  <a:moveTo>
                    <a:pt x="5840" y="0"/>
                  </a:moveTo>
                  <a:lnTo>
                    <a:pt x="3451" y="266"/>
                  </a:lnTo>
                  <a:lnTo>
                    <a:pt x="2920" y="664"/>
                  </a:lnTo>
                  <a:lnTo>
                    <a:pt x="2389" y="1195"/>
                  </a:lnTo>
                  <a:lnTo>
                    <a:pt x="1593" y="2389"/>
                  </a:lnTo>
                  <a:lnTo>
                    <a:pt x="930" y="3583"/>
                  </a:lnTo>
                  <a:lnTo>
                    <a:pt x="532" y="4645"/>
                  </a:lnTo>
                  <a:lnTo>
                    <a:pt x="133" y="5707"/>
                  </a:lnTo>
                  <a:lnTo>
                    <a:pt x="133" y="6370"/>
                  </a:lnTo>
                  <a:lnTo>
                    <a:pt x="1" y="7034"/>
                  </a:lnTo>
                  <a:lnTo>
                    <a:pt x="133" y="7830"/>
                  </a:lnTo>
                  <a:lnTo>
                    <a:pt x="399" y="8626"/>
                  </a:lnTo>
                  <a:lnTo>
                    <a:pt x="797" y="9555"/>
                  </a:lnTo>
                  <a:lnTo>
                    <a:pt x="1460" y="10352"/>
                  </a:lnTo>
                  <a:lnTo>
                    <a:pt x="1460" y="14200"/>
                  </a:lnTo>
                  <a:lnTo>
                    <a:pt x="266" y="21897"/>
                  </a:lnTo>
                  <a:lnTo>
                    <a:pt x="2124" y="22428"/>
                  </a:lnTo>
                  <a:lnTo>
                    <a:pt x="3849" y="22826"/>
                  </a:lnTo>
                  <a:lnTo>
                    <a:pt x="5575" y="22959"/>
                  </a:lnTo>
                  <a:lnTo>
                    <a:pt x="7034" y="23092"/>
                  </a:lnTo>
                  <a:lnTo>
                    <a:pt x="9821" y="23092"/>
                  </a:lnTo>
                  <a:lnTo>
                    <a:pt x="12210" y="22694"/>
                  </a:lnTo>
                  <a:lnTo>
                    <a:pt x="14068" y="22163"/>
                  </a:lnTo>
                  <a:lnTo>
                    <a:pt x="15395" y="21632"/>
                  </a:lnTo>
                  <a:lnTo>
                    <a:pt x="16457" y="21101"/>
                  </a:lnTo>
                  <a:lnTo>
                    <a:pt x="13803" y="14466"/>
                  </a:lnTo>
                  <a:lnTo>
                    <a:pt x="14068" y="8096"/>
                  </a:lnTo>
                  <a:lnTo>
                    <a:pt x="13803" y="7565"/>
                  </a:lnTo>
                  <a:lnTo>
                    <a:pt x="13404" y="6901"/>
                  </a:lnTo>
                  <a:lnTo>
                    <a:pt x="13139" y="5972"/>
                  </a:lnTo>
                  <a:lnTo>
                    <a:pt x="13006" y="4911"/>
                  </a:lnTo>
                  <a:lnTo>
                    <a:pt x="13006" y="3716"/>
                  </a:lnTo>
                  <a:lnTo>
                    <a:pt x="13404" y="2389"/>
                  </a:lnTo>
                  <a:lnTo>
                    <a:pt x="13670" y="1725"/>
                  </a:lnTo>
                  <a:lnTo>
                    <a:pt x="13935" y="1062"/>
                  </a:lnTo>
                  <a:lnTo>
                    <a:pt x="10219" y="266"/>
                  </a:lnTo>
                  <a:lnTo>
                    <a:pt x="10219" y="664"/>
                  </a:lnTo>
                  <a:lnTo>
                    <a:pt x="10883" y="797"/>
                  </a:lnTo>
                  <a:lnTo>
                    <a:pt x="10618" y="1195"/>
                  </a:lnTo>
                  <a:lnTo>
                    <a:pt x="10219" y="1858"/>
                  </a:lnTo>
                  <a:lnTo>
                    <a:pt x="9689" y="2522"/>
                  </a:lnTo>
                  <a:lnTo>
                    <a:pt x="8892" y="3053"/>
                  </a:lnTo>
                  <a:lnTo>
                    <a:pt x="8096" y="3716"/>
                  </a:lnTo>
                  <a:lnTo>
                    <a:pt x="7167" y="4247"/>
                  </a:lnTo>
                  <a:lnTo>
                    <a:pt x="6105" y="4645"/>
                  </a:lnTo>
                  <a:lnTo>
                    <a:pt x="5176" y="4911"/>
                  </a:lnTo>
                  <a:lnTo>
                    <a:pt x="4778" y="4380"/>
                  </a:lnTo>
                  <a:lnTo>
                    <a:pt x="4513" y="3849"/>
                  </a:lnTo>
                  <a:lnTo>
                    <a:pt x="4380" y="3318"/>
                  </a:lnTo>
                  <a:lnTo>
                    <a:pt x="4513" y="2654"/>
                  </a:lnTo>
                  <a:lnTo>
                    <a:pt x="4778" y="1593"/>
                  </a:lnTo>
                  <a:lnTo>
                    <a:pt x="5176" y="664"/>
                  </a:lnTo>
                  <a:lnTo>
                    <a:pt x="5575" y="531"/>
                  </a:lnTo>
                  <a:lnTo>
                    <a:pt x="5840" y="266"/>
                  </a:lnTo>
                  <a:lnTo>
                    <a:pt x="58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8"/>
            <p:cNvSpPr/>
            <p:nvPr/>
          </p:nvSpPr>
          <p:spPr>
            <a:xfrm>
              <a:off x="6226794" y="1537147"/>
              <a:ext cx="272857" cy="382865"/>
            </a:xfrm>
            <a:custGeom>
              <a:rect b="b" l="l" r="r" t="t"/>
              <a:pathLst>
                <a:path extrusionOk="0" fill="none" h="23092" w="16457">
                  <a:moveTo>
                    <a:pt x="13803" y="14466"/>
                  </a:moveTo>
                  <a:lnTo>
                    <a:pt x="14068" y="8096"/>
                  </a:lnTo>
                  <a:lnTo>
                    <a:pt x="14068" y="8096"/>
                  </a:lnTo>
                  <a:lnTo>
                    <a:pt x="13803" y="7565"/>
                  </a:lnTo>
                  <a:lnTo>
                    <a:pt x="13404" y="6901"/>
                  </a:lnTo>
                  <a:lnTo>
                    <a:pt x="13139" y="5972"/>
                  </a:lnTo>
                  <a:lnTo>
                    <a:pt x="13006" y="4911"/>
                  </a:lnTo>
                  <a:lnTo>
                    <a:pt x="13006" y="3716"/>
                  </a:lnTo>
                  <a:lnTo>
                    <a:pt x="13404" y="2389"/>
                  </a:lnTo>
                  <a:lnTo>
                    <a:pt x="13670" y="1725"/>
                  </a:lnTo>
                  <a:lnTo>
                    <a:pt x="13935" y="1062"/>
                  </a:lnTo>
                  <a:lnTo>
                    <a:pt x="10219" y="266"/>
                  </a:lnTo>
                  <a:lnTo>
                    <a:pt x="10219" y="664"/>
                  </a:lnTo>
                  <a:lnTo>
                    <a:pt x="10883" y="797"/>
                  </a:lnTo>
                  <a:lnTo>
                    <a:pt x="10883" y="797"/>
                  </a:lnTo>
                  <a:lnTo>
                    <a:pt x="10618" y="1195"/>
                  </a:lnTo>
                  <a:lnTo>
                    <a:pt x="10219" y="1858"/>
                  </a:lnTo>
                  <a:lnTo>
                    <a:pt x="9689" y="2522"/>
                  </a:lnTo>
                  <a:lnTo>
                    <a:pt x="8892" y="3053"/>
                  </a:lnTo>
                  <a:lnTo>
                    <a:pt x="8096" y="3716"/>
                  </a:lnTo>
                  <a:lnTo>
                    <a:pt x="7167" y="4247"/>
                  </a:lnTo>
                  <a:lnTo>
                    <a:pt x="6105" y="4645"/>
                  </a:lnTo>
                  <a:lnTo>
                    <a:pt x="5176" y="4911"/>
                  </a:lnTo>
                  <a:lnTo>
                    <a:pt x="5176" y="4911"/>
                  </a:lnTo>
                  <a:lnTo>
                    <a:pt x="4778" y="4380"/>
                  </a:lnTo>
                  <a:lnTo>
                    <a:pt x="4513" y="3849"/>
                  </a:lnTo>
                  <a:lnTo>
                    <a:pt x="4380" y="3318"/>
                  </a:lnTo>
                  <a:lnTo>
                    <a:pt x="4513" y="2654"/>
                  </a:lnTo>
                  <a:lnTo>
                    <a:pt x="4778" y="1593"/>
                  </a:lnTo>
                  <a:lnTo>
                    <a:pt x="5176" y="664"/>
                  </a:lnTo>
                  <a:lnTo>
                    <a:pt x="5575" y="531"/>
                  </a:lnTo>
                  <a:lnTo>
                    <a:pt x="5575" y="531"/>
                  </a:lnTo>
                  <a:lnTo>
                    <a:pt x="5840" y="266"/>
                  </a:lnTo>
                  <a:lnTo>
                    <a:pt x="5840" y="0"/>
                  </a:lnTo>
                  <a:lnTo>
                    <a:pt x="3451" y="266"/>
                  </a:lnTo>
                  <a:lnTo>
                    <a:pt x="3451" y="266"/>
                  </a:lnTo>
                  <a:lnTo>
                    <a:pt x="2920" y="664"/>
                  </a:lnTo>
                  <a:lnTo>
                    <a:pt x="2389" y="1195"/>
                  </a:lnTo>
                  <a:lnTo>
                    <a:pt x="1593" y="2389"/>
                  </a:lnTo>
                  <a:lnTo>
                    <a:pt x="930" y="3583"/>
                  </a:lnTo>
                  <a:lnTo>
                    <a:pt x="532" y="4645"/>
                  </a:lnTo>
                  <a:lnTo>
                    <a:pt x="532" y="4645"/>
                  </a:lnTo>
                  <a:lnTo>
                    <a:pt x="133" y="5707"/>
                  </a:lnTo>
                  <a:lnTo>
                    <a:pt x="133" y="6370"/>
                  </a:lnTo>
                  <a:lnTo>
                    <a:pt x="1" y="7034"/>
                  </a:lnTo>
                  <a:lnTo>
                    <a:pt x="133" y="7830"/>
                  </a:lnTo>
                  <a:lnTo>
                    <a:pt x="399" y="8626"/>
                  </a:lnTo>
                  <a:lnTo>
                    <a:pt x="797" y="9555"/>
                  </a:lnTo>
                  <a:lnTo>
                    <a:pt x="1460" y="10352"/>
                  </a:lnTo>
                  <a:lnTo>
                    <a:pt x="1460" y="10352"/>
                  </a:lnTo>
                  <a:lnTo>
                    <a:pt x="1460" y="14200"/>
                  </a:lnTo>
                  <a:lnTo>
                    <a:pt x="266" y="21897"/>
                  </a:lnTo>
                  <a:lnTo>
                    <a:pt x="266" y="21897"/>
                  </a:lnTo>
                  <a:lnTo>
                    <a:pt x="2124" y="22428"/>
                  </a:lnTo>
                  <a:lnTo>
                    <a:pt x="3849" y="22826"/>
                  </a:lnTo>
                  <a:lnTo>
                    <a:pt x="5575" y="22959"/>
                  </a:lnTo>
                  <a:lnTo>
                    <a:pt x="7034" y="23092"/>
                  </a:lnTo>
                  <a:lnTo>
                    <a:pt x="8494" y="23092"/>
                  </a:lnTo>
                  <a:lnTo>
                    <a:pt x="9821" y="23092"/>
                  </a:lnTo>
                  <a:lnTo>
                    <a:pt x="12210" y="22694"/>
                  </a:lnTo>
                  <a:lnTo>
                    <a:pt x="14068" y="22163"/>
                  </a:lnTo>
                  <a:lnTo>
                    <a:pt x="15395" y="21632"/>
                  </a:lnTo>
                  <a:lnTo>
                    <a:pt x="16457" y="21101"/>
                  </a:lnTo>
                  <a:lnTo>
                    <a:pt x="16457" y="21101"/>
                  </a:lnTo>
                  <a:lnTo>
                    <a:pt x="13803" y="144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8"/>
            <p:cNvSpPr/>
            <p:nvPr/>
          </p:nvSpPr>
          <p:spPr>
            <a:xfrm>
              <a:off x="6251001" y="1732974"/>
              <a:ext cx="206852" cy="39626"/>
            </a:xfrm>
            <a:custGeom>
              <a:rect b="b" l="l" r="r" t="t"/>
              <a:pathLst>
                <a:path extrusionOk="0" h="2390" w="12476">
                  <a:moveTo>
                    <a:pt x="12475" y="0"/>
                  </a:moveTo>
                  <a:lnTo>
                    <a:pt x="10750" y="531"/>
                  </a:lnTo>
                  <a:lnTo>
                    <a:pt x="8892" y="929"/>
                  </a:lnTo>
                  <a:lnTo>
                    <a:pt x="7034" y="1062"/>
                  </a:lnTo>
                  <a:lnTo>
                    <a:pt x="4911" y="1062"/>
                  </a:lnTo>
                  <a:lnTo>
                    <a:pt x="2655" y="929"/>
                  </a:lnTo>
                  <a:lnTo>
                    <a:pt x="929" y="664"/>
                  </a:lnTo>
                  <a:lnTo>
                    <a:pt x="399" y="399"/>
                  </a:lnTo>
                  <a:lnTo>
                    <a:pt x="0" y="133"/>
                  </a:lnTo>
                  <a:lnTo>
                    <a:pt x="0" y="1460"/>
                  </a:lnTo>
                  <a:lnTo>
                    <a:pt x="399" y="1726"/>
                  </a:lnTo>
                  <a:lnTo>
                    <a:pt x="929" y="1991"/>
                  </a:lnTo>
                  <a:lnTo>
                    <a:pt x="2655" y="2257"/>
                  </a:lnTo>
                  <a:lnTo>
                    <a:pt x="4911" y="2389"/>
                  </a:lnTo>
                  <a:lnTo>
                    <a:pt x="7034" y="2389"/>
                  </a:lnTo>
                  <a:lnTo>
                    <a:pt x="8892" y="2257"/>
                  </a:lnTo>
                  <a:lnTo>
                    <a:pt x="10617" y="1858"/>
                  </a:lnTo>
                  <a:lnTo>
                    <a:pt x="12475" y="1328"/>
                  </a:lnTo>
                  <a:lnTo>
                    <a:pt x="1247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8"/>
            <p:cNvSpPr/>
            <p:nvPr/>
          </p:nvSpPr>
          <p:spPr>
            <a:xfrm>
              <a:off x="6251001" y="1732974"/>
              <a:ext cx="206852" cy="39626"/>
            </a:xfrm>
            <a:custGeom>
              <a:rect b="b" l="l" r="r" t="t"/>
              <a:pathLst>
                <a:path extrusionOk="0" fill="none" h="2390" w="12476">
                  <a:moveTo>
                    <a:pt x="0" y="1460"/>
                  </a:moveTo>
                  <a:lnTo>
                    <a:pt x="0" y="1460"/>
                  </a:lnTo>
                  <a:lnTo>
                    <a:pt x="399" y="1726"/>
                  </a:lnTo>
                  <a:lnTo>
                    <a:pt x="929" y="1991"/>
                  </a:lnTo>
                  <a:lnTo>
                    <a:pt x="2655" y="2257"/>
                  </a:lnTo>
                  <a:lnTo>
                    <a:pt x="4911" y="2389"/>
                  </a:lnTo>
                  <a:lnTo>
                    <a:pt x="7034" y="2389"/>
                  </a:lnTo>
                  <a:lnTo>
                    <a:pt x="7034" y="2389"/>
                  </a:lnTo>
                  <a:lnTo>
                    <a:pt x="8892" y="2257"/>
                  </a:lnTo>
                  <a:lnTo>
                    <a:pt x="10617" y="1858"/>
                  </a:lnTo>
                  <a:lnTo>
                    <a:pt x="12475" y="1328"/>
                  </a:lnTo>
                  <a:lnTo>
                    <a:pt x="12475" y="0"/>
                  </a:lnTo>
                  <a:lnTo>
                    <a:pt x="12475" y="0"/>
                  </a:lnTo>
                  <a:lnTo>
                    <a:pt x="10750" y="531"/>
                  </a:lnTo>
                  <a:lnTo>
                    <a:pt x="8892" y="929"/>
                  </a:lnTo>
                  <a:lnTo>
                    <a:pt x="7034" y="1062"/>
                  </a:lnTo>
                  <a:lnTo>
                    <a:pt x="7034" y="1062"/>
                  </a:lnTo>
                  <a:lnTo>
                    <a:pt x="4911" y="1062"/>
                  </a:lnTo>
                  <a:lnTo>
                    <a:pt x="2655" y="929"/>
                  </a:lnTo>
                  <a:lnTo>
                    <a:pt x="929" y="664"/>
                  </a:lnTo>
                  <a:lnTo>
                    <a:pt x="399" y="399"/>
                  </a:lnTo>
                  <a:lnTo>
                    <a:pt x="0" y="133"/>
                  </a:lnTo>
                  <a:lnTo>
                    <a:pt x="0" y="14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8"/>
            <p:cNvSpPr/>
            <p:nvPr/>
          </p:nvSpPr>
          <p:spPr>
            <a:xfrm>
              <a:off x="6251001" y="1776977"/>
              <a:ext cx="213451" cy="41831"/>
            </a:xfrm>
            <a:custGeom>
              <a:rect b="b" l="l" r="r" t="t"/>
              <a:pathLst>
                <a:path extrusionOk="0" h="2523" w="12874">
                  <a:moveTo>
                    <a:pt x="12343" y="1"/>
                  </a:moveTo>
                  <a:lnTo>
                    <a:pt x="10352" y="664"/>
                  </a:lnTo>
                  <a:lnTo>
                    <a:pt x="8759" y="930"/>
                  </a:lnTo>
                  <a:lnTo>
                    <a:pt x="7034" y="1195"/>
                  </a:lnTo>
                  <a:lnTo>
                    <a:pt x="4911" y="1195"/>
                  </a:lnTo>
                  <a:lnTo>
                    <a:pt x="2655" y="1062"/>
                  </a:lnTo>
                  <a:lnTo>
                    <a:pt x="929" y="664"/>
                  </a:lnTo>
                  <a:lnTo>
                    <a:pt x="399" y="532"/>
                  </a:lnTo>
                  <a:lnTo>
                    <a:pt x="0" y="266"/>
                  </a:lnTo>
                  <a:lnTo>
                    <a:pt x="0" y="1593"/>
                  </a:lnTo>
                  <a:lnTo>
                    <a:pt x="399" y="1859"/>
                  </a:lnTo>
                  <a:lnTo>
                    <a:pt x="929" y="1991"/>
                  </a:lnTo>
                  <a:lnTo>
                    <a:pt x="2655" y="2389"/>
                  </a:lnTo>
                  <a:lnTo>
                    <a:pt x="4911" y="2522"/>
                  </a:lnTo>
                  <a:lnTo>
                    <a:pt x="7034" y="2522"/>
                  </a:lnTo>
                  <a:lnTo>
                    <a:pt x="8627" y="2257"/>
                  </a:lnTo>
                  <a:lnTo>
                    <a:pt x="10352" y="1991"/>
                  </a:lnTo>
                  <a:lnTo>
                    <a:pt x="12873" y="1195"/>
                  </a:lnTo>
                  <a:lnTo>
                    <a:pt x="1234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8"/>
            <p:cNvSpPr/>
            <p:nvPr/>
          </p:nvSpPr>
          <p:spPr>
            <a:xfrm>
              <a:off x="6251001" y="1776977"/>
              <a:ext cx="213451" cy="41831"/>
            </a:xfrm>
            <a:custGeom>
              <a:rect b="b" l="l" r="r" t="t"/>
              <a:pathLst>
                <a:path extrusionOk="0" fill="none" h="2523" w="12874">
                  <a:moveTo>
                    <a:pt x="12873" y="1195"/>
                  </a:moveTo>
                  <a:lnTo>
                    <a:pt x="12873" y="1195"/>
                  </a:lnTo>
                  <a:lnTo>
                    <a:pt x="12343" y="1"/>
                  </a:lnTo>
                  <a:lnTo>
                    <a:pt x="12343" y="1"/>
                  </a:lnTo>
                  <a:lnTo>
                    <a:pt x="12343" y="1"/>
                  </a:lnTo>
                  <a:lnTo>
                    <a:pt x="10352" y="664"/>
                  </a:lnTo>
                  <a:lnTo>
                    <a:pt x="8759" y="930"/>
                  </a:lnTo>
                  <a:lnTo>
                    <a:pt x="7034" y="1195"/>
                  </a:lnTo>
                  <a:lnTo>
                    <a:pt x="7034" y="1195"/>
                  </a:lnTo>
                  <a:lnTo>
                    <a:pt x="4911" y="1195"/>
                  </a:lnTo>
                  <a:lnTo>
                    <a:pt x="2655" y="1062"/>
                  </a:lnTo>
                  <a:lnTo>
                    <a:pt x="929" y="664"/>
                  </a:lnTo>
                  <a:lnTo>
                    <a:pt x="399" y="532"/>
                  </a:lnTo>
                  <a:lnTo>
                    <a:pt x="0" y="266"/>
                  </a:lnTo>
                  <a:lnTo>
                    <a:pt x="0" y="1593"/>
                  </a:lnTo>
                  <a:lnTo>
                    <a:pt x="0" y="1593"/>
                  </a:lnTo>
                  <a:lnTo>
                    <a:pt x="399" y="1859"/>
                  </a:lnTo>
                  <a:lnTo>
                    <a:pt x="929" y="1991"/>
                  </a:lnTo>
                  <a:lnTo>
                    <a:pt x="2655" y="2389"/>
                  </a:lnTo>
                  <a:lnTo>
                    <a:pt x="4911" y="2522"/>
                  </a:lnTo>
                  <a:lnTo>
                    <a:pt x="7034" y="2522"/>
                  </a:lnTo>
                  <a:lnTo>
                    <a:pt x="7034" y="2522"/>
                  </a:lnTo>
                  <a:lnTo>
                    <a:pt x="8627" y="2257"/>
                  </a:lnTo>
                  <a:lnTo>
                    <a:pt x="10352" y="1991"/>
                  </a:lnTo>
                  <a:lnTo>
                    <a:pt x="12873" y="119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8"/>
            <p:cNvSpPr/>
            <p:nvPr/>
          </p:nvSpPr>
          <p:spPr>
            <a:xfrm>
              <a:off x="6299415" y="1618555"/>
              <a:ext cx="22018" cy="233247"/>
            </a:xfrm>
            <a:custGeom>
              <a:rect b="b" l="l" r="r" t="t"/>
              <a:pathLst>
                <a:path extrusionOk="0" h="14068" w="1328">
                  <a:moveTo>
                    <a:pt x="796" y="1"/>
                  </a:moveTo>
                  <a:lnTo>
                    <a:pt x="398" y="1328"/>
                  </a:lnTo>
                  <a:lnTo>
                    <a:pt x="133" y="3186"/>
                  </a:lnTo>
                  <a:lnTo>
                    <a:pt x="0" y="5442"/>
                  </a:lnTo>
                  <a:lnTo>
                    <a:pt x="0" y="7830"/>
                  </a:lnTo>
                  <a:lnTo>
                    <a:pt x="531" y="7963"/>
                  </a:lnTo>
                  <a:lnTo>
                    <a:pt x="531" y="4911"/>
                  </a:lnTo>
                  <a:lnTo>
                    <a:pt x="664" y="2389"/>
                  </a:lnTo>
                  <a:lnTo>
                    <a:pt x="796" y="1"/>
                  </a:lnTo>
                  <a:close/>
                  <a:moveTo>
                    <a:pt x="133" y="9290"/>
                  </a:moveTo>
                  <a:lnTo>
                    <a:pt x="133" y="10617"/>
                  </a:lnTo>
                  <a:lnTo>
                    <a:pt x="796" y="10617"/>
                  </a:lnTo>
                  <a:lnTo>
                    <a:pt x="664" y="9290"/>
                  </a:lnTo>
                  <a:close/>
                  <a:moveTo>
                    <a:pt x="398" y="11944"/>
                  </a:moveTo>
                  <a:lnTo>
                    <a:pt x="1327" y="14068"/>
                  </a:lnTo>
                  <a:lnTo>
                    <a:pt x="929" y="1194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8"/>
            <p:cNvSpPr/>
            <p:nvPr/>
          </p:nvSpPr>
          <p:spPr>
            <a:xfrm>
              <a:off x="6306014" y="1816587"/>
              <a:ext cx="15419" cy="35216"/>
            </a:xfrm>
            <a:custGeom>
              <a:rect b="b" l="l" r="r" t="t"/>
              <a:pathLst>
                <a:path extrusionOk="0" fill="none" h="2124" w="930">
                  <a:moveTo>
                    <a:pt x="0" y="0"/>
                  </a:moveTo>
                  <a:lnTo>
                    <a:pt x="929" y="2124"/>
                  </a:lnTo>
                  <a:lnTo>
                    <a:pt x="929" y="2124"/>
                  </a:lnTo>
                  <a:lnTo>
                    <a:pt x="531" y="0"/>
                  </a:lnTo>
                  <a:lnTo>
                    <a:pt x="53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8"/>
            <p:cNvSpPr/>
            <p:nvPr/>
          </p:nvSpPr>
          <p:spPr>
            <a:xfrm>
              <a:off x="6301603" y="1772583"/>
              <a:ext cx="11026" cy="22018"/>
            </a:xfrm>
            <a:custGeom>
              <a:rect b="b" l="l" r="r" t="t"/>
              <a:pathLst>
                <a:path extrusionOk="0" fill="none" h="1328" w="665">
                  <a:moveTo>
                    <a:pt x="1" y="0"/>
                  </a:moveTo>
                  <a:lnTo>
                    <a:pt x="1" y="0"/>
                  </a:lnTo>
                  <a:lnTo>
                    <a:pt x="1" y="1327"/>
                  </a:lnTo>
                  <a:lnTo>
                    <a:pt x="1" y="1327"/>
                  </a:lnTo>
                  <a:lnTo>
                    <a:pt x="664" y="1327"/>
                  </a:lnTo>
                  <a:lnTo>
                    <a:pt x="664" y="1327"/>
                  </a:lnTo>
                  <a:lnTo>
                    <a:pt x="532" y="0"/>
                  </a:lnTo>
                  <a:lnTo>
                    <a:pt x="532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8"/>
            <p:cNvSpPr/>
            <p:nvPr/>
          </p:nvSpPr>
          <p:spPr>
            <a:xfrm>
              <a:off x="6299415" y="1748376"/>
              <a:ext cx="11009" cy="24223"/>
            </a:xfrm>
            <a:custGeom>
              <a:rect b="b" l="l" r="r" t="t"/>
              <a:pathLst>
                <a:path extrusionOk="0" h="1461" w="664">
                  <a:moveTo>
                    <a:pt x="0" y="0"/>
                  </a:moveTo>
                  <a:lnTo>
                    <a:pt x="133" y="1460"/>
                  </a:lnTo>
                  <a:lnTo>
                    <a:pt x="664" y="1460"/>
                  </a:lnTo>
                  <a:lnTo>
                    <a:pt x="531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8"/>
            <p:cNvSpPr/>
            <p:nvPr/>
          </p:nvSpPr>
          <p:spPr>
            <a:xfrm>
              <a:off x="6299415" y="1748376"/>
              <a:ext cx="11009" cy="24223"/>
            </a:xfrm>
            <a:custGeom>
              <a:rect b="b" l="l" r="r" t="t"/>
              <a:pathLst>
                <a:path extrusionOk="0" fill="none" h="1461" w="664">
                  <a:moveTo>
                    <a:pt x="0" y="0"/>
                  </a:moveTo>
                  <a:lnTo>
                    <a:pt x="0" y="0"/>
                  </a:lnTo>
                  <a:lnTo>
                    <a:pt x="133" y="1460"/>
                  </a:lnTo>
                  <a:lnTo>
                    <a:pt x="133" y="1460"/>
                  </a:lnTo>
                  <a:lnTo>
                    <a:pt x="664" y="1460"/>
                  </a:lnTo>
                  <a:lnTo>
                    <a:pt x="664" y="1460"/>
                  </a:lnTo>
                  <a:lnTo>
                    <a:pt x="531" y="133"/>
                  </a:lnTo>
                  <a:lnTo>
                    <a:pt x="531" y="13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8"/>
            <p:cNvSpPr/>
            <p:nvPr/>
          </p:nvSpPr>
          <p:spPr>
            <a:xfrm>
              <a:off x="6301603" y="1794585"/>
              <a:ext cx="13231" cy="22018"/>
            </a:xfrm>
            <a:custGeom>
              <a:rect b="b" l="l" r="r" t="t"/>
              <a:pathLst>
                <a:path extrusionOk="0" h="1328" w="798">
                  <a:moveTo>
                    <a:pt x="1" y="0"/>
                  </a:moveTo>
                  <a:lnTo>
                    <a:pt x="134" y="1062"/>
                  </a:lnTo>
                  <a:lnTo>
                    <a:pt x="266" y="1327"/>
                  </a:lnTo>
                  <a:lnTo>
                    <a:pt x="797" y="1327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8"/>
            <p:cNvSpPr/>
            <p:nvPr/>
          </p:nvSpPr>
          <p:spPr>
            <a:xfrm>
              <a:off x="6094785" y="1761574"/>
              <a:ext cx="288260" cy="228854"/>
            </a:xfrm>
            <a:custGeom>
              <a:rect b="b" l="l" r="r" t="t"/>
              <a:pathLst>
                <a:path extrusionOk="0" h="13803" w="17386">
                  <a:moveTo>
                    <a:pt x="0" y="1"/>
                  </a:moveTo>
                  <a:lnTo>
                    <a:pt x="6370" y="12741"/>
                  </a:lnTo>
                  <a:lnTo>
                    <a:pt x="17385" y="13803"/>
                  </a:lnTo>
                  <a:lnTo>
                    <a:pt x="11546" y="7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8"/>
            <p:cNvSpPr/>
            <p:nvPr/>
          </p:nvSpPr>
          <p:spPr>
            <a:xfrm>
              <a:off x="6094785" y="1761574"/>
              <a:ext cx="288260" cy="228854"/>
            </a:xfrm>
            <a:custGeom>
              <a:rect b="b" l="l" r="r" t="t"/>
              <a:pathLst>
                <a:path extrusionOk="0" fill="none" h="13803" w="17386">
                  <a:moveTo>
                    <a:pt x="0" y="1"/>
                  </a:moveTo>
                  <a:lnTo>
                    <a:pt x="11546" y="797"/>
                  </a:lnTo>
                  <a:lnTo>
                    <a:pt x="17385" y="13803"/>
                  </a:lnTo>
                  <a:lnTo>
                    <a:pt x="6370" y="1274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8"/>
            <p:cNvSpPr/>
            <p:nvPr/>
          </p:nvSpPr>
          <p:spPr>
            <a:xfrm>
              <a:off x="6270798" y="1911209"/>
              <a:ext cx="83630" cy="26412"/>
            </a:xfrm>
            <a:custGeom>
              <a:rect b="b" l="l" r="r" t="t"/>
              <a:pathLst>
                <a:path extrusionOk="0" h="1593" w="5044">
                  <a:moveTo>
                    <a:pt x="1" y="0"/>
                  </a:moveTo>
                  <a:lnTo>
                    <a:pt x="266" y="265"/>
                  </a:lnTo>
                  <a:lnTo>
                    <a:pt x="664" y="796"/>
                  </a:lnTo>
                  <a:lnTo>
                    <a:pt x="1195" y="1327"/>
                  </a:lnTo>
                  <a:lnTo>
                    <a:pt x="1593" y="1460"/>
                  </a:lnTo>
                  <a:lnTo>
                    <a:pt x="2124" y="1593"/>
                  </a:lnTo>
                  <a:lnTo>
                    <a:pt x="2655" y="1593"/>
                  </a:lnTo>
                  <a:lnTo>
                    <a:pt x="3584" y="1460"/>
                  </a:lnTo>
                  <a:lnTo>
                    <a:pt x="4380" y="1327"/>
                  </a:lnTo>
                  <a:lnTo>
                    <a:pt x="5044" y="1062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8"/>
            <p:cNvSpPr/>
            <p:nvPr/>
          </p:nvSpPr>
          <p:spPr>
            <a:xfrm>
              <a:off x="6270798" y="1911209"/>
              <a:ext cx="83630" cy="26412"/>
            </a:xfrm>
            <a:custGeom>
              <a:rect b="b" l="l" r="r" t="t"/>
              <a:pathLst>
                <a:path extrusionOk="0" fill="none" h="1593" w="5044">
                  <a:moveTo>
                    <a:pt x="46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66" y="265"/>
                  </a:lnTo>
                  <a:lnTo>
                    <a:pt x="664" y="796"/>
                  </a:lnTo>
                  <a:lnTo>
                    <a:pt x="1195" y="1327"/>
                  </a:lnTo>
                  <a:lnTo>
                    <a:pt x="1593" y="1460"/>
                  </a:lnTo>
                  <a:lnTo>
                    <a:pt x="2124" y="1593"/>
                  </a:lnTo>
                  <a:lnTo>
                    <a:pt x="2124" y="1593"/>
                  </a:lnTo>
                  <a:lnTo>
                    <a:pt x="2655" y="1593"/>
                  </a:lnTo>
                  <a:lnTo>
                    <a:pt x="2655" y="1593"/>
                  </a:lnTo>
                  <a:lnTo>
                    <a:pt x="3584" y="1460"/>
                  </a:lnTo>
                  <a:lnTo>
                    <a:pt x="4380" y="1327"/>
                  </a:lnTo>
                  <a:lnTo>
                    <a:pt x="5044" y="1062"/>
                  </a:lnTo>
                  <a:lnTo>
                    <a:pt x="46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8"/>
            <p:cNvSpPr/>
            <p:nvPr/>
          </p:nvSpPr>
          <p:spPr>
            <a:xfrm>
              <a:off x="6209187" y="1774772"/>
              <a:ext cx="26429" cy="13231"/>
            </a:xfrm>
            <a:custGeom>
              <a:rect b="b" l="l" r="r" t="t"/>
              <a:pathLst>
                <a:path extrusionOk="0" h="798" w="1594">
                  <a:moveTo>
                    <a:pt x="1" y="1"/>
                  </a:moveTo>
                  <a:lnTo>
                    <a:pt x="930" y="266"/>
                  </a:lnTo>
                  <a:lnTo>
                    <a:pt x="1195" y="399"/>
                  </a:lnTo>
                  <a:lnTo>
                    <a:pt x="1328" y="532"/>
                  </a:lnTo>
                  <a:lnTo>
                    <a:pt x="1461" y="797"/>
                  </a:lnTo>
                  <a:lnTo>
                    <a:pt x="1594" y="797"/>
                  </a:lnTo>
                  <a:lnTo>
                    <a:pt x="1461" y="399"/>
                  </a:lnTo>
                  <a:lnTo>
                    <a:pt x="1195" y="266"/>
                  </a:lnTo>
                  <a:lnTo>
                    <a:pt x="930" y="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8"/>
            <p:cNvSpPr/>
            <p:nvPr/>
          </p:nvSpPr>
          <p:spPr>
            <a:xfrm>
              <a:off x="6209187" y="1774772"/>
              <a:ext cx="26429" cy="13231"/>
            </a:xfrm>
            <a:custGeom>
              <a:rect b="b" l="l" r="r" t="t"/>
              <a:pathLst>
                <a:path extrusionOk="0" fill="none" h="798" w="1594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30" y="266"/>
                  </a:lnTo>
                  <a:lnTo>
                    <a:pt x="1195" y="399"/>
                  </a:lnTo>
                  <a:lnTo>
                    <a:pt x="1328" y="532"/>
                  </a:lnTo>
                  <a:lnTo>
                    <a:pt x="1461" y="797"/>
                  </a:lnTo>
                  <a:lnTo>
                    <a:pt x="1594" y="797"/>
                  </a:lnTo>
                  <a:lnTo>
                    <a:pt x="1461" y="399"/>
                  </a:lnTo>
                  <a:lnTo>
                    <a:pt x="1461" y="399"/>
                  </a:lnTo>
                  <a:lnTo>
                    <a:pt x="1195" y="266"/>
                  </a:lnTo>
                  <a:lnTo>
                    <a:pt x="930" y="13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8"/>
            <p:cNvSpPr/>
            <p:nvPr/>
          </p:nvSpPr>
          <p:spPr>
            <a:xfrm>
              <a:off x="6151986" y="1772583"/>
              <a:ext cx="13214" cy="2205"/>
            </a:xfrm>
            <a:custGeom>
              <a:rect b="b" l="l" r="r" t="t"/>
              <a:pathLst>
                <a:path extrusionOk="0" fill="none" h="133" w="797">
                  <a:moveTo>
                    <a:pt x="797" y="0"/>
                  </a:moveTo>
                  <a:lnTo>
                    <a:pt x="797" y="0"/>
                  </a:lnTo>
                  <a:lnTo>
                    <a:pt x="266" y="0"/>
                  </a:lnTo>
                  <a:lnTo>
                    <a:pt x="1" y="133"/>
                  </a:lnTo>
                  <a:lnTo>
                    <a:pt x="1" y="133"/>
                  </a:lnTo>
                  <a:lnTo>
                    <a:pt x="266" y="0"/>
                  </a:lnTo>
                  <a:lnTo>
                    <a:pt x="797" y="0"/>
                  </a:lnTo>
                  <a:lnTo>
                    <a:pt x="79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8"/>
            <p:cNvSpPr/>
            <p:nvPr/>
          </p:nvSpPr>
          <p:spPr>
            <a:xfrm>
              <a:off x="6136583" y="1743983"/>
              <a:ext cx="99032" cy="26412"/>
            </a:xfrm>
            <a:custGeom>
              <a:rect b="b" l="l" r="r" t="t"/>
              <a:pathLst>
                <a:path extrusionOk="0" h="1593" w="5973">
                  <a:moveTo>
                    <a:pt x="1858" y="0"/>
                  </a:moveTo>
                  <a:lnTo>
                    <a:pt x="1593" y="133"/>
                  </a:lnTo>
                  <a:lnTo>
                    <a:pt x="1328" y="265"/>
                  </a:lnTo>
                  <a:lnTo>
                    <a:pt x="1195" y="398"/>
                  </a:lnTo>
                  <a:lnTo>
                    <a:pt x="1195" y="664"/>
                  </a:lnTo>
                  <a:lnTo>
                    <a:pt x="1195" y="796"/>
                  </a:lnTo>
                  <a:lnTo>
                    <a:pt x="1" y="796"/>
                  </a:lnTo>
                  <a:lnTo>
                    <a:pt x="1" y="929"/>
                  </a:lnTo>
                  <a:lnTo>
                    <a:pt x="133" y="1194"/>
                  </a:lnTo>
                  <a:lnTo>
                    <a:pt x="5973" y="1593"/>
                  </a:lnTo>
                  <a:lnTo>
                    <a:pt x="5973" y="1593"/>
                  </a:lnTo>
                  <a:lnTo>
                    <a:pt x="5840" y="1327"/>
                  </a:lnTo>
                  <a:lnTo>
                    <a:pt x="5574" y="1194"/>
                  </a:lnTo>
                  <a:lnTo>
                    <a:pt x="5044" y="1062"/>
                  </a:lnTo>
                  <a:lnTo>
                    <a:pt x="4380" y="929"/>
                  </a:lnTo>
                  <a:lnTo>
                    <a:pt x="4247" y="796"/>
                  </a:lnTo>
                  <a:lnTo>
                    <a:pt x="3849" y="531"/>
                  </a:lnTo>
                  <a:lnTo>
                    <a:pt x="3318" y="133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8"/>
            <p:cNvSpPr/>
            <p:nvPr/>
          </p:nvSpPr>
          <p:spPr>
            <a:xfrm>
              <a:off x="6136583" y="1743983"/>
              <a:ext cx="99032" cy="26412"/>
            </a:xfrm>
            <a:custGeom>
              <a:rect b="b" l="l" r="r" t="t"/>
              <a:pathLst>
                <a:path extrusionOk="0" fill="none" h="1593" w="5973">
                  <a:moveTo>
                    <a:pt x="1" y="929"/>
                  </a:moveTo>
                  <a:lnTo>
                    <a:pt x="1" y="929"/>
                  </a:lnTo>
                  <a:lnTo>
                    <a:pt x="1" y="796"/>
                  </a:lnTo>
                  <a:lnTo>
                    <a:pt x="133" y="796"/>
                  </a:lnTo>
                  <a:lnTo>
                    <a:pt x="531" y="796"/>
                  </a:lnTo>
                  <a:lnTo>
                    <a:pt x="1195" y="796"/>
                  </a:lnTo>
                  <a:lnTo>
                    <a:pt x="1195" y="796"/>
                  </a:lnTo>
                  <a:lnTo>
                    <a:pt x="1195" y="664"/>
                  </a:lnTo>
                  <a:lnTo>
                    <a:pt x="1195" y="398"/>
                  </a:lnTo>
                  <a:lnTo>
                    <a:pt x="1328" y="265"/>
                  </a:lnTo>
                  <a:lnTo>
                    <a:pt x="1593" y="133"/>
                  </a:lnTo>
                  <a:lnTo>
                    <a:pt x="1858" y="0"/>
                  </a:lnTo>
                  <a:lnTo>
                    <a:pt x="2389" y="0"/>
                  </a:lnTo>
                  <a:lnTo>
                    <a:pt x="2389" y="0"/>
                  </a:lnTo>
                  <a:lnTo>
                    <a:pt x="2787" y="0"/>
                  </a:lnTo>
                  <a:lnTo>
                    <a:pt x="3318" y="133"/>
                  </a:lnTo>
                  <a:lnTo>
                    <a:pt x="3849" y="531"/>
                  </a:lnTo>
                  <a:lnTo>
                    <a:pt x="4247" y="796"/>
                  </a:lnTo>
                  <a:lnTo>
                    <a:pt x="4380" y="929"/>
                  </a:lnTo>
                  <a:lnTo>
                    <a:pt x="4380" y="929"/>
                  </a:lnTo>
                  <a:lnTo>
                    <a:pt x="5044" y="1062"/>
                  </a:lnTo>
                  <a:lnTo>
                    <a:pt x="5044" y="1062"/>
                  </a:lnTo>
                  <a:lnTo>
                    <a:pt x="5574" y="1194"/>
                  </a:lnTo>
                  <a:lnTo>
                    <a:pt x="5840" y="1327"/>
                  </a:lnTo>
                  <a:lnTo>
                    <a:pt x="5973" y="1593"/>
                  </a:lnTo>
                  <a:lnTo>
                    <a:pt x="133" y="1194"/>
                  </a:lnTo>
                  <a:lnTo>
                    <a:pt x="133" y="1194"/>
                  </a:lnTo>
                  <a:lnTo>
                    <a:pt x="1" y="92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8"/>
            <p:cNvSpPr/>
            <p:nvPr/>
          </p:nvSpPr>
          <p:spPr>
            <a:xfrm>
              <a:off x="6136583" y="1743983"/>
              <a:ext cx="99032" cy="26412"/>
            </a:xfrm>
            <a:custGeom>
              <a:rect b="b" l="l" r="r" t="t"/>
              <a:pathLst>
                <a:path extrusionOk="0" h="1593" w="5973">
                  <a:moveTo>
                    <a:pt x="1726" y="0"/>
                  </a:moveTo>
                  <a:lnTo>
                    <a:pt x="1328" y="133"/>
                  </a:lnTo>
                  <a:lnTo>
                    <a:pt x="1195" y="398"/>
                  </a:lnTo>
                  <a:lnTo>
                    <a:pt x="1195" y="531"/>
                  </a:lnTo>
                  <a:lnTo>
                    <a:pt x="1195" y="796"/>
                  </a:lnTo>
                  <a:lnTo>
                    <a:pt x="133" y="796"/>
                  </a:lnTo>
                  <a:lnTo>
                    <a:pt x="1" y="929"/>
                  </a:lnTo>
                  <a:lnTo>
                    <a:pt x="133" y="1194"/>
                  </a:lnTo>
                  <a:lnTo>
                    <a:pt x="1328" y="1327"/>
                  </a:lnTo>
                  <a:lnTo>
                    <a:pt x="797" y="1194"/>
                  </a:lnTo>
                  <a:lnTo>
                    <a:pt x="664" y="1062"/>
                  </a:lnTo>
                  <a:lnTo>
                    <a:pt x="664" y="1062"/>
                  </a:lnTo>
                  <a:lnTo>
                    <a:pt x="4778" y="1327"/>
                  </a:lnTo>
                  <a:lnTo>
                    <a:pt x="4778" y="1460"/>
                  </a:lnTo>
                  <a:lnTo>
                    <a:pt x="4645" y="1460"/>
                  </a:lnTo>
                  <a:lnTo>
                    <a:pt x="5973" y="1593"/>
                  </a:lnTo>
                  <a:lnTo>
                    <a:pt x="5840" y="1327"/>
                  </a:lnTo>
                  <a:lnTo>
                    <a:pt x="5574" y="1194"/>
                  </a:lnTo>
                  <a:lnTo>
                    <a:pt x="5044" y="1062"/>
                  </a:lnTo>
                  <a:lnTo>
                    <a:pt x="4380" y="929"/>
                  </a:lnTo>
                  <a:lnTo>
                    <a:pt x="4247" y="796"/>
                  </a:lnTo>
                  <a:lnTo>
                    <a:pt x="3849" y="531"/>
                  </a:lnTo>
                  <a:lnTo>
                    <a:pt x="3318" y="133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8"/>
            <p:cNvSpPr/>
            <p:nvPr/>
          </p:nvSpPr>
          <p:spPr>
            <a:xfrm>
              <a:off x="6136583" y="1743983"/>
              <a:ext cx="99032" cy="26412"/>
            </a:xfrm>
            <a:custGeom>
              <a:rect b="b" l="l" r="r" t="t"/>
              <a:pathLst>
                <a:path extrusionOk="0" fill="none" h="1593" w="5973">
                  <a:moveTo>
                    <a:pt x="2257" y="0"/>
                  </a:moveTo>
                  <a:lnTo>
                    <a:pt x="2257" y="0"/>
                  </a:lnTo>
                  <a:lnTo>
                    <a:pt x="1726" y="0"/>
                  </a:lnTo>
                  <a:lnTo>
                    <a:pt x="1328" y="133"/>
                  </a:lnTo>
                  <a:lnTo>
                    <a:pt x="1195" y="398"/>
                  </a:lnTo>
                  <a:lnTo>
                    <a:pt x="1195" y="531"/>
                  </a:lnTo>
                  <a:lnTo>
                    <a:pt x="1195" y="531"/>
                  </a:lnTo>
                  <a:lnTo>
                    <a:pt x="1195" y="796"/>
                  </a:lnTo>
                  <a:lnTo>
                    <a:pt x="1195" y="796"/>
                  </a:lnTo>
                  <a:lnTo>
                    <a:pt x="1195" y="796"/>
                  </a:lnTo>
                  <a:lnTo>
                    <a:pt x="531" y="796"/>
                  </a:lnTo>
                  <a:lnTo>
                    <a:pt x="531" y="796"/>
                  </a:lnTo>
                  <a:lnTo>
                    <a:pt x="399" y="796"/>
                  </a:lnTo>
                  <a:lnTo>
                    <a:pt x="399" y="796"/>
                  </a:lnTo>
                  <a:lnTo>
                    <a:pt x="133" y="796"/>
                  </a:lnTo>
                  <a:lnTo>
                    <a:pt x="1" y="929"/>
                  </a:lnTo>
                  <a:lnTo>
                    <a:pt x="1" y="929"/>
                  </a:lnTo>
                  <a:lnTo>
                    <a:pt x="1" y="929"/>
                  </a:lnTo>
                  <a:lnTo>
                    <a:pt x="1" y="929"/>
                  </a:lnTo>
                  <a:lnTo>
                    <a:pt x="133" y="1194"/>
                  </a:lnTo>
                  <a:lnTo>
                    <a:pt x="1328" y="1327"/>
                  </a:lnTo>
                  <a:lnTo>
                    <a:pt x="1328" y="1327"/>
                  </a:lnTo>
                  <a:lnTo>
                    <a:pt x="797" y="1194"/>
                  </a:lnTo>
                  <a:lnTo>
                    <a:pt x="664" y="1062"/>
                  </a:lnTo>
                  <a:lnTo>
                    <a:pt x="4778" y="1327"/>
                  </a:lnTo>
                  <a:lnTo>
                    <a:pt x="4778" y="1460"/>
                  </a:lnTo>
                  <a:lnTo>
                    <a:pt x="4778" y="1460"/>
                  </a:lnTo>
                  <a:lnTo>
                    <a:pt x="4645" y="1460"/>
                  </a:lnTo>
                  <a:lnTo>
                    <a:pt x="5973" y="1593"/>
                  </a:lnTo>
                  <a:lnTo>
                    <a:pt x="5840" y="1327"/>
                  </a:lnTo>
                  <a:lnTo>
                    <a:pt x="5840" y="1327"/>
                  </a:lnTo>
                  <a:lnTo>
                    <a:pt x="5574" y="1194"/>
                  </a:lnTo>
                  <a:lnTo>
                    <a:pt x="5044" y="1062"/>
                  </a:lnTo>
                  <a:lnTo>
                    <a:pt x="5044" y="1062"/>
                  </a:lnTo>
                  <a:lnTo>
                    <a:pt x="4380" y="929"/>
                  </a:lnTo>
                  <a:lnTo>
                    <a:pt x="4380" y="929"/>
                  </a:lnTo>
                  <a:lnTo>
                    <a:pt x="4247" y="796"/>
                  </a:lnTo>
                  <a:lnTo>
                    <a:pt x="3849" y="531"/>
                  </a:lnTo>
                  <a:lnTo>
                    <a:pt x="3318" y="133"/>
                  </a:lnTo>
                  <a:lnTo>
                    <a:pt x="2787" y="0"/>
                  </a:lnTo>
                  <a:lnTo>
                    <a:pt x="2389" y="0"/>
                  </a:lnTo>
                  <a:lnTo>
                    <a:pt x="2389" y="0"/>
                  </a:lnTo>
                  <a:lnTo>
                    <a:pt x="225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8"/>
            <p:cNvSpPr/>
            <p:nvPr/>
          </p:nvSpPr>
          <p:spPr>
            <a:xfrm>
              <a:off x="6147592" y="1761574"/>
              <a:ext cx="85818" cy="28617"/>
            </a:xfrm>
            <a:custGeom>
              <a:rect b="b" l="l" r="r" t="t"/>
              <a:pathLst>
                <a:path extrusionOk="0" h="1726" w="5176">
                  <a:moveTo>
                    <a:pt x="0" y="1"/>
                  </a:moveTo>
                  <a:lnTo>
                    <a:pt x="133" y="133"/>
                  </a:lnTo>
                  <a:lnTo>
                    <a:pt x="796" y="266"/>
                  </a:lnTo>
                  <a:lnTo>
                    <a:pt x="929" y="399"/>
                  </a:lnTo>
                  <a:lnTo>
                    <a:pt x="1062" y="532"/>
                  </a:lnTo>
                  <a:lnTo>
                    <a:pt x="1062" y="664"/>
                  </a:lnTo>
                  <a:lnTo>
                    <a:pt x="398" y="797"/>
                  </a:lnTo>
                  <a:lnTo>
                    <a:pt x="133" y="797"/>
                  </a:lnTo>
                  <a:lnTo>
                    <a:pt x="133" y="930"/>
                  </a:lnTo>
                  <a:lnTo>
                    <a:pt x="266" y="1328"/>
                  </a:lnTo>
                  <a:lnTo>
                    <a:pt x="5176" y="1726"/>
                  </a:lnTo>
                  <a:lnTo>
                    <a:pt x="5043" y="1328"/>
                  </a:lnTo>
                  <a:lnTo>
                    <a:pt x="4910" y="1195"/>
                  </a:lnTo>
                  <a:lnTo>
                    <a:pt x="4645" y="1062"/>
                  </a:lnTo>
                  <a:lnTo>
                    <a:pt x="3716" y="797"/>
                  </a:lnTo>
                  <a:lnTo>
                    <a:pt x="3716" y="664"/>
                  </a:lnTo>
                  <a:lnTo>
                    <a:pt x="3716" y="532"/>
                  </a:lnTo>
                  <a:lnTo>
                    <a:pt x="4114" y="399"/>
                  </a:lnTo>
                  <a:lnTo>
                    <a:pt x="4114" y="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8"/>
            <p:cNvSpPr/>
            <p:nvPr/>
          </p:nvSpPr>
          <p:spPr>
            <a:xfrm>
              <a:off x="6147592" y="1761574"/>
              <a:ext cx="85818" cy="28617"/>
            </a:xfrm>
            <a:custGeom>
              <a:rect b="b" l="l" r="r" t="t"/>
              <a:pathLst>
                <a:path extrusionOk="0" fill="none" h="1726" w="5176">
                  <a:moveTo>
                    <a:pt x="5043" y="1328"/>
                  </a:moveTo>
                  <a:lnTo>
                    <a:pt x="5043" y="1328"/>
                  </a:lnTo>
                  <a:lnTo>
                    <a:pt x="4910" y="1195"/>
                  </a:lnTo>
                  <a:lnTo>
                    <a:pt x="4645" y="1062"/>
                  </a:lnTo>
                  <a:lnTo>
                    <a:pt x="3716" y="797"/>
                  </a:lnTo>
                  <a:lnTo>
                    <a:pt x="3716" y="797"/>
                  </a:lnTo>
                  <a:lnTo>
                    <a:pt x="3716" y="797"/>
                  </a:lnTo>
                  <a:lnTo>
                    <a:pt x="3716" y="664"/>
                  </a:lnTo>
                  <a:lnTo>
                    <a:pt x="3716" y="532"/>
                  </a:lnTo>
                  <a:lnTo>
                    <a:pt x="4114" y="399"/>
                  </a:lnTo>
                  <a:lnTo>
                    <a:pt x="4114" y="266"/>
                  </a:lnTo>
                  <a:lnTo>
                    <a:pt x="0" y="1"/>
                  </a:lnTo>
                  <a:lnTo>
                    <a:pt x="133" y="133"/>
                  </a:lnTo>
                  <a:lnTo>
                    <a:pt x="133" y="133"/>
                  </a:lnTo>
                  <a:lnTo>
                    <a:pt x="796" y="266"/>
                  </a:lnTo>
                  <a:lnTo>
                    <a:pt x="929" y="399"/>
                  </a:lnTo>
                  <a:lnTo>
                    <a:pt x="1062" y="532"/>
                  </a:lnTo>
                  <a:lnTo>
                    <a:pt x="1062" y="664"/>
                  </a:lnTo>
                  <a:lnTo>
                    <a:pt x="1062" y="664"/>
                  </a:lnTo>
                  <a:lnTo>
                    <a:pt x="398" y="797"/>
                  </a:lnTo>
                  <a:lnTo>
                    <a:pt x="133" y="797"/>
                  </a:lnTo>
                  <a:lnTo>
                    <a:pt x="133" y="930"/>
                  </a:lnTo>
                  <a:lnTo>
                    <a:pt x="133" y="930"/>
                  </a:lnTo>
                  <a:lnTo>
                    <a:pt x="266" y="1328"/>
                  </a:lnTo>
                  <a:lnTo>
                    <a:pt x="5176" y="1726"/>
                  </a:lnTo>
                  <a:lnTo>
                    <a:pt x="5043" y="132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8"/>
            <p:cNvSpPr/>
            <p:nvPr/>
          </p:nvSpPr>
          <p:spPr>
            <a:xfrm>
              <a:off x="6147592" y="1761574"/>
              <a:ext cx="85818" cy="28617"/>
            </a:xfrm>
            <a:custGeom>
              <a:rect b="b" l="l" r="r" t="t"/>
              <a:pathLst>
                <a:path extrusionOk="0" h="1726" w="5176">
                  <a:moveTo>
                    <a:pt x="0" y="1"/>
                  </a:moveTo>
                  <a:lnTo>
                    <a:pt x="133" y="133"/>
                  </a:lnTo>
                  <a:lnTo>
                    <a:pt x="796" y="266"/>
                  </a:lnTo>
                  <a:lnTo>
                    <a:pt x="929" y="399"/>
                  </a:lnTo>
                  <a:lnTo>
                    <a:pt x="1062" y="532"/>
                  </a:lnTo>
                  <a:lnTo>
                    <a:pt x="1062" y="664"/>
                  </a:lnTo>
                  <a:lnTo>
                    <a:pt x="398" y="797"/>
                  </a:lnTo>
                  <a:lnTo>
                    <a:pt x="266" y="797"/>
                  </a:lnTo>
                  <a:lnTo>
                    <a:pt x="133" y="930"/>
                  </a:lnTo>
                  <a:lnTo>
                    <a:pt x="266" y="1328"/>
                  </a:lnTo>
                  <a:lnTo>
                    <a:pt x="5176" y="1726"/>
                  </a:lnTo>
                  <a:lnTo>
                    <a:pt x="5043" y="1328"/>
                  </a:lnTo>
                  <a:lnTo>
                    <a:pt x="4910" y="1195"/>
                  </a:lnTo>
                  <a:lnTo>
                    <a:pt x="4645" y="1062"/>
                  </a:lnTo>
                  <a:lnTo>
                    <a:pt x="3716" y="797"/>
                  </a:lnTo>
                  <a:lnTo>
                    <a:pt x="3716" y="664"/>
                  </a:lnTo>
                  <a:lnTo>
                    <a:pt x="3716" y="532"/>
                  </a:lnTo>
                  <a:lnTo>
                    <a:pt x="3981" y="399"/>
                  </a:lnTo>
                  <a:lnTo>
                    <a:pt x="4114" y="399"/>
                  </a:lnTo>
                  <a:lnTo>
                    <a:pt x="4114" y="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8"/>
            <p:cNvSpPr/>
            <p:nvPr/>
          </p:nvSpPr>
          <p:spPr>
            <a:xfrm>
              <a:off x="6264199" y="1840793"/>
              <a:ext cx="154045" cy="92433"/>
            </a:xfrm>
            <a:custGeom>
              <a:rect b="b" l="l" r="r" t="t"/>
              <a:pathLst>
                <a:path extrusionOk="0" h="5575" w="9291">
                  <a:moveTo>
                    <a:pt x="7831" y="0"/>
                  </a:moveTo>
                  <a:lnTo>
                    <a:pt x="6902" y="531"/>
                  </a:lnTo>
                  <a:lnTo>
                    <a:pt x="6636" y="664"/>
                  </a:lnTo>
                  <a:lnTo>
                    <a:pt x="6371" y="664"/>
                  </a:lnTo>
                  <a:lnTo>
                    <a:pt x="5707" y="398"/>
                  </a:lnTo>
                  <a:lnTo>
                    <a:pt x="2257" y="398"/>
                  </a:lnTo>
                  <a:lnTo>
                    <a:pt x="2257" y="664"/>
                  </a:lnTo>
                  <a:lnTo>
                    <a:pt x="2257" y="929"/>
                  </a:lnTo>
                  <a:lnTo>
                    <a:pt x="2390" y="1195"/>
                  </a:lnTo>
                  <a:lnTo>
                    <a:pt x="2655" y="1460"/>
                  </a:lnTo>
                  <a:lnTo>
                    <a:pt x="3186" y="1593"/>
                  </a:lnTo>
                  <a:lnTo>
                    <a:pt x="3982" y="1726"/>
                  </a:lnTo>
                  <a:lnTo>
                    <a:pt x="3319" y="1991"/>
                  </a:lnTo>
                  <a:lnTo>
                    <a:pt x="2655" y="2256"/>
                  </a:lnTo>
                  <a:lnTo>
                    <a:pt x="1726" y="2389"/>
                  </a:lnTo>
                  <a:lnTo>
                    <a:pt x="664" y="2655"/>
                  </a:lnTo>
                  <a:lnTo>
                    <a:pt x="266" y="2787"/>
                  </a:lnTo>
                  <a:lnTo>
                    <a:pt x="133" y="3053"/>
                  </a:lnTo>
                  <a:lnTo>
                    <a:pt x="1" y="3451"/>
                  </a:lnTo>
                  <a:lnTo>
                    <a:pt x="133" y="3716"/>
                  </a:lnTo>
                  <a:lnTo>
                    <a:pt x="399" y="4247"/>
                  </a:lnTo>
                  <a:lnTo>
                    <a:pt x="930" y="4778"/>
                  </a:lnTo>
                  <a:lnTo>
                    <a:pt x="1328" y="5176"/>
                  </a:lnTo>
                  <a:lnTo>
                    <a:pt x="1859" y="5309"/>
                  </a:lnTo>
                  <a:lnTo>
                    <a:pt x="2390" y="5441"/>
                  </a:lnTo>
                  <a:lnTo>
                    <a:pt x="2920" y="5574"/>
                  </a:lnTo>
                  <a:lnTo>
                    <a:pt x="3584" y="5441"/>
                  </a:lnTo>
                  <a:lnTo>
                    <a:pt x="4380" y="5176"/>
                  </a:lnTo>
                  <a:lnTo>
                    <a:pt x="5309" y="4911"/>
                  </a:lnTo>
                  <a:lnTo>
                    <a:pt x="6371" y="4380"/>
                  </a:lnTo>
                  <a:lnTo>
                    <a:pt x="9290" y="2787"/>
                  </a:lnTo>
                  <a:lnTo>
                    <a:pt x="7831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8"/>
            <p:cNvSpPr/>
            <p:nvPr/>
          </p:nvSpPr>
          <p:spPr>
            <a:xfrm>
              <a:off x="6394020" y="1554739"/>
              <a:ext cx="169448" cy="332280"/>
            </a:xfrm>
            <a:custGeom>
              <a:rect b="b" l="l" r="r" t="t"/>
              <a:pathLst>
                <a:path extrusionOk="0" h="20041" w="10220">
                  <a:moveTo>
                    <a:pt x="3053" y="1"/>
                  </a:moveTo>
                  <a:lnTo>
                    <a:pt x="2788" y="664"/>
                  </a:lnTo>
                  <a:lnTo>
                    <a:pt x="2522" y="1328"/>
                  </a:lnTo>
                  <a:lnTo>
                    <a:pt x="2389" y="2124"/>
                  </a:lnTo>
                  <a:lnTo>
                    <a:pt x="2257" y="2655"/>
                  </a:lnTo>
                  <a:lnTo>
                    <a:pt x="2389" y="3982"/>
                  </a:lnTo>
                  <a:lnTo>
                    <a:pt x="2522" y="5044"/>
                  </a:lnTo>
                  <a:lnTo>
                    <a:pt x="2920" y="5840"/>
                  </a:lnTo>
                  <a:lnTo>
                    <a:pt x="3318" y="6636"/>
                  </a:lnTo>
                  <a:lnTo>
                    <a:pt x="3717" y="7167"/>
                  </a:lnTo>
                  <a:lnTo>
                    <a:pt x="5707" y="13272"/>
                  </a:lnTo>
                  <a:lnTo>
                    <a:pt x="3451" y="14865"/>
                  </a:lnTo>
                  <a:lnTo>
                    <a:pt x="1" y="17253"/>
                  </a:lnTo>
                  <a:lnTo>
                    <a:pt x="1460" y="20040"/>
                  </a:lnTo>
                  <a:lnTo>
                    <a:pt x="2920" y="19244"/>
                  </a:lnTo>
                  <a:lnTo>
                    <a:pt x="5309" y="18182"/>
                  </a:lnTo>
                  <a:lnTo>
                    <a:pt x="7698" y="16855"/>
                  </a:lnTo>
                  <a:lnTo>
                    <a:pt x="8760" y="16324"/>
                  </a:lnTo>
                  <a:lnTo>
                    <a:pt x="9556" y="15661"/>
                  </a:lnTo>
                  <a:lnTo>
                    <a:pt x="10087" y="15130"/>
                  </a:lnTo>
                  <a:lnTo>
                    <a:pt x="10219" y="14865"/>
                  </a:lnTo>
                  <a:lnTo>
                    <a:pt x="10219" y="14466"/>
                  </a:lnTo>
                  <a:lnTo>
                    <a:pt x="10219" y="13803"/>
                  </a:lnTo>
                  <a:lnTo>
                    <a:pt x="10087" y="12741"/>
                  </a:lnTo>
                  <a:lnTo>
                    <a:pt x="9423" y="10220"/>
                  </a:lnTo>
                  <a:lnTo>
                    <a:pt x="7698" y="4115"/>
                  </a:lnTo>
                  <a:lnTo>
                    <a:pt x="7300" y="2921"/>
                  </a:lnTo>
                  <a:lnTo>
                    <a:pt x="6902" y="1859"/>
                  </a:lnTo>
                  <a:lnTo>
                    <a:pt x="6371" y="1195"/>
                  </a:lnTo>
                  <a:lnTo>
                    <a:pt x="5840" y="664"/>
                  </a:lnTo>
                  <a:lnTo>
                    <a:pt x="5176" y="399"/>
                  </a:lnTo>
                  <a:lnTo>
                    <a:pt x="4646" y="134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8"/>
            <p:cNvSpPr/>
            <p:nvPr/>
          </p:nvSpPr>
          <p:spPr>
            <a:xfrm>
              <a:off x="6222401" y="1281898"/>
              <a:ext cx="233247" cy="244257"/>
            </a:xfrm>
            <a:custGeom>
              <a:rect b="b" l="l" r="r" t="t"/>
              <a:pathLst>
                <a:path extrusionOk="0" h="14732" w="14068">
                  <a:moveTo>
                    <a:pt x="7167" y="1"/>
                  </a:moveTo>
                  <a:lnTo>
                    <a:pt x="5707" y="134"/>
                  </a:lnTo>
                  <a:lnTo>
                    <a:pt x="4380" y="664"/>
                  </a:lnTo>
                  <a:lnTo>
                    <a:pt x="3318" y="1328"/>
                  </a:lnTo>
                  <a:lnTo>
                    <a:pt x="3053" y="1461"/>
                  </a:lnTo>
                  <a:lnTo>
                    <a:pt x="2787" y="1726"/>
                  </a:lnTo>
                  <a:lnTo>
                    <a:pt x="2389" y="2522"/>
                  </a:lnTo>
                  <a:lnTo>
                    <a:pt x="2256" y="2920"/>
                  </a:lnTo>
                  <a:lnTo>
                    <a:pt x="1991" y="3451"/>
                  </a:lnTo>
                  <a:lnTo>
                    <a:pt x="1593" y="3849"/>
                  </a:lnTo>
                  <a:lnTo>
                    <a:pt x="1195" y="4248"/>
                  </a:lnTo>
                  <a:lnTo>
                    <a:pt x="797" y="4778"/>
                  </a:lnTo>
                  <a:lnTo>
                    <a:pt x="398" y="5177"/>
                  </a:lnTo>
                  <a:lnTo>
                    <a:pt x="133" y="5575"/>
                  </a:lnTo>
                  <a:lnTo>
                    <a:pt x="0" y="5973"/>
                  </a:lnTo>
                  <a:lnTo>
                    <a:pt x="0" y="6371"/>
                  </a:lnTo>
                  <a:lnTo>
                    <a:pt x="0" y="6902"/>
                  </a:lnTo>
                  <a:lnTo>
                    <a:pt x="133" y="7300"/>
                  </a:lnTo>
                  <a:lnTo>
                    <a:pt x="398" y="7698"/>
                  </a:lnTo>
                  <a:lnTo>
                    <a:pt x="797" y="8096"/>
                  </a:lnTo>
                  <a:lnTo>
                    <a:pt x="1460" y="8494"/>
                  </a:lnTo>
                  <a:lnTo>
                    <a:pt x="1593" y="8494"/>
                  </a:lnTo>
                  <a:lnTo>
                    <a:pt x="1991" y="8760"/>
                  </a:lnTo>
                  <a:lnTo>
                    <a:pt x="2522" y="9025"/>
                  </a:lnTo>
                  <a:lnTo>
                    <a:pt x="2920" y="9556"/>
                  </a:lnTo>
                  <a:lnTo>
                    <a:pt x="3318" y="10087"/>
                  </a:lnTo>
                  <a:lnTo>
                    <a:pt x="3982" y="11149"/>
                  </a:lnTo>
                  <a:lnTo>
                    <a:pt x="4512" y="12077"/>
                  </a:lnTo>
                  <a:lnTo>
                    <a:pt x="5043" y="12874"/>
                  </a:lnTo>
                  <a:lnTo>
                    <a:pt x="5441" y="13139"/>
                  </a:lnTo>
                  <a:lnTo>
                    <a:pt x="5972" y="13405"/>
                  </a:lnTo>
                  <a:lnTo>
                    <a:pt x="9423" y="14334"/>
                  </a:lnTo>
                  <a:lnTo>
                    <a:pt x="10086" y="14599"/>
                  </a:lnTo>
                  <a:lnTo>
                    <a:pt x="10352" y="14732"/>
                  </a:lnTo>
                  <a:lnTo>
                    <a:pt x="10484" y="14599"/>
                  </a:lnTo>
                  <a:lnTo>
                    <a:pt x="10484" y="14466"/>
                  </a:lnTo>
                  <a:lnTo>
                    <a:pt x="10883" y="13670"/>
                  </a:lnTo>
                  <a:lnTo>
                    <a:pt x="11413" y="12874"/>
                  </a:lnTo>
                  <a:lnTo>
                    <a:pt x="12077" y="11945"/>
                  </a:lnTo>
                  <a:lnTo>
                    <a:pt x="13006" y="10750"/>
                  </a:lnTo>
                  <a:lnTo>
                    <a:pt x="13404" y="10087"/>
                  </a:lnTo>
                  <a:lnTo>
                    <a:pt x="13669" y="9291"/>
                  </a:lnTo>
                  <a:lnTo>
                    <a:pt x="13935" y="8627"/>
                  </a:lnTo>
                  <a:lnTo>
                    <a:pt x="14068" y="7831"/>
                  </a:lnTo>
                  <a:lnTo>
                    <a:pt x="13935" y="6769"/>
                  </a:lnTo>
                  <a:lnTo>
                    <a:pt x="13802" y="5575"/>
                  </a:lnTo>
                  <a:lnTo>
                    <a:pt x="13139" y="3584"/>
                  </a:lnTo>
                  <a:lnTo>
                    <a:pt x="12740" y="2655"/>
                  </a:lnTo>
                  <a:lnTo>
                    <a:pt x="12210" y="1991"/>
                  </a:lnTo>
                  <a:lnTo>
                    <a:pt x="11546" y="1461"/>
                  </a:lnTo>
                  <a:lnTo>
                    <a:pt x="10750" y="930"/>
                  </a:lnTo>
                  <a:lnTo>
                    <a:pt x="9954" y="532"/>
                  </a:lnTo>
                  <a:lnTo>
                    <a:pt x="9025" y="266"/>
                  </a:lnTo>
                  <a:lnTo>
                    <a:pt x="8096" y="134"/>
                  </a:lnTo>
                  <a:lnTo>
                    <a:pt x="71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8"/>
            <p:cNvSpPr/>
            <p:nvPr/>
          </p:nvSpPr>
          <p:spPr>
            <a:xfrm>
              <a:off x="6246608" y="1354519"/>
              <a:ext cx="189244" cy="224443"/>
            </a:xfrm>
            <a:custGeom>
              <a:rect b="b" l="l" r="r" t="t"/>
              <a:pathLst>
                <a:path extrusionOk="0" h="13537" w="11414">
                  <a:moveTo>
                    <a:pt x="1460" y="0"/>
                  </a:moveTo>
                  <a:lnTo>
                    <a:pt x="929" y="398"/>
                  </a:lnTo>
                  <a:lnTo>
                    <a:pt x="664" y="797"/>
                  </a:lnTo>
                  <a:lnTo>
                    <a:pt x="398" y="1195"/>
                  </a:lnTo>
                  <a:lnTo>
                    <a:pt x="265" y="1858"/>
                  </a:lnTo>
                  <a:lnTo>
                    <a:pt x="133" y="2654"/>
                  </a:lnTo>
                  <a:lnTo>
                    <a:pt x="0" y="5176"/>
                  </a:lnTo>
                  <a:lnTo>
                    <a:pt x="0" y="6370"/>
                  </a:lnTo>
                  <a:lnTo>
                    <a:pt x="133" y="7432"/>
                  </a:lnTo>
                  <a:lnTo>
                    <a:pt x="265" y="8228"/>
                  </a:lnTo>
                  <a:lnTo>
                    <a:pt x="531" y="8759"/>
                  </a:lnTo>
                  <a:lnTo>
                    <a:pt x="796" y="9290"/>
                  </a:lnTo>
                  <a:lnTo>
                    <a:pt x="1062" y="9555"/>
                  </a:lnTo>
                  <a:lnTo>
                    <a:pt x="1593" y="9954"/>
                  </a:lnTo>
                  <a:lnTo>
                    <a:pt x="2123" y="10086"/>
                  </a:lnTo>
                  <a:lnTo>
                    <a:pt x="2787" y="10086"/>
                  </a:lnTo>
                  <a:lnTo>
                    <a:pt x="4380" y="9954"/>
                  </a:lnTo>
                  <a:lnTo>
                    <a:pt x="4380" y="11546"/>
                  </a:lnTo>
                  <a:lnTo>
                    <a:pt x="4247" y="11812"/>
                  </a:lnTo>
                  <a:lnTo>
                    <a:pt x="4247" y="12475"/>
                  </a:lnTo>
                  <a:lnTo>
                    <a:pt x="4380" y="12740"/>
                  </a:lnTo>
                  <a:lnTo>
                    <a:pt x="4645" y="13139"/>
                  </a:lnTo>
                  <a:lnTo>
                    <a:pt x="5043" y="13404"/>
                  </a:lnTo>
                  <a:lnTo>
                    <a:pt x="5707" y="13537"/>
                  </a:lnTo>
                  <a:lnTo>
                    <a:pt x="6636" y="13404"/>
                  </a:lnTo>
                  <a:lnTo>
                    <a:pt x="7432" y="13271"/>
                  </a:lnTo>
                  <a:lnTo>
                    <a:pt x="8095" y="13006"/>
                  </a:lnTo>
                  <a:lnTo>
                    <a:pt x="8494" y="12740"/>
                  </a:lnTo>
                  <a:lnTo>
                    <a:pt x="8759" y="12342"/>
                  </a:lnTo>
                  <a:lnTo>
                    <a:pt x="8892" y="12077"/>
                  </a:lnTo>
                  <a:lnTo>
                    <a:pt x="9024" y="11812"/>
                  </a:lnTo>
                  <a:lnTo>
                    <a:pt x="9157" y="7167"/>
                  </a:lnTo>
                  <a:lnTo>
                    <a:pt x="9290" y="7167"/>
                  </a:lnTo>
                  <a:lnTo>
                    <a:pt x="9688" y="7299"/>
                  </a:lnTo>
                  <a:lnTo>
                    <a:pt x="10086" y="7167"/>
                  </a:lnTo>
                  <a:lnTo>
                    <a:pt x="10484" y="7034"/>
                  </a:lnTo>
                  <a:lnTo>
                    <a:pt x="10750" y="6769"/>
                  </a:lnTo>
                  <a:lnTo>
                    <a:pt x="11015" y="6503"/>
                  </a:lnTo>
                  <a:lnTo>
                    <a:pt x="11280" y="6105"/>
                  </a:lnTo>
                  <a:lnTo>
                    <a:pt x="11413" y="5309"/>
                  </a:lnTo>
                  <a:lnTo>
                    <a:pt x="11280" y="4778"/>
                  </a:lnTo>
                  <a:lnTo>
                    <a:pt x="11015" y="4247"/>
                  </a:lnTo>
                  <a:lnTo>
                    <a:pt x="10484" y="3982"/>
                  </a:lnTo>
                  <a:lnTo>
                    <a:pt x="9821" y="3982"/>
                  </a:lnTo>
                  <a:lnTo>
                    <a:pt x="9423" y="4247"/>
                  </a:lnTo>
                  <a:lnTo>
                    <a:pt x="8892" y="4778"/>
                  </a:lnTo>
                  <a:lnTo>
                    <a:pt x="8095" y="4645"/>
                  </a:lnTo>
                  <a:lnTo>
                    <a:pt x="7432" y="4380"/>
                  </a:lnTo>
                  <a:lnTo>
                    <a:pt x="6901" y="3849"/>
                  </a:lnTo>
                  <a:lnTo>
                    <a:pt x="6503" y="3185"/>
                  </a:lnTo>
                  <a:lnTo>
                    <a:pt x="6105" y="2389"/>
                  </a:lnTo>
                  <a:lnTo>
                    <a:pt x="5839" y="1593"/>
                  </a:lnTo>
                  <a:lnTo>
                    <a:pt x="5574" y="266"/>
                  </a:lnTo>
                  <a:lnTo>
                    <a:pt x="5441" y="133"/>
                  </a:lnTo>
                  <a:lnTo>
                    <a:pt x="5176" y="0"/>
                  </a:lnTo>
                  <a:lnTo>
                    <a:pt x="4645" y="0"/>
                  </a:lnTo>
                  <a:lnTo>
                    <a:pt x="4114" y="266"/>
                  </a:lnTo>
                  <a:lnTo>
                    <a:pt x="3583" y="531"/>
                  </a:lnTo>
                  <a:lnTo>
                    <a:pt x="3052" y="797"/>
                  </a:lnTo>
                  <a:lnTo>
                    <a:pt x="2522" y="929"/>
                  </a:lnTo>
                  <a:lnTo>
                    <a:pt x="2256" y="797"/>
                  </a:lnTo>
                  <a:lnTo>
                    <a:pt x="1991" y="664"/>
                  </a:lnTo>
                  <a:lnTo>
                    <a:pt x="1725" y="398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8"/>
            <p:cNvSpPr/>
            <p:nvPr/>
          </p:nvSpPr>
          <p:spPr>
            <a:xfrm>
              <a:off x="6378618" y="1424934"/>
              <a:ext cx="19830" cy="30806"/>
            </a:xfrm>
            <a:custGeom>
              <a:rect b="b" l="l" r="r" t="t"/>
              <a:pathLst>
                <a:path extrusionOk="0" h="1858" w="1196">
                  <a:moveTo>
                    <a:pt x="797" y="0"/>
                  </a:moveTo>
                  <a:lnTo>
                    <a:pt x="399" y="133"/>
                  </a:lnTo>
                  <a:lnTo>
                    <a:pt x="133" y="265"/>
                  </a:lnTo>
                  <a:lnTo>
                    <a:pt x="1" y="531"/>
                  </a:lnTo>
                  <a:lnTo>
                    <a:pt x="1" y="1062"/>
                  </a:lnTo>
                  <a:lnTo>
                    <a:pt x="133" y="1327"/>
                  </a:lnTo>
                  <a:lnTo>
                    <a:pt x="399" y="1725"/>
                  </a:lnTo>
                  <a:lnTo>
                    <a:pt x="664" y="1858"/>
                  </a:lnTo>
                  <a:lnTo>
                    <a:pt x="1195" y="133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8"/>
            <p:cNvSpPr/>
            <p:nvPr/>
          </p:nvSpPr>
          <p:spPr>
            <a:xfrm>
              <a:off x="6255395" y="1345715"/>
              <a:ext cx="85835" cy="61628"/>
            </a:xfrm>
            <a:custGeom>
              <a:rect b="b" l="l" r="r" t="t"/>
              <a:pathLst>
                <a:path extrusionOk="0" h="3717" w="5177">
                  <a:moveTo>
                    <a:pt x="5177" y="0"/>
                  </a:moveTo>
                  <a:lnTo>
                    <a:pt x="1" y="266"/>
                  </a:lnTo>
                  <a:lnTo>
                    <a:pt x="134" y="797"/>
                  </a:lnTo>
                  <a:lnTo>
                    <a:pt x="399" y="1328"/>
                  </a:lnTo>
                  <a:lnTo>
                    <a:pt x="797" y="1991"/>
                  </a:lnTo>
                  <a:lnTo>
                    <a:pt x="1461" y="2522"/>
                  </a:lnTo>
                  <a:lnTo>
                    <a:pt x="2390" y="3053"/>
                  </a:lnTo>
                  <a:lnTo>
                    <a:pt x="3584" y="3451"/>
                  </a:lnTo>
                  <a:lnTo>
                    <a:pt x="5177" y="3716"/>
                  </a:lnTo>
                  <a:lnTo>
                    <a:pt x="517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8"/>
            <p:cNvSpPr/>
            <p:nvPr/>
          </p:nvSpPr>
          <p:spPr>
            <a:xfrm>
              <a:off x="6255395" y="1345715"/>
              <a:ext cx="85835" cy="61628"/>
            </a:xfrm>
            <a:custGeom>
              <a:rect b="b" l="l" r="r" t="t"/>
              <a:pathLst>
                <a:path extrusionOk="0" fill="none" h="3717" w="5177">
                  <a:moveTo>
                    <a:pt x="1" y="266"/>
                  </a:moveTo>
                  <a:lnTo>
                    <a:pt x="1" y="266"/>
                  </a:lnTo>
                  <a:lnTo>
                    <a:pt x="134" y="797"/>
                  </a:lnTo>
                  <a:lnTo>
                    <a:pt x="399" y="1328"/>
                  </a:lnTo>
                  <a:lnTo>
                    <a:pt x="797" y="1991"/>
                  </a:lnTo>
                  <a:lnTo>
                    <a:pt x="1461" y="2522"/>
                  </a:lnTo>
                  <a:lnTo>
                    <a:pt x="2390" y="3053"/>
                  </a:lnTo>
                  <a:lnTo>
                    <a:pt x="3584" y="3451"/>
                  </a:lnTo>
                  <a:lnTo>
                    <a:pt x="5177" y="3716"/>
                  </a:lnTo>
                  <a:lnTo>
                    <a:pt x="5177" y="0"/>
                  </a:lnTo>
                  <a:lnTo>
                    <a:pt x="1" y="2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8"/>
            <p:cNvSpPr/>
            <p:nvPr/>
          </p:nvSpPr>
          <p:spPr>
            <a:xfrm>
              <a:off x="6314818" y="1420524"/>
              <a:ext cx="15419" cy="15419"/>
            </a:xfrm>
            <a:custGeom>
              <a:rect b="b" l="l" r="r" t="t"/>
              <a:pathLst>
                <a:path extrusionOk="0" h="930" w="930">
                  <a:moveTo>
                    <a:pt x="133" y="1"/>
                  </a:moveTo>
                  <a:lnTo>
                    <a:pt x="0" y="399"/>
                  </a:lnTo>
                  <a:lnTo>
                    <a:pt x="133" y="797"/>
                  </a:lnTo>
                  <a:lnTo>
                    <a:pt x="398" y="930"/>
                  </a:lnTo>
                  <a:lnTo>
                    <a:pt x="796" y="797"/>
                  </a:lnTo>
                  <a:lnTo>
                    <a:pt x="929" y="399"/>
                  </a:lnTo>
                  <a:lnTo>
                    <a:pt x="796" y="133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8"/>
            <p:cNvSpPr/>
            <p:nvPr/>
          </p:nvSpPr>
          <p:spPr>
            <a:xfrm>
              <a:off x="6297210" y="1473331"/>
              <a:ext cx="24223" cy="17625"/>
            </a:xfrm>
            <a:custGeom>
              <a:rect b="b" l="l" r="r" t="t"/>
              <a:pathLst>
                <a:path extrusionOk="0" h="1063" w="1461">
                  <a:moveTo>
                    <a:pt x="1460" y="1"/>
                  </a:moveTo>
                  <a:lnTo>
                    <a:pt x="0" y="531"/>
                  </a:lnTo>
                  <a:lnTo>
                    <a:pt x="133" y="797"/>
                  </a:lnTo>
                  <a:lnTo>
                    <a:pt x="399" y="930"/>
                  </a:lnTo>
                  <a:lnTo>
                    <a:pt x="664" y="1062"/>
                  </a:lnTo>
                  <a:lnTo>
                    <a:pt x="929" y="930"/>
                  </a:lnTo>
                  <a:lnTo>
                    <a:pt x="1195" y="797"/>
                  </a:lnTo>
                  <a:lnTo>
                    <a:pt x="1328" y="664"/>
                  </a:lnTo>
                  <a:lnTo>
                    <a:pt x="1460" y="399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8"/>
            <p:cNvSpPr/>
            <p:nvPr/>
          </p:nvSpPr>
          <p:spPr>
            <a:xfrm>
              <a:off x="6251001" y="1389718"/>
              <a:ext cx="17625" cy="15419"/>
            </a:xfrm>
            <a:custGeom>
              <a:rect b="b" l="l" r="r" t="t"/>
              <a:pathLst>
                <a:path extrusionOk="0" h="930" w="1063">
                  <a:moveTo>
                    <a:pt x="531" y="1"/>
                  </a:moveTo>
                  <a:lnTo>
                    <a:pt x="266" y="133"/>
                  </a:lnTo>
                  <a:lnTo>
                    <a:pt x="133" y="266"/>
                  </a:lnTo>
                  <a:lnTo>
                    <a:pt x="0" y="399"/>
                  </a:lnTo>
                  <a:lnTo>
                    <a:pt x="0" y="664"/>
                  </a:lnTo>
                  <a:lnTo>
                    <a:pt x="133" y="930"/>
                  </a:lnTo>
                  <a:lnTo>
                    <a:pt x="1062" y="266"/>
                  </a:lnTo>
                  <a:lnTo>
                    <a:pt x="929" y="13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8"/>
            <p:cNvSpPr/>
            <p:nvPr/>
          </p:nvSpPr>
          <p:spPr>
            <a:xfrm>
              <a:off x="6255395" y="1416130"/>
              <a:ext cx="13231" cy="15419"/>
            </a:xfrm>
            <a:custGeom>
              <a:rect b="b" l="l" r="r" t="t"/>
              <a:pathLst>
                <a:path extrusionOk="0" h="930" w="798">
                  <a:moveTo>
                    <a:pt x="399" y="0"/>
                  </a:moveTo>
                  <a:lnTo>
                    <a:pt x="134" y="133"/>
                  </a:lnTo>
                  <a:lnTo>
                    <a:pt x="1" y="398"/>
                  </a:lnTo>
                  <a:lnTo>
                    <a:pt x="1" y="796"/>
                  </a:lnTo>
                  <a:lnTo>
                    <a:pt x="399" y="929"/>
                  </a:lnTo>
                  <a:lnTo>
                    <a:pt x="664" y="796"/>
                  </a:lnTo>
                  <a:lnTo>
                    <a:pt x="797" y="531"/>
                  </a:lnTo>
                  <a:lnTo>
                    <a:pt x="797" y="133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8"/>
            <p:cNvSpPr/>
            <p:nvPr/>
          </p:nvSpPr>
          <p:spPr>
            <a:xfrm>
              <a:off x="6268609" y="1420524"/>
              <a:ext cx="24207" cy="46225"/>
            </a:xfrm>
            <a:custGeom>
              <a:rect b="b" l="l" r="r" t="t"/>
              <a:pathLst>
                <a:path extrusionOk="0" h="2788" w="1460">
                  <a:moveTo>
                    <a:pt x="1460" y="1"/>
                  </a:moveTo>
                  <a:lnTo>
                    <a:pt x="0" y="2389"/>
                  </a:lnTo>
                  <a:lnTo>
                    <a:pt x="1460" y="2788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8"/>
            <p:cNvSpPr/>
            <p:nvPr/>
          </p:nvSpPr>
          <p:spPr>
            <a:xfrm>
              <a:off x="6319211" y="1490939"/>
              <a:ext cx="63833" cy="39626"/>
            </a:xfrm>
            <a:custGeom>
              <a:rect b="b" l="l" r="r" t="t"/>
              <a:pathLst>
                <a:path extrusionOk="0" h="2390" w="3850">
                  <a:moveTo>
                    <a:pt x="3849" y="0"/>
                  </a:moveTo>
                  <a:lnTo>
                    <a:pt x="3584" y="398"/>
                  </a:lnTo>
                  <a:lnTo>
                    <a:pt x="3186" y="664"/>
                  </a:lnTo>
                  <a:lnTo>
                    <a:pt x="2124" y="1195"/>
                  </a:lnTo>
                  <a:lnTo>
                    <a:pt x="1062" y="1460"/>
                  </a:lnTo>
                  <a:lnTo>
                    <a:pt x="1" y="1726"/>
                  </a:lnTo>
                  <a:lnTo>
                    <a:pt x="1" y="2389"/>
                  </a:lnTo>
                  <a:lnTo>
                    <a:pt x="1195" y="1991"/>
                  </a:lnTo>
                  <a:lnTo>
                    <a:pt x="2257" y="1593"/>
                  </a:lnTo>
                  <a:lnTo>
                    <a:pt x="2920" y="1195"/>
                  </a:lnTo>
                  <a:lnTo>
                    <a:pt x="3451" y="797"/>
                  </a:lnTo>
                  <a:lnTo>
                    <a:pt x="3716" y="398"/>
                  </a:lnTo>
                  <a:lnTo>
                    <a:pt x="3849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8"/>
            <p:cNvSpPr/>
            <p:nvPr/>
          </p:nvSpPr>
          <p:spPr>
            <a:xfrm>
              <a:off x="6242197" y="1259897"/>
              <a:ext cx="220050" cy="151840"/>
            </a:xfrm>
            <a:custGeom>
              <a:rect b="b" l="l" r="r" t="t"/>
              <a:pathLst>
                <a:path extrusionOk="0" h="9158" w="13272">
                  <a:moveTo>
                    <a:pt x="6105" y="1"/>
                  </a:moveTo>
                  <a:lnTo>
                    <a:pt x="5044" y="266"/>
                  </a:lnTo>
                  <a:lnTo>
                    <a:pt x="4115" y="532"/>
                  </a:lnTo>
                  <a:lnTo>
                    <a:pt x="3186" y="930"/>
                  </a:lnTo>
                  <a:lnTo>
                    <a:pt x="2389" y="1593"/>
                  </a:lnTo>
                  <a:lnTo>
                    <a:pt x="1593" y="2257"/>
                  </a:lnTo>
                  <a:lnTo>
                    <a:pt x="1062" y="3053"/>
                  </a:lnTo>
                  <a:lnTo>
                    <a:pt x="531" y="3982"/>
                  </a:lnTo>
                  <a:lnTo>
                    <a:pt x="266" y="4778"/>
                  </a:lnTo>
                  <a:lnTo>
                    <a:pt x="1" y="5575"/>
                  </a:lnTo>
                  <a:lnTo>
                    <a:pt x="1062" y="5309"/>
                  </a:lnTo>
                  <a:lnTo>
                    <a:pt x="2257" y="5176"/>
                  </a:lnTo>
                  <a:lnTo>
                    <a:pt x="4513" y="5176"/>
                  </a:lnTo>
                  <a:lnTo>
                    <a:pt x="5707" y="5442"/>
                  </a:lnTo>
                  <a:lnTo>
                    <a:pt x="6769" y="5575"/>
                  </a:lnTo>
                  <a:lnTo>
                    <a:pt x="7963" y="5973"/>
                  </a:lnTo>
                  <a:lnTo>
                    <a:pt x="9025" y="6371"/>
                  </a:lnTo>
                  <a:lnTo>
                    <a:pt x="9954" y="6902"/>
                  </a:lnTo>
                  <a:lnTo>
                    <a:pt x="10883" y="7433"/>
                  </a:lnTo>
                  <a:lnTo>
                    <a:pt x="11679" y="7963"/>
                  </a:lnTo>
                  <a:lnTo>
                    <a:pt x="12343" y="8627"/>
                  </a:lnTo>
                  <a:lnTo>
                    <a:pt x="12874" y="9158"/>
                  </a:lnTo>
                  <a:lnTo>
                    <a:pt x="13139" y="8229"/>
                  </a:lnTo>
                  <a:lnTo>
                    <a:pt x="13272" y="7300"/>
                  </a:lnTo>
                  <a:lnTo>
                    <a:pt x="13272" y="5840"/>
                  </a:lnTo>
                  <a:lnTo>
                    <a:pt x="13006" y="4646"/>
                  </a:lnTo>
                  <a:lnTo>
                    <a:pt x="12475" y="3451"/>
                  </a:lnTo>
                  <a:lnTo>
                    <a:pt x="11679" y="2390"/>
                  </a:lnTo>
                  <a:lnTo>
                    <a:pt x="10750" y="1461"/>
                  </a:lnTo>
                  <a:lnTo>
                    <a:pt x="9689" y="797"/>
                  </a:lnTo>
                  <a:lnTo>
                    <a:pt x="8494" y="266"/>
                  </a:lnTo>
                  <a:lnTo>
                    <a:pt x="7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58"/>
            <p:cNvSpPr/>
            <p:nvPr/>
          </p:nvSpPr>
          <p:spPr>
            <a:xfrm>
              <a:off x="6292799" y="1257708"/>
              <a:ext cx="118845" cy="50619"/>
            </a:xfrm>
            <a:custGeom>
              <a:rect b="b" l="l" r="r" t="t"/>
              <a:pathLst>
                <a:path extrusionOk="0" h="3053" w="7168">
                  <a:moveTo>
                    <a:pt x="6238" y="1062"/>
                  </a:moveTo>
                  <a:lnTo>
                    <a:pt x="7167" y="1194"/>
                  </a:lnTo>
                  <a:lnTo>
                    <a:pt x="6637" y="1062"/>
                  </a:lnTo>
                  <a:close/>
                  <a:moveTo>
                    <a:pt x="5840" y="1062"/>
                  </a:moveTo>
                  <a:lnTo>
                    <a:pt x="5044" y="1194"/>
                  </a:lnTo>
                  <a:lnTo>
                    <a:pt x="4380" y="1460"/>
                  </a:lnTo>
                  <a:lnTo>
                    <a:pt x="5177" y="1194"/>
                  </a:lnTo>
                  <a:lnTo>
                    <a:pt x="6106" y="1062"/>
                  </a:lnTo>
                  <a:close/>
                  <a:moveTo>
                    <a:pt x="3451" y="0"/>
                  </a:moveTo>
                  <a:lnTo>
                    <a:pt x="2788" y="265"/>
                  </a:lnTo>
                  <a:lnTo>
                    <a:pt x="2124" y="531"/>
                  </a:lnTo>
                  <a:lnTo>
                    <a:pt x="1328" y="1062"/>
                  </a:lnTo>
                  <a:lnTo>
                    <a:pt x="532" y="1991"/>
                  </a:lnTo>
                  <a:lnTo>
                    <a:pt x="1" y="2787"/>
                  </a:lnTo>
                  <a:lnTo>
                    <a:pt x="930" y="2920"/>
                  </a:lnTo>
                  <a:lnTo>
                    <a:pt x="1859" y="3052"/>
                  </a:lnTo>
                  <a:lnTo>
                    <a:pt x="2390" y="2389"/>
                  </a:lnTo>
                  <a:lnTo>
                    <a:pt x="3186" y="1593"/>
                  </a:lnTo>
                  <a:lnTo>
                    <a:pt x="3850" y="1062"/>
                  </a:lnTo>
                  <a:lnTo>
                    <a:pt x="4646" y="796"/>
                  </a:lnTo>
                  <a:lnTo>
                    <a:pt x="5309" y="531"/>
                  </a:lnTo>
                  <a:lnTo>
                    <a:pt x="5973" y="531"/>
                  </a:lnTo>
                  <a:lnTo>
                    <a:pt x="6769" y="664"/>
                  </a:lnTo>
                  <a:lnTo>
                    <a:pt x="5044" y="133"/>
                  </a:lnTo>
                  <a:lnTo>
                    <a:pt x="41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8"/>
            <p:cNvSpPr/>
            <p:nvPr/>
          </p:nvSpPr>
          <p:spPr>
            <a:xfrm>
              <a:off x="6308202" y="1345715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8"/>
            <p:cNvSpPr/>
            <p:nvPr/>
          </p:nvSpPr>
          <p:spPr>
            <a:xfrm>
              <a:off x="6365420" y="1275299"/>
              <a:ext cx="61628" cy="15419"/>
            </a:xfrm>
            <a:custGeom>
              <a:rect b="b" l="l" r="r" t="t"/>
              <a:pathLst>
                <a:path extrusionOk="0" fill="none" h="930" w="3717">
                  <a:moveTo>
                    <a:pt x="1726" y="1"/>
                  </a:moveTo>
                  <a:lnTo>
                    <a:pt x="1726" y="1"/>
                  </a:lnTo>
                  <a:lnTo>
                    <a:pt x="797" y="133"/>
                  </a:lnTo>
                  <a:lnTo>
                    <a:pt x="0" y="399"/>
                  </a:lnTo>
                  <a:lnTo>
                    <a:pt x="0" y="399"/>
                  </a:lnTo>
                  <a:lnTo>
                    <a:pt x="664" y="133"/>
                  </a:lnTo>
                  <a:lnTo>
                    <a:pt x="1460" y="1"/>
                  </a:lnTo>
                  <a:lnTo>
                    <a:pt x="1460" y="1"/>
                  </a:lnTo>
                  <a:lnTo>
                    <a:pt x="1593" y="1"/>
                  </a:lnTo>
                  <a:lnTo>
                    <a:pt x="1593" y="1"/>
                  </a:lnTo>
                  <a:lnTo>
                    <a:pt x="1858" y="1"/>
                  </a:lnTo>
                  <a:lnTo>
                    <a:pt x="1858" y="1"/>
                  </a:lnTo>
                  <a:lnTo>
                    <a:pt x="2787" y="133"/>
                  </a:lnTo>
                  <a:lnTo>
                    <a:pt x="2787" y="133"/>
                  </a:lnTo>
                  <a:lnTo>
                    <a:pt x="3716" y="930"/>
                  </a:lnTo>
                  <a:lnTo>
                    <a:pt x="3716" y="930"/>
                  </a:lnTo>
                  <a:lnTo>
                    <a:pt x="3716" y="930"/>
                  </a:lnTo>
                  <a:lnTo>
                    <a:pt x="3716" y="930"/>
                  </a:lnTo>
                  <a:lnTo>
                    <a:pt x="2787" y="133"/>
                  </a:lnTo>
                  <a:lnTo>
                    <a:pt x="2787" y="133"/>
                  </a:lnTo>
                  <a:lnTo>
                    <a:pt x="2257" y="1"/>
                  </a:lnTo>
                  <a:lnTo>
                    <a:pt x="172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8"/>
            <p:cNvSpPr/>
            <p:nvPr/>
          </p:nvSpPr>
          <p:spPr>
            <a:xfrm>
              <a:off x="6416022" y="1273094"/>
              <a:ext cx="8821" cy="8821"/>
            </a:xfrm>
            <a:custGeom>
              <a:rect b="b" l="l" r="r" t="t"/>
              <a:pathLst>
                <a:path extrusionOk="0" fill="none" h="532" w="532">
                  <a:moveTo>
                    <a:pt x="1" y="1"/>
                  </a:moveTo>
                  <a:lnTo>
                    <a:pt x="1" y="1"/>
                  </a:lnTo>
                  <a:lnTo>
                    <a:pt x="266" y="266"/>
                  </a:lnTo>
                  <a:lnTo>
                    <a:pt x="532" y="532"/>
                  </a:lnTo>
                  <a:lnTo>
                    <a:pt x="532" y="532"/>
                  </a:lnTo>
                  <a:lnTo>
                    <a:pt x="266" y="2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8"/>
            <p:cNvSpPr/>
            <p:nvPr/>
          </p:nvSpPr>
          <p:spPr>
            <a:xfrm>
              <a:off x="6323605" y="1266495"/>
              <a:ext cx="103443" cy="44036"/>
            </a:xfrm>
            <a:custGeom>
              <a:rect b="b" l="l" r="r" t="t"/>
              <a:pathLst>
                <a:path extrusionOk="0" h="2656" w="6239">
                  <a:moveTo>
                    <a:pt x="3451" y="1"/>
                  </a:moveTo>
                  <a:lnTo>
                    <a:pt x="2788" y="266"/>
                  </a:lnTo>
                  <a:lnTo>
                    <a:pt x="1992" y="532"/>
                  </a:lnTo>
                  <a:lnTo>
                    <a:pt x="1328" y="1063"/>
                  </a:lnTo>
                  <a:lnTo>
                    <a:pt x="532" y="1859"/>
                  </a:lnTo>
                  <a:lnTo>
                    <a:pt x="1" y="2522"/>
                  </a:lnTo>
                  <a:lnTo>
                    <a:pt x="664" y="2655"/>
                  </a:lnTo>
                  <a:lnTo>
                    <a:pt x="1328" y="1859"/>
                  </a:lnTo>
                  <a:lnTo>
                    <a:pt x="2124" y="1195"/>
                  </a:lnTo>
                  <a:lnTo>
                    <a:pt x="3053" y="664"/>
                  </a:lnTo>
                  <a:lnTo>
                    <a:pt x="3584" y="532"/>
                  </a:lnTo>
                  <a:lnTo>
                    <a:pt x="4779" y="532"/>
                  </a:lnTo>
                  <a:lnTo>
                    <a:pt x="5309" y="664"/>
                  </a:lnTo>
                  <a:lnTo>
                    <a:pt x="6238" y="1461"/>
                  </a:lnTo>
                  <a:lnTo>
                    <a:pt x="6106" y="930"/>
                  </a:lnTo>
                  <a:lnTo>
                    <a:pt x="5840" y="532"/>
                  </a:lnTo>
                  <a:lnTo>
                    <a:pt x="5309" y="266"/>
                  </a:lnTo>
                  <a:lnTo>
                    <a:pt x="47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8"/>
            <p:cNvSpPr/>
            <p:nvPr/>
          </p:nvSpPr>
          <p:spPr>
            <a:xfrm>
              <a:off x="6308202" y="1345715"/>
              <a:ext cx="11026" cy="17"/>
            </a:xfrm>
            <a:custGeom>
              <a:rect b="b" l="l" r="r" t="t"/>
              <a:pathLst>
                <a:path extrusionOk="0" fill="none" h="1" w="66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65" y="0"/>
                  </a:lnTo>
                  <a:lnTo>
                    <a:pt x="665" y="0"/>
                  </a:lnTo>
                  <a:lnTo>
                    <a:pt x="665" y="0"/>
                  </a:lnTo>
                  <a:lnTo>
                    <a:pt x="66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8"/>
            <p:cNvSpPr/>
            <p:nvPr/>
          </p:nvSpPr>
          <p:spPr>
            <a:xfrm>
              <a:off x="6206998" y="1303900"/>
              <a:ext cx="187039" cy="61628"/>
            </a:xfrm>
            <a:custGeom>
              <a:rect b="b" l="l" r="r" t="t"/>
              <a:pathLst>
                <a:path extrusionOk="0" h="3717" w="11281">
                  <a:moveTo>
                    <a:pt x="2787" y="1"/>
                  </a:moveTo>
                  <a:lnTo>
                    <a:pt x="1327" y="134"/>
                  </a:lnTo>
                  <a:lnTo>
                    <a:pt x="531" y="266"/>
                  </a:lnTo>
                  <a:lnTo>
                    <a:pt x="133" y="532"/>
                  </a:lnTo>
                  <a:lnTo>
                    <a:pt x="0" y="797"/>
                  </a:lnTo>
                  <a:lnTo>
                    <a:pt x="0" y="1328"/>
                  </a:lnTo>
                  <a:lnTo>
                    <a:pt x="133" y="1063"/>
                  </a:lnTo>
                  <a:lnTo>
                    <a:pt x="531" y="797"/>
                  </a:lnTo>
                  <a:lnTo>
                    <a:pt x="1460" y="664"/>
                  </a:lnTo>
                  <a:lnTo>
                    <a:pt x="2654" y="532"/>
                  </a:lnTo>
                  <a:lnTo>
                    <a:pt x="4778" y="532"/>
                  </a:lnTo>
                  <a:lnTo>
                    <a:pt x="5972" y="664"/>
                  </a:lnTo>
                  <a:lnTo>
                    <a:pt x="7167" y="797"/>
                  </a:lnTo>
                  <a:lnTo>
                    <a:pt x="8096" y="1195"/>
                  </a:lnTo>
                  <a:lnTo>
                    <a:pt x="8892" y="1593"/>
                  </a:lnTo>
                  <a:lnTo>
                    <a:pt x="9555" y="1992"/>
                  </a:lnTo>
                  <a:lnTo>
                    <a:pt x="10484" y="2921"/>
                  </a:lnTo>
                  <a:lnTo>
                    <a:pt x="11015" y="3451"/>
                  </a:lnTo>
                  <a:lnTo>
                    <a:pt x="11148" y="3717"/>
                  </a:lnTo>
                  <a:lnTo>
                    <a:pt x="11281" y="3186"/>
                  </a:lnTo>
                  <a:lnTo>
                    <a:pt x="11015" y="2921"/>
                  </a:lnTo>
                  <a:lnTo>
                    <a:pt x="10484" y="2390"/>
                  </a:lnTo>
                  <a:lnTo>
                    <a:pt x="9555" y="1461"/>
                  </a:lnTo>
                  <a:lnTo>
                    <a:pt x="9025" y="1063"/>
                  </a:lnTo>
                  <a:lnTo>
                    <a:pt x="8228" y="664"/>
                  </a:lnTo>
                  <a:lnTo>
                    <a:pt x="7697" y="399"/>
                  </a:lnTo>
                  <a:lnTo>
                    <a:pt x="7034" y="266"/>
                  </a:lnTo>
                  <a:lnTo>
                    <a:pt x="6105" y="134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8"/>
            <p:cNvSpPr/>
            <p:nvPr/>
          </p:nvSpPr>
          <p:spPr>
            <a:xfrm>
              <a:off x="6389627" y="1365511"/>
              <a:ext cx="2205" cy="17"/>
            </a:xfrm>
            <a:custGeom>
              <a:rect b="b" l="l" r="r" t="t"/>
              <a:pathLst>
                <a:path extrusionOk="0" fill="none" h="1" w="133">
                  <a:moveTo>
                    <a:pt x="0" y="1"/>
                  </a:moveTo>
                  <a:lnTo>
                    <a:pt x="0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8"/>
            <p:cNvSpPr/>
            <p:nvPr/>
          </p:nvSpPr>
          <p:spPr>
            <a:xfrm>
              <a:off x="6244402" y="1345715"/>
              <a:ext cx="50619" cy="6615"/>
            </a:xfrm>
            <a:custGeom>
              <a:rect b="b" l="l" r="r" t="t"/>
              <a:pathLst>
                <a:path extrusionOk="0" fill="none" h="399" w="3053">
                  <a:moveTo>
                    <a:pt x="3053" y="0"/>
                  </a:moveTo>
                  <a:lnTo>
                    <a:pt x="3053" y="0"/>
                  </a:lnTo>
                  <a:lnTo>
                    <a:pt x="1460" y="133"/>
                  </a:lnTo>
                  <a:lnTo>
                    <a:pt x="0" y="399"/>
                  </a:lnTo>
                  <a:lnTo>
                    <a:pt x="0" y="399"/>
                  </a:lnTo>
                  <a:lnTo>
                    <a:pt x="1460" y="133"/>
                  </a:lnTo>
                  <a:lnTo>
                    <a:pt x="305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8"/>
            <p:cNvSpPr/>
            <p:nvPr/>
          </p:nvSpPr>
          <p:spPr>
            <a:xfrm>
              <a:off x="6295005" y="1345715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8"/>
            <p:cNvSpPr/>
            <p:nvPr/>
          </p:nvSpPr>
          <p:spPr>
            <a:xfrm>
              <a:off x="6206998" y="1312704"/>
              <a:ext cx="184834" cy="52824"/>
            </a:xfrm>
            <a:custGeom>
              <a:rect b="b" l="l" r="r" t="t"/>
              <a:pathLst>
                <a:path extrusionOk="0" h="3186" w="11148">
                  <a:moveTo>
                    <a:pt x="2654" y="1"/>
                  </a:moveTo>
                  <a:lnTo>
                    <a:pt x="1327" y="133"/>
                  </a:lnTo>
                  <a:lnTo>
                    <a:pt x="531" y="266"/>
                  </a:lnTo>
                  <a:lnTo>
                    <a:pt x="133" y="664"/>
                  </a:lnTo>
                  <a:lnTo>
                    <a:pt x="0" y="930"/>
                  </a:lnTo>
                  <a:lnTo>
                    <a:pt x="0" y="1062"/>
                  </a:lnTo>
                  <a:lnTo>
                    <a:pt x="531" y="1461"/>
                  </a:lnTo>
                  <a:lnTo>
                    <a:pt x="1195" y="1859"/>
                  </a:lnTo>
                  <a:lnTo>
                    <a:pt x="2124" y="2390"/>
                  </a:lnTo>
                  <a:lnTo>
                    <a:pt x="3716" y="2124"/>
                  </a:lnTo>
                  <a:lnTo>
                    <a:pt x="5309" y="1991"/>
                  </a:lnTo>
                  <a:lnTo>
                    <a:pt x="6769" y="1991"/>
                  </a:lnTo>
                  <a:lnTo>
                    <a:pt x="8228" y="2257"/>
                  </a:lnTo>
                  <a:lnTo>
                    <a:pt x="9821" y="2655"/>
                  </a:lnTo>
                  <a:lnTo>
                    <a:pt x="11148" y="3186"/>
                  </a:lnTo>
                  <a:lnTo>
                    <a:pt x="11015" y="2920"/>
                  </a:lnTo>
                  <a:lnTo>
                    <a:pt x="10484" y="2390"/>
                  </a:lnTo>
                  <a:lnTo>
                    <a:pt x="9555" y="1461"/>
                  </a:lnTo>
                  <a:lnTo>
                    <a:pt x="8892" y="1062"/>
                  </a:lnTo>
                  <a:lnTo>
                    <a:pt x="8096" y="664"/>
                  </a:lnTo>
                  <a:lnTo>
                    <a:pt x="7167" y="266"/>
                  </a:lnTo>
                  <a:lnTo>
                    <a:pt x="5972" y="133"/>
                  </a:lnTo>
                  <a:lnTo>
                    <a:pt x="477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8"/>
            <p:cNvSpPr/>
            <p:nvPr/>
          </p:nvSpPr>
          <p:spPr>
            <a:xfrm>
              <a:off x="5324660" y="1884797"/>
              <a:ext cx="418081" cy="290465"/>
            </a:xfrm>
            <a:custGeom>
              <a:rect b="b" l="l" r="r" t="t"/>
              <a:pathLst>
                <a:path extrusionOk="0" h="17519" w="25216">
                  <a:moveTo>
                    <a:pt x="0" y="1"/>
                  </a:moveTo>
                  <a:lnTo>
                    <a:pt x="266" y="929"/>
                  </a:lnTo>
                  <a:lnTo>
                    <a:pt x="398" y="1858"/>
                  </a:lnTo>
                  <a:lnTo>
                    <a:pt x="531" y="3849"/>
                  </a:lnTo>
                  <a:lnTo>
                    <a:pt x="664" y="5840"/>
                  </a:lnTo>
                  <a:lnTo>
                    <a:pt x="929" y="6901"/>
                  </a:lnTo>
                  <a:lnTo>
                    <a:pt x="1195" y="7830"/>
                  </a:lnTo>
                  <a:lnTo>
                    <a:pt x="2256" y="10352"/>
                  </a:lnTo>
                  <a:lnTo>
                    <a:pt x="3451" y="13272"/>
                  </a:lnTo>
                  <a:lnTo>
                    <a:pt x="4114" y="14731"/>
                  </a:lnTo>
                  <a:lnTo>
                    <a:pt x="4778" y="15926"/>
                  </a:lnTo>
                  <a:lnTo>
                    <a:pt x="5441" y="16855"/>
                  </a:lnTo>
                  <a:lnTo>
                    <a:pt x="5840" y="17253"/>
                  </a:lnTo>
                  <a:lnTo>
                    <a:pt x="6105" y="17518"/>
                  </a:lnTo>
                  <a:lnTo>
                    <a:pt x="6769" y="17518"/>
                  </a:lnTo>
                  <a:lnTo>
                    <a:pt x="8096" y="17120"/>
                  </a:lnTo>
                  <a:lnTo>
                    <a:pt x="11546" y="15926"/>
                  </a:lnTo>
                  <a:lnTo>
                    <a:pt x="15129" y="14333"/>
                  </a:lnTo>
                  <a:lnTo>
                    <a:pt x="17784" y="13272"/>
                  </a:lnTo>
                  <a:lnTo>
                    <a:pt x="22163" y="11281"/>
                  </a:lnTo>
                  <a:lnTo>
                    <a:pt x="23225" y="10750"/>
                  </a:lnTo>
                  <a:lnTo>
                    <a:pt x="24021" y="10087"/>
                  </a:lnTo>
                  <a:lnTo>
                    <a:pt x="24685" y="9423"/>
                  </a:lnTo>
                  <a:lnTo>
                    <a:pt x="25083" y="8494"/>
                  </a:lnTo>
                  <a:lnTo>
                    <a:pt x="25215" y="7830"/>
                  </a:lnTo>
                  <a:lnTo>
                    <a:pt x="25215" y="7300"/>
                  </a:lnTo>
                  <a:lnTo>
                    <a:pt x="25083" y="6901"/>
                  </a:lnTo>
                  <a:lnTo>
                    <a:pt x="24817" y="6503"/>
                  </a:lnTo>
                  <a:lnTo>
                    <a:pt x="24552" y="6105"/>
                  </a:lnTo>
                  <a:lnTo>
                    <a:pt x="24154" y="5972"/>
                  </a:lnTo>
                  <a:lnTo>
                    <a:pt x="23888" y="5840"/>
                  </a:lnTo>
                  <a:lnTo>
                    <a:pt x="23623" y="5972"/>
                  </a:lnTo>
                  <a:lnTo>
                    <a:pt x="21632" y="7300"/>
                  </a:lnTo>
                  <a:lnTo>
                    <a:pt x="20703" y="7830"/>
                  </a:lnTo>
                  <a:lnTo>
                    <a:pt x="20305" y="7830"/>
                  </a:lnTo>
                  <a:lnTo>
                    <a:pt x="20305" y="7698"/>
                  </a:lnTo>
                  <a:lnTo>
                    <a:pt x="20305" y="7167"/>
                  </a:lnTo>
                  <a:lnTo>
                    <a:pt x="20570" y="6769"/>
                  </a:lnTo>
                  <a:lnTo>
                    <a:pt x="20703" y="6371"/>
                  </a:lnTo>
                  <a:lnTo>
                    <a:pt x="20703" y="6105"/>
                  </a:lnTo>
                  <a:lnTo>
                    <a:pt x="20570" y="5972"/>
                  </a:lnTo>
                  <a:lnTo>
                    <a:pt x="20438" y="5707"/>
                  </a:lnTo>
                  <a:lnTo>
                    <a:pt x="20172" y="5707"/>
                  </a:lnTo>
                  <a:lnTo>
                    <a:pt x="19907" y="5840"/>
                  </a:lnTo>
                  <a:lnTo>
                    <a:pt x="19642" y="5972"/>
                  </a:lnTo>
                  <a:lnTo>
                    <a:pt x="19111" y="6636"/>
                  </a:lnTo>
                  <a:lnTo>
                    <a:pt x="18580" y="7300"/>
                  </a:lnTo>
                  <a:lnTo>
                    <a:pt x="18182" y="7830"/>
                  </a:lnTo>
                  <a:lnTo>
                    <a:pt x="17784" y="8229"/>
                  </a:lnTo>
                  <a:lnTo>
                    <a:pt x="17385" y="8759"/>
                  </a:lnTo>
                  <a:lnTo>
                    <a:pt x="16456" y="9423"/>
                  </a:lnTo>
                  <a:lnTo>
                    <a:pt x="15793" y="9821"/>
                  </a:lnTo>
                  <a:lnTo>
                    <a:pt x="14731" y="10219"/>
                  </a:lnTo>
                  <a:lnTo>
                    <a:pt x="12475" y="10883"/>
                  </a:lnTo>
                  <a:lnTo>
                    <a:pt x="7830" y="12077"/>
                  </a:lnTo>
                  <a:lnTo>
                    <a:pt x="5972" y="7167"/>
                  </a:lnTo>
                  <a:lnTo>
                    <a:pt x="4911" y="4911"/>
                  </a:lnTo>
                  <a:lnTo>
                    <a:pt x="3982" y="2920"/>
                  </a:lnTo>
                  <a:lnTo>
                    <a:pt x="3053" y="1726"/>
                  </a:lnTo>
                  <a:lnTo>
                    <a:pt x="2124" y="929"/>
                  </a:lnTo>
                  <a:lnTo>
                    <a:pt x="1195" y="3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8"/>
            <p:cNvSpPr/>
            <p:nvPr/>
          </p:nvSpPr>
          <p:spPr>
            <a:xfrm>
              <a:off x="5315856" y="1880403"/>
              <a:ext cx="310262" cy="301458"/>
            </a:xfrm>
            <a:custGeom>
              <a:rect b="b" l="l" r="r" t="t"/>
              <a:pathLst>
                <a:path extrusionOk="0" h="18182" w="18713">
                  <a:moveTo>
                    <a:pt x="1" y="0"/>
                  </a:moveTo>
                  <a:lnTo>
                    <a:pt x="531" y="531"/>
                  </a:lnTo>
                  <a:lnTo>
                    <a:pt x="664" y="929"/>
                  </a:lnTo>
                  <a:lnTo>
                    <a:pt x="797" y="2389"/>
                  </a:lnTo>
                  <a:lnTo>
                    <a:pt x="1460" y="5441"/>
                  </a:lnTo>
                  <a:lnTo>
                    <a:pt x="1991" y="7963"/>
                  </a:lnTo>
                  <a:lnTo>
                    <a:pt x="2787" y="10617"/>
                  </a:lnTo>
                  <a:lnTo>
                    <a:pt x="3716" y="13404"/>
                  </a:lnTo>
                  <a:lnTo>
                    <a:pt x="4645" y="15660"/>
                  </a:lnTo>
                  <a:lnTo>
                    <a:pt x="5176" y="16722"/>
                  </a:lnTo>
                  <a:lnTo>
                    <a:pt x="5707" y="17385"/>
                  </a:lnTo>
                  <a:lnTo>
                    <a:pt x="6238" y="17916"/>
                  </a:lnTo>
                  <a:lnTo>
                    <a:pt x="6769" y="18181"/>
                  </a:lnTo>
                  <a:lnTo>
                    <a:pt x="7565" y="18049"/>
                  </a:lnTo>
                  <a:lnTo>
                    <a:pt x="8759" y="17651"/>
                  </a:lnTo>
                  <a:lnTo>
                    <a:pt x="12343" y="16323"/>
                  </a:lnTo>
                  <a:lnTo>
                    <a:pt x="16058" y="14598"/>
                  </a:lnTo>
                  <a:lnTo>
                    <a:pt x="18713" y="13404"/>
                  </a:lnTo>
                  <a:lnTo>
                    <a:pt x="18182" y="12475"/>
                  </a:lnTo>
                  <a:lnTo>
                    <a:pt x="17651" y="11679"/>
                  </a:lnTo>
                  <a:lnTo>
                    <a:pt x="17253" y="10750"/>
                  </a:lnTo>
                  <a:lnTo>
                    <a:pt x="16987" y="9688"/>
                  </a:lnTo>
                  <a:lnTo>
                    <a:pt x="14864" y="10484"/>
                  </a:lnTo>
                  <a:lnTo>
                    <a:pt x="12475" y="11148"/>
                  </a:lnTo>
                  <a:lnTo>
                    <a:pt x="8627" y="12209"/>
                  </a:lnTo>
                  <a:lnTo>
                    <a:pt x="7432" y="9157"/>
                  </a:lnTo>
                  <a:lnTo>
                    <a:pt x="6238" y="6105"/>
                  </a:lnTo>
                  <a:lnTo>
                    <a:pt x="5044" y="3451"/>
                  </a:lnTo>
                  <a:lnTo>
                    <a:pt x="4513" y="2256"/>
                  </a:lnTo>
                  <a:lnTo>
                    <a:pt x="3982" y="1460"/>
                  </a:lnTo>
                  <a:lnTo>
                    <a:pt x="3186" y="664"/>
                  </a:lnTo>
                  <a:lnTo>
                    <a:pt x="2389" y="133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8"/>
            <p:cNvSpPr/>
            <p:nvPr/>
          </p:nvSpPr>
          <p:spPr>
            <a:xfrm>
              <a:off x="5122218" y="2914564"/>
              <a:ext cx="55029" cy="94622"/>
            </a:xfrm>
            <a:custGeom>
              <a:rect b="b" l="l" r="r" t="t"/>
              <a:pathLst>
                <a:path extrusionOk="0" h="5707" w="3319">
                  <a:moveTo>
                    <a:pt x="1" y="0"/>
                  </a:moveTo>
                  <a:lnTo>
                    <a:pt x="1" y="5707"/>
                  </a:lnTo>
                  <a:lnTo>
                    <a:pt x="3319" y="5707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8"/>
            <p:cNvSpPr/>
            <p:nvPr/>
          </p:nvSpPr>
          <p:spPr>
            <a:xfrm>
              <a:off x="5122218" y="2914564"/>
              <a:ext cx="55029" cy="94622"/>
            </a:xfrm>
            <a:custGeom>
              <a:rect b="b" l="l" r="r" t="t"/>
              <a:pathLst>
                <a:path extrusionOk="0" fill="none" h="5707" w="3319">
                  <a:moveTo>
                    <a:pt x="1" y="5707"/>
                  </a:moveTo>
                  <a:lnTo>
                    <a:pt x="3319" y="5707"/>
                  </a:lnTo>
                  <a:lnTo>
                    <a:pt x="3319" y="0"/>
                  </a:lnTo>
                  <a:lnTo>
                    <a:pt x="1" y="0"/>
                  </a:lnTo>
                  <a:lnTo>
                    <a:pt x="1" y="570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8"/>
            <p:cNvSpPr/>
            <p:nvPr/>
          </p:nvSpPr>
          <p:spPr>
            <a:xfrm>
              <a:off x="5324660" y="2839738"/>
              <a:ext cx="68227" cy="112247"/>
            </a:xfrm>
            <a:custGeom>
              <a:rect b="b" l="l" r="r" t="t"/>
              <a:pathLst>
                <a:path extrusionOk="0" h="6770" w="4115">
                  <a:moveTo>
                    <a:pt x="0" y="1"/>
                  </a:moveTo>
                  <a:lnTo>
                    <a:pt x="266" y="6636"/>
                  </a:lnTo>
                  <a:lnTo>
                    <a:pt x="3982" y="6769"/>
                  </a:lnTo>
                  <a:lnTo>
                    <a:pt x="4114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8"/>
            <p:cNvSpPr/>
            <p:nvPr/>
          </p:nvSpPr>
          <p:spPr>
            <a:xfrm>
              <a:off x="5324660" y="2839738"/>
              <a:ext cx="68227" cy="112247"/>
            </a:xfrm>
            <a:custGeom>
              <a:rect b="b" l="l" r="r" t="t"/>
              <a:pathLst>
                <a:path extrusionOk="0" fill="none" h="6770" w="4115">
                  <a:moveTo>
                    <a:pt x="266" y="6636"/>
                  </a:moveTo>
                  <a:lnTo>
                    <a:pt x="3982" y="6769"/>
                  </a:lnTo>
                  <a:lnTo>
                    <a:pt x="4114" y="134"/>
                  </a:lnTo>
                  <a:lnTo>
                    <a:pt x="0" y="1"/>
                  </a:lnTo>
                  <a:lnTo>
                    <a:pt x="266" y="66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8"/>
            <p:cNvSpPr/>
            <p:nvPr/>
          </p:nvSpPr>
          <p:spPr>
            <a:xfrm>
              <a:off x="5109021" y="2254448"/>
              <a:ext cx="290465" cy="712940"/>
            </a:xfrm>
            <a:custGeom>
              <a:rect b="b" l="l" r="r" t="t"/>
              <a:pathLst>
                <a:path extrusionOk="0" h="43000" w="17519">
                  <a:moveTo>
                    <a:pt x="16590" y="1"/>
                  </a:moveTo>
                  <a:lnTo>
                    <a:pt x="1195" y="664"/>
                  </a:lnTo>
                  <a:lnTo>
                    <a:pt x="1062" y="21500"/>
                  </a:lnTo>
                  <a:lnTo>
                    <a:pt x="797" y="22296"/>
                  </a:lnTo>
                  <a:lnTo>
                    <a:pt x="532" y="23491"/>
                  </a:lnTo>
                  <a:lnTo>
                    <a:pt x="133" y="25083"/>
                  </a:lnTo>
                  <a:lnTo>
                    <a:pt x="1" y="27207"/>
                  </a:lnTo>
                  <a:lnTo>
                    <a:pt x="1" y="31453"/>
                  </a:lnTo>
                  <a:lnTo>
                    <a:pt x="266" y="36629"/>
                  </a:lnTo>
                  <a:lnTo>
                    <a:pt x="664" y="42601"/>
                  </a:lnTo>
                  <a:lnTo>
                    <a:pt x="930" y="42734"/>
                  </a:lnTo>
                  <a:lnTo>
                    <a:pt x="1593" y="42866"/>
                  </a:lnTo>
                  <a:lnTo>
                    <a:pt x="2124" y="42999"/>
                  </a:lnTo>
                  <a:lnTo>
                    <a:pt x="2788" y="42999"/>
                  </a:lnTo>
                  <a:lnTo>
                    <a:pt x="3451" y="42866"/>
                  </a:lnTo>
                  <a:lnTo>
                    <a:pt x="4247" y="42601"/>
                  </a:lnTo>
                  <a:lnTo>
                    <a:pt x="5575" y="34373"/>
                  </a:lnTo>
                  <a:lnTo>
                    <a:pt x="6504" y="27737"/>
                  </a:lnTo>
                  <a:lnTo>
                    <a:pt x="7300" y="22827"/>
                  </a:lnTo>
                  <a:lnTo>
                    <a:pt x="9158" y="8362"/>
                  </a:lnTo>
                  <a:lnTo>
                    <a:pt x="11414" y="21898"/>
                  </a:lnTo>
                  <a:lnTo>
                    <a:pt x="11148" y="23358"/>
                  </a:lnTo>
                  <a:lnTo>
                    <a:pt x="11148" y="24818"/>
                  </a:lnTo>
                  <a:lnTo>
                    <a:pt x="11148" y="26808"/>
                  </a:lnTo>
                  <a:lnTo>
                    <a:pt x="11547" y="29595"/>
                  </a:lnTo>
                  <a:lnTo>
                    <a:pt x="12077" y="33842"/>
                  </a:lnTo>
                  <a:lnTo>
                    <a:pt x="12874" y="39416"/>
                  </a:lnTo>
                  <a:lnTo>
                    <a:pt x="13272" y="39416"/>
                  </a:lnTo>
                  <a:lnTo>
                    <a:pt x="14201" y="39681"/>
                  </a:lnTo>
                  <a:lnTo>
                    <a:pt x="15661" y="39681"/>
                  </a:lnTo>
                  <a:lnTo>
                    <a:pt x="16324" y="39549"/>
                  </a:lnTo>
                  <a:lnTo>
                    <a:pt x="17253" y="39416"/>
                  </a:lnTo>
                  <a:lnTo>
                    <a:pt x="17519" y="21235"/>
                  </a:lnTo>
                  <a:lnTo>
                    <a:pt x="17386" y="16988"/>
                  </a:lnTo>
                  <a:lnTo>
                    <a:pt x="17120" y="9821"/>
                  </a:lnTo>
                  <a:lnTo>
                    <a:pt x="16590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8"/>
            <p:cNvSpPr/>
            <p:nvPr/>
          </p:nvSpPr>
          <p:spPr>
            <a:xfrm>
              <a:off x="5109021" y="2254448"/>
              <a:ext cx="290465" cy="712940"/>
            </a:xfrm>
            <a:custGeom>
              <a:rect b="b" l="l" r="r" t="t"/>
              <a:pathLst>
                <a:path extrusionOk="0" fill="none" h="43000" w="17519">
                  <a:moveTo>
                    <a:pt x="1195" y="664"/>
                  </a:moveTo>
                  <a:lnTo>
                    <a:pt x="1195" y="664"/>
                  </a:lnTo>
                  <a:lnTo>
                    <a:pt x="1062" y="21500"/>
                  </a:lnTo>
                  <a:lnTo>
                    <a:pt x="1062" y="21500"/>
                  </a:lnTo>
                  <a:lnTo>
                    <a:pt x="797" y="22296"/>
                  </a:lnTo>
                  <a:lnTo>
                    <a:pt x="532" y="23491"/>
                  </a:lnTo>
                  <a:lnTo>
                    <a:pt x="133" y="25083"/>
                  </a:lnTo>
                  <a:lnTo>
                    <a:pt x="1" y="27207"/>
                  </a:lnTo>
                  <a:lnTo>
                    <a:pt x="1" y="27207"/>
                  </a:lnTo>
                  <a:lnTo>
                    <a:pt x="1" y="31453"/>
                  </a:lnTo>
                  <a:lnTo>
                    <a:pt x="266" y="36629"/>
                  </a:lnTo>
                  <a:lnTo>
                    <a:pt x="664" y="42601"/>
                  </a:lnTo>
                  <a:lnTo>
                    <a:pt x="664" y="42601"/>
                  </a:lnTo>
                  <a:lnTo>
                    <a:pt x="930" y="42734"/>
                  </a:lnTo>
                  <a:lnTo>
                    <a:pt x="1593" y="42866"/>
                  </a:lnTo>
                  <a:lnTo>
                    <a:pt x="2124" y="42999"/>
                  </a:lnTo>
                  <a:lnTo>
                    <a:pt x="2788" y="42999"/>
                  </a:lnTo>
                  <a:lnTo>
                    <a:pt x="3451" y="42866"/>
                  </a:lnTo>
                  <a:lnTo>
                    <a:pt x="4247" y="42601"/>
                  </a:lnTo>
                  <a:lnTo>
                    <a:pt x="4247" y="42601"/>
                  </a:lnTo>
                  <a:lnTo>
                    <a:pt x="5575" y="34373"/>
                  </a:lnTo>
                  <a:lnTo>
                    <a:pt x="6504" y="27737"/>
                  </a:lnTo>
                  <a:lnTo>
                    <a:pt x="7300" y="22827"/>
                  </a:lnTo>
                  <a:lnTo>
                    <a:pt x="7300" y="22827"/>
                  </a:lnTo>
                  <a:lnTo>
                    <a:pt x="9158" y="8362"/>
                  </a:lnTo>
                  <a:lnTo>
                    <a:pt x="11414" y="21898"/>
                  </a:lnTo>
                  <a:lnTo>
                    <a:pt x="11414" y="21898"/>
                  </a:lnTo>
                  <a:lnTo>
                    <a:pt x="11148" y="23358"/>
                  </a:lnTo>
                  <a:lnTo>
                    <a:pt x="11148" y="24818"/>
                  </a:lnTo>
                  <a:lnTo>
                    <a:pt x="11148" y="26808"/>
                  </a:lnTo>
                  <a:lnTo>
                    <a:pt x="11148" y="26808"/>
                  </a:lnTo>
                  <a:lnTo>
                    <a:pt x="11547" y="29595"/>
                  </a:lnTo>
                  <a:lnTo>
                    <a:pt x="12077" y="33842"/>
                  </a:lnTo>
                  <a:lnTo>
                    <a:pt x="12874" y="39416"/>
                  </a:lnTo>
                  <a:lnTo>
                    <a:pt x="12874" y="39416"/>
                  </a:lnTo>
                  <a:lnTo>
                    <a:pt x="13272" y="39416"/>
                  </a:lnTo>
                  <a:lnTo>
                    <a:pt x="14201" y="39681"/>
                  </a:lnTo>
                  <a:lnTo>
                    <a:pt x="15661" y="39681"/>
                  </a:lnTo>
                  <a:lnTo>
                    <a:pt x="16324" y="39549"/>
                  </a:lnTo>
                  <a:lnTo>
                    <a:pt x="17253" y="39416"/>
                  </a:lnTo>
                  <a:lnTo>
                    <a:pt x="17253" y="39416"/>
                  </a:lnTo>
                  <a:lnTo>
                    <a:pt x="17519" y="21235"/>
                  </a:lnTo>
                  <a:lnTo>
                    <a:pt x="17519" y="21235"/>
                  </a:lnTo>
                  <a:lnTo>
                    <a:pt x="17386" y="16988"/>
                  </a:lnTo>
                  <a:lnTo>
                    <a:pt x="17120" y="9821"/>
                  </a:lnTo>
                  <a:lnTo>
                    <a:pt x="16590" y="1"/>
                  </a:lnTo>
                  <a:lnTo>
                    <a:pt x="1195" y="6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8"/>
            <p:cNvSpPr/>
            <p:nvPr/>
          </p:nvSpPr>
          <p:spPr>
            <a:xfrm>
              <a:off x="5126629" y="2269851"/>
              <a:ext cx="270652" cy="312467"/>
            </a:xfrm>
            <a:custGeom>
              <a:rect b="b" l="l" r="r" t="t"/>
              <a:pathLst>
                <a:path extrusionOk="0" h="18846" w="16324">
                  <a:moveTo>
                    <a:pt x="15660" y="1"/>
                  </a:moveTo>
                  <a:lnTo>
                    <a:pt x="14466" y="664"/>
                  </a:lnTo>
                  <a:lnTo>
                    <a:pt x="12741" y="1461"/>
                  </a:lnTo>
                  <a:lnTo>
                    <a:pt x="11546" y="1726"/>
                  </a:lnTo>
                  <a:lnTo>
                    <a:pt x="10352" y="1992"/>
                  </a:lnTo>
                  <a:lnTo>
                    <a:pt x="8892" y="2124"/>
                  </a:lnTo>
                  <a:lnTo>
                    <a:pt x="7432" y="2257"/>
                  </a:lnTo>
                  <a:lnTo>
                    <a:pt x="5707" y="2124"/>
                  </a:lnTo>
                  <a:lnTo>
                    <a:pt x="3982" y="1992"/>
                  </a:lnTo>
                  <a:lnTo>
                    <a:pt x="2124" y="1593"/>
                  </a:lnTo>
                  <a:lnTo>
                    <a:pt x="133" y="1063"/>
                  </a:lnTo>
                  <a:lnTo>
                    <a:pt x="0" y="17386"/>
                  </a:lnTo>
                  <a:lnTo>
                    <a:pt x="4513" y="14732"/>
                  </a:lnTo>
                  <a:lnTo>
                    <a:pt x="6901" y="16192"/>
                  </a:lnTo>
                  <a:lnTo>
                    <a:pt x="8096" y="7433"/>
                  </a:lnTo>
                  <a:lnTo>
                    <a:pt x="8627" y="7300"/>
                  </a:lnTo>
                  <a:lnTo>
                    <a:pt x="9821" y="6769"/>
                  </a:lnTo>
                  <a:lnTo>
                    <a:pt x="11414" y="5973"/>
                  </a:lnTo>
                  <a:lnTo>
                    <a:pt x="12210" y="5442"/>
                  </a:lnTo>
                  <a:lnTo>
                    <a:pt x="12873" y="4778"/>
                  </a:lnTo>
                  <a:lnTo>
                    <a:pt x="12873" y="4778"/>
                  </a:lnTo>
                  <a:lnTo>
                    <a:pt x="12741" y="5044"/>
                  </a:lnTo>
                  <a:lnTo>
                    <a:pt x="12210" y="5707"/>
                  </a:lnTo>
                  <a:lnTo>
                    <a:pt x="11148" y="6769"/>
                  </a:lnTo>
                  <a:lnTo>
                    <a:pt x="10352" y="7300"/>
                  </a:lnTo>
                  <a:lnTo>
                    <a:pt x="9423" y="7831"/>
                  </a:lnTo>
                  <a:lnTo>
                    <a:pt x="9954" y="17917"/>
                  </a:lnTo>
                  <a:lnTo>
                    <a:pt x="11679" y="18846"/>
                  </a:lnTo>
                  <a:lnTo>
                    <a:pt x="13404" y="17784"/>
                  </a:lnTo>
                  <a:lnTo>
                    <a:pt x="14466" y="17121"/>
                  </a:lnTo>
                  <a:lnTo>
                    <a:pt x="16324" y="16059"/>
                  </a:lnTo>
                  <a:lnTo>
                    <a:pt x="15660" y="1"/>
                  </a:lnTo>
                  <a:close/>
                </a:path>
              </a:pathLst>
            </a:custGeom>
            <a:solidFill>
              <a:srgbClr val="9130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8"/>
            <p:cNvSpPr/>
            <p:nvPr/>
          </p:nvSpPr>
          <p:spPr>
            <a:xfrm>
              <a:off x="5126629" y="2269851"/>
              <a:ext cx="270652" cy="312467"/>
            </a:xfrm>
            <a:custGeom>
              <a:rect b="b" l="l" r="r" t="t"/>
              <a:pathLst>
                <a:path extrusionOk="0" fill="none" h="18846" w="16324">
                  <a:moveTo>
                    <a:pt x="15660" y="1"/>
                  </a:moveTo>
                  <a:lnTo>
                    <a:pt x="15660" y="1"/>
                  </a:lnTo>
                  <a:lnTo>
                    <a:pt x="14466" y="664"/>
                  </a:lnTo>
                  <a:lnTo>
                    <a:pt x="12741" y="1461"/>
                  </a:lnTo>
                  <a:lnTo>
                    <a:pt x="11546" y="1726"/>
                  </a:lnTo>
                  <a:lnTo>
                    <a:pt x="10352" y="1992"/>
                  </a:lnTo>
                  <a:lnTo>
                    <a:pt x="8892" y="2124"/>
                  </a:lnTo>
                  <a:lnTo>
                    <a:pt x="7432" y="2257"/>
                  </a:lnTo>
                  <a:lnTo>
                    <a:pt x="7432" y="2257"/>
                  </a:lnTo>
                  <a:lnTo>
                    <a:pt x="5707" y="2124"/>
                  </a:lnTo>
                  <a:lnTo>
                    <a:pt x="3982" y="1992"/>
                  </a:lnTo>
                  <a:lnTo>
                    <a:pt x="2124" y="1593"/>
                  </a:lnTo>
                  <a:lnTo>
                    <a:pt x="133" y="1063"/>
                  </a:lnTo>
                  <a:lnTo>
                    <a:pt x="133" y="1063"/>
                  </a:lnTo>
                  <a:lnTo>
                    <a:pt x="0" y="17386"/>
                  </a:lnTo>
                  <a:lnTo>
                    <a:pt x="4513" y="14732"/>
                  </a:lnTo>
                  <a:lnTo>
                    <a:pt x="6901" y="16192"/>
                  </a:lnTo>
                  <a:lnTo>
                    <a:pt x="6901" y="16192"/>
                  </a:lnTo>
                  <a:lnTo>
                    <a:pt x="8096" y="7433"/>
                  </a:lnTo>
                  <a:lnTo>
                    <a:pt x="8096" y="7433"/>
                  </a:lnTo>
                  <a:lnTo>
                    <a:pt x="8096" y="7433"/>
                  </a:lnTo>
                  <a:lnTo>
                    <a:pt x="8627" y="7300"/>
                  </a:lnTo>
                  <a:lnTo>
                    <a:pt x="9821" y="6769"/>
                  </a:lnTo>
                  <a:lnTo>
                    <a:pt x="11414" y="5973"/>
                  </a:lnTo>
                  <a:lnTo>
                    <a:pt x="12210" y="5442"/>
                  </a:lnTo>
                  <a:lnTo>
                    <a:pt x="12873" y="4778"/>
                  </a:lnTo>
                  <a:lnTo>
                    <a:pt x="12873" y="4778"/>
                  </a:lnTo>
                  <a:lnTo>
                    <a:pt x="12741" y="5044"/>
                  </a:lnTo>
                  <a:lnTo>
                    <a:pt x="12210" y="5707"/>
                  </a:lnTo>
                  <a:lnTo>
                    <a:pt x="11148" y="6769"/>
                  </a:lnTo>
                  <a:lnTo>
                    <a:pt x="10352" y="7300"/>
                  </a:lnTo>
                  <a:lnTo>
                    <a:pt x="9423" y="7831"/>
                  </a:lnTo>
                  <a:lnTo>
                    <a:pt x="9954" y="17917"/>
                  </a:lnTo>
                  <a:lnTo>
                    <a:pt x="11679" y="18846"/>
                  </a:lnTo>
                  <a:lnTo>
                    <a:pt x="13404" y="17784"/>
                  </a:lnTo>
                  <a:lnTo>
                    <a:pt x="14466" y="17121"/>
                  </a:lnTo>
                  <a:lnTo>
                    <a:pt x="14466" y="17121"/>
                  </a:lnTo>
                  <a:lnTo>
                    <a:pt x="16324" y="16059"/>
                  </a:lnTo>
                  <a:lnTo>
                    <a:pt x="16324" y="16059"/>
                  </a:lnTo>
                  <a:lnTo>
                    <a:pt x="1566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8"/>
            <p:cNvSpPr/>
            <p:nvPr/>
          </p:nvSpPr>
          <p:spPr>
            <a:xfrm>
              <a:off x="5109021" y="2973970"/>
              <a:ext cx="140847" cy="162832"/>
            </a:xfrm>
            <a:custGeom>
              <a:rect b="b" l="l" r="r" t="t"/>
              <a:pathLst>
                <a:path extrusionOk="0" h="9821" w="8495">
                  <a:moveTo>
                    <a:pt x="797" y="0"/>
                  </a:moveTo>
                  <a:lnTo>
                    <a:pt x="664" y="133"/>
                  </a:lnTo>
                  <a:lnTo>
                    <a:pt x="532" y="398"/>
                  </a:lnTo>
                  <a:lnTo>
                    <a:pt x="266" y="1195"/>
                  </a:lnTo>
                  <a:lnTo>
                    <a:pt x="1" y="2256"/>
                  </a:lnTo>
                  <a:lnTo>
                    <a:pt x="1" y="2787"/>
                  </a:lnTo>
                  <a:lnTo>
                    <a:pt x="133" y="3318"/>
                  </a:lnTo>
                  <a:lnTo>
                    <a:pt x="399" y="3982"/>
                  </a:lnTo>
                  <a:lnTo>
                    <a:pt x="797" y="4380"/>
                  </a:lnTo>
                  <a:lnTo>
                    <a:pt x="1328" y="5309"/>
                  </a:lnTo>
                  <a:lnTo>
                    <a:pt x="1461" y="5840"/>
                  </a:lnTo>
                  <a:lnTo>
                    <a:pt x="1593" y="6370"/>
                  </a:lnTo>
                  <a:lnTo>
                    <a:pt x="1726" y="7299"/>
                  </a:lnTo>
                  <a:lnTo>
                    <a:pt x="1991" y="8096"/>
                  </a:lnTo>
                  <a:lnTo>
                    <a:pt x="2390" y="8759"/>
                  </a:lnTo>
                  <a:lnTo>
                    <a:pt x="2920" y="9290"/>
                  </a:lnTo>
                  <a:lnTo>
                    <a:pt x="3717" y="9555"/>
                  </a:lnTo>
                  <a:lnTo>
                    <a:pt x="4778" y="9821"/>
                  </a:lnTo>
                  <a:lnTo>
                    <a:pt x="5973" y="9821"/>
                  </a:lnTo>
                  <a:lnTo>
                    <a:pt x="7167" y="9555"/>
                  </a:lnTo>
                  <a:lnTo>
                    <a:pt x="7698" y="9423"/>
                  </a:lnTo>
                  <a:lnTo>
                    <a:pt x="8229" y="9025"/>
                  </a:lnTo>
                  <a:lnTo>
                    <a:pt x="8361" y="8759"/>
                  </a:lnTo>
                  <a:lnTo>
                    <a:pt x="8494" y="8361"/>
                  </a:lnTo>
                  <a:lnTo>
                    <a:pt x="8361" y="7830"/>
                  </a:lnTo>
                  <a:lnTo>
                    <a:pt x="8361" y="7432"/>
                  </a:lnTo>
                  <a:lnTo>
                    <a:pt x="7831" y="6901"/>
                  </a:lnTo>
                  <a:lnTo>
                    <a:pt x="7300" y="6238"/>
                  </a:lnTo>
                  <a:lnTo>
                    <a:pt x="6105" y="4778"/>
                  </a:lnTo>
                  <a:lnTo>
                    <a:pt x="5707" y="4114"/>
                  </a:lnTo>
                  <a:lnTo>
                    <a:pt x="5309" y="3318"/>
                  </a:lnTo>
                  <a:lnTo>
                    <a:pt x="4911" y="2389"/>
                  </a:lnTo>
                  <a:lnTo>
                    <a:pt x="4646" y="1593"/>
                  </a:lnTo>
                  <a:lnTo>
                    <a:pt x="4513" y="664"/>
                  </a:lnTo>
                  <a:lnTo>
                    <a:pt x="4380" y="133"/>
                  </a:lnTo>
                  <a:lnTo>
                    <a:pt x="4115" y="0"/>
                  </a:lnTo>
                  <a:lnTo>
                    <a:pt x="4115" y="531"/>
                  </a:lnTo>
                  <a:lnTo>
                    <a:pt x="4115" y="664"/>
                  </a:lnTo>
                  <a:lnTo>
                    <a:pt x="3982" y="797"/>
                  </a:lnTo>
                  <a:lnTo>
                    <a:pt x="3451" y="929"/>
                  </a:lnTo>
                  <a:lnTo>
                    <a:pt x="1991" y="929"/>
                  </a:lnTo>
                  <a:lnTo>
                    <a:pt x="1461" y="797"/>
                  </a:lnTo>
                  <a:lnTo>
                    <a:pt x="1062" y="664"/>
                  </a:lnTo>
                  <a:lnTo>
                    <a:pt x="797" y="398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8"/>
            <p:cNvSpPr/>
            <p:nvPr/>
          </p:nvSpPr>
          <p:spPr>
            <a:xfrm>
              <a:off x="5109021" y="2973970"/>
              <a:ext cx="140847" cy="162832"/>
            </a:xfrm>
            <a:custGeom>
              <a:rect b="b" l="l" r="r" t="t"/>
              <a:pathLst>
                <a:path extrusionOk="0" fill="none" h="9821" w="8495">
                  <a:moveTo>
                    <a:pt x="4115" y="531"/>
                  </a:moveTo>
                  <a:lnTo>
                    <a:pt x="4115" y="0"/>
                  </a:lnTo>
                  <a:lnTo>
                    <a:pt x="4115" y="0"/>
                  </a:lnTo>
                  <a:lnTo>
                    <a:pt x="4380" y="133"/>
                  </a:lnTo>
                  <a:lnTo>
                    <a:pt x="4513" y="664"/>
                  </a:lnTo>
                  <a:lnTo>
                    <a:pt x="4513" y="664"/>
                  </a:lnTo>
                  <a:lnTo>
                    <a:pt x="4646" y="1593"/>
                  </a:lnTo>
                  <a:lnTo>
                    <a:pt x="4646" y="1593"/>
                  </a:lnTo>
                  <a:lnTo>
                    <a:pt x="4911" y="2389"/>
                  </a:lnTo>
                  <a:lnTo>
                    <a:pt x="5309" y="3318"/>
                  </a:lnTo>
                  <a:lnTo>
                    <a:pt x="5309" y="3318"/>
                  </a:lnTo>
                  <a:lnTo>
                    <a:pt x="5707" y="4114"/>
                  </a:lnTo>
                  <a:lnTo>
                    <a:pt x="6105" y="4778"/>
                  </a:lnTo>
                  <a:lnTo>
                    <a:pt x="7300" y="6238"/>
                  </a:lnTo>
                  <a:lnTo>
                    <a:pt x="7300" y="6238"/>
                  </a:lnTo>
                  <a:lnTo>
                    <a:pt x="7831" y="6901"/>
                  </a:lnTo>
                  <a:lnTo>
                    <a:pt x="8361" y="7432"/>
                  </a:lnTo>
                  <a:lnTo>
                    <a:pt x="8361" y="7432"/>
                  </a:lnTo>
                  <a:lnTo>
                    <a:pt x="8361" y="7830"/>
                  </a:lnTo>
                  <a:lnTo>
                    <a:pt x="8494" y="8361"/>
                  </a:lnTo>
                  <a:lnTo>
                    <a:pt x="8361" y="8759"/>
                  </a:lnTo>
                  <a:lnTo>
                    <a:pt x="8229" y="9025"/>
                  </a:lnTo>
                  <a:lnTo>
                    <a:pt x="8229" y="9025"/>
                  </a:lnTo>
                  <a:lnTo>
                    <a:pt x="7698" y="9423"/>
                  </a:lnTo>
                  <a:lnTo>
                    <a:pt x="7167" y="9555"/>
                  </a:lnTo>
                  <a:lnTo>
                    <a:pt x="5973" y="9821"/>
                  </a:lnTo>
                  <a:lnTo>
                    <a:pt x="4778" y="9821"/>
                  </a:lnTo>
                  <a:lnTo>
                    <a:pt x="3717" y="9555"/>
                  </a:lnTo>
                  <a:lnTo>
                    <a:pt x="3717" y="9555"/>
                  </a:lnTo>
                  <a:lnTo>
                    <a:pt x="2920" y="9290"/>
                  </a:lnTo>
                  <a:lnTo>
                    <a:pt x="2390" y="8759"/>
                  </a:lnTo>
                  <a:lnTo>
                    <a:pt x="1991" y="8096"/>
                  </a:lnTo>
                  <a:lnTo>
                    <a:pt x="1726" y="7299"/>
                  </a:lnTo>
                  <a:lnTo>
                    <a:pt x="1726" y="7299"/>
                  </a:lnTo>
                  <a:lnTo>
                    <a:pt x="1593" y="6370"/>
                  </a:lnTo>
                  <a:lnTo>
                    <a:pt x="1593" y="6370"/>
                  </a:lnTo>
                  <a:lnTo>
                    <a:pt x="1461" y="5840"/>
                  </a:lnTo>
                  <a:lnTo>
                    <a:pt x="1328" y="5309"/>
                  </a:lnTo>
                  <a:lnTo>
                    <a:pt x="797" y="4380"/>
                  </a:lnTo>
                  <a:lnTo>
                    <a:pt x="797" y="4380"/>
                  </a:lnTo>
                  <a:lnTo>
                    <a:pt x="399" y="3982"/>
                  </a:lnTo>
                  <a:lnTo>
                    <a:pt x="133" y="3318"/>
                  </a:lnTo>
                  <a:lnTo>
                    <a:pt x="133" y="3318"/>
                  </a:lnTo>
                  <a:lnTo>
                    <a:pt x="1" y="2787"/>
                  </a:lnTo>
                  <a:lnTo>
                    <a:pt x="1" y="2256"/>
                  </a:lnTo>
                  <a:lnTo>
                    <a:pt x="266" y="1195"/>
                  </a:lnTo>
                  <a:lnTo>
                    <a:pt x="266" y="1195"/>
                  </a:lnTo>
                  <a:lnTo>
                    <a:pt x="532" y="398"/>
                  </a:lnTo>
                  <a:lnTo>
                    <a:pt x="664" y="133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797" y="398"/>
                  </a:lnTo>
                  <a:lnTo>
                    <a:pt x="797" y="398"/>
                  </a:lnTo>
                  <a:lnTo>
                    <a:pt x="1062" y="664"/>
                  </a:lnTo>
                  <a:lnTo>
                    <a:pt x="1461" y="797"/>
                  </a:lnTo>
                  <a:lnTo>
                    <a:pt x="1991" y="929"/>
                  </a:lnTo>
                  <a:lnTo>
                    <a:pt x="2522" y="929"/>
                  </a:lnTo>
                  <a:lnTo>
                    <a:pt x="2522" y="929"/>
                  </a:lnTo>
                  <a:lnTo>
                    <a:pt x="3451" y="929"/>
                  </a:lnTo>
                  <a:lnTo>
                    <a:pt x="3982" y="797"/>
                  </a:lnTo>
                  <a:lnTo>
                    <a:pt x="4115" y="664"/>
                  </a:lnTo>
                  <a:lnTo>
                    <a:pt x="4115" y="5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58"/>
            <p:cNvSpPr/>
            <p:nvPr/>
          </p:nvSpPr>
          <p:spPr>
            <a:xfrm>
              <a:off x="5311462" y="2929967"/>
              <a:ext cx="224443" cy="118829"/>
            </a:xfrm>
            <a:custGeom>
              <a:rect b="b" l="l" r="r" t="t"/>
              <a:pathLst>
                <a:path extrusionOk="0" h="7167" w="13537">
                  <a:moveTo>
                    <a:pt x="929" y="0"/>
                  </a:moveTo>
                  <a:lnTo>
                    <a:pt x="796" y="265"/>
                  </a:lnTo>
                  <a:lnTo>
                    <a:pt x="531" y="929"/>
                  </a:lnTo>
                  <a:lnTo>
                    <a:pt x="266" y="2522"/>
                  </a:lnTo>
                  <a:lnTo>
                    <a:pt x="0" y="3318"/>
                  </a:lnTo>
                  <a:lnTo>
                    <a:pt x="0" y="3981"/>
                  </a:lnTo>
                  <a:lnTo>
                    <a:pt x="0" y="4645"/>
                  </a:lnTo>
                  <a:lnTo>
                    <a:pt x="266" y="4910"/>
                  </a:lnTo>
                  <a:lnTo>
                    <a:pt x="398" y="5176"/>
                  </a:lnTo>
                  <a:lnTo>
                    <a:pt x="1194" y="5441"/>
                  </a:lnTo>
                  <a:lnTo>
                    <a:pt x="2123" y="5574"/>
                  </a:lnTo>
                  <a:lnTo>
                    <a:pt x="3185" y="5707"/>
                  </a:lnTo>
                  <a:lnTo>
                    <a:pt x="4114" y="5574"/>
                  </a:lnTo>
                  <a:lnTo>
                    <a:pt x="4512" y="5707"/>
                  </a:lnTo>
                  <a:lnTo>
                    <a:pt x="4910" y="5707"/>
                  </a:lnTo>
                  <a:lnTo>
                    <a:pt x="5972" y="6237"/>
                  </a:lnTo>
                  <a:lnTo>
                    <a:pt x="7034" y="6636"/>
                  </a:lnTo>
                  <a:lnTo>
                    <a:pt x="7963" y="7034"/>
                  </a:lnTo>
                  <a:lnTo>
                    <a:pt x="9555" y="7166"/>
                  </a:lnTo>
                  <a:lnTo>
                    <a:pt x="11015" y="7166"/>
                  </a:lnTo>
                  <a:lnTo>
                    <a:pt x="12077" y="6901"/>
                  </a:lnTo>
                  <a:lnTo>
                    <a:pt x="12873" y="6636"/>
                  </a:lnTo>
                  <a:lnTo>
                    <a:pt x="13271" y="6105"/>
                  </a:lnTo>
                  <a:lnTo>
                    <a:pt x="13537" y="5574"/>
                  </a:lnTo>
                  <a:lnTo>
                    <a:pt x="13404" y="5176"/>
                  </a:lnTo>
                  <a:lnTo>
                    <a:pt x="13138" y="4910"/>
                  </a:lnTo>
                  <a:lnTo>
                    <a:pt x="13006" y="4778"/>
                  </a:lnTo>
                  <a:lnTo>
                    <a:pt x="10352" y="3716"/>
                  </a:lnTo>
                  <a:lnTo>
                    <a:pt x="7697" y="2522"/>
                  </a:lnTo>
                  <a:lnTo>
                    <a:pt x="6503" y="1858"/>
                  </a:lnTo>
                  <a:lnTo>
                    <a:pt x="5574" y="929"/>
                  </a:lnTo>
                  <a:lnTo>
                    <a:pt x="5043" y="398"/>
                  </a:lnTo>
                  <a:lnTo>
                    <a:pt x="4778" y="265"/>
                  </a:lnTo>
                  <a:lnTo>
                    <a:pt x="4778" y="796"/>
                  </a:lnTo>
                  <a:lnTo>
                    <a:pt x="4380" y="929"/>
                  </a:lnTo>
                  <a:lnTo>
                    <a:pt x="3849" y="1062"/>
                  </a:lnTo>
                  <a:lnTo>
                    <a:pt x="2654" y="1062"/>
                  </a:lnTo>
                  <a:lnTo>
                    <a:pt x="1593" y="796"/>
                  </a:lnTo>
                  <a:lnTo>
                    <a:pt x="1327" y="664"/>
                  </a:lnTo>
                  <a:lnTo>
                    <a:pt x="1062" y="398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8"/>
            <p:cNvSpPr/>
            <p:nvPr/>
          </p:nvSpPr>
          <p:spPr>
            <a:xfrm>
              <a:off x="5311462" y="2929967"/>
              <a:ext cx="224443" cy="118829"/>
            </a:xfrm>
            <a:custGeom>
              <a:rect b="b" l="l" r="r" t="t"/>
              <a:pathLst>
                <a:path extrusionOk="0" fill="none" h="7167" w="13537">
                  <a:moveTo>
                    <a:pt x="4778" y="265"/>
                  </a:moveTo>
                  <a:lnTo>
                    <a:pt x="4778" y="265"/>
                  </a:lnTo>
                  <a:lnTo>
                    <a:pt x="5043" y="398"/>
                  </a:lnTo>
                  <a:lnTo>
                    <a:pt x="5574" y="929"/>
                  </a:lnTo>
                  <a:lnTo>
                    <a:pt x="5574" y="929"/>
                  </a:lnTo>
                  <a:lnTo>
                    <a:pt x="6503" y="1858"/>
                  </a:lnTo>
                  <a:lnTo>
                    <a:pt x="7697" y="2522"/>
                  </a:lnTo>
                  <a:lnTo>
                    <a:pt x="7697" y="2522"/>
                  </a:lnTo>
                  <a:lnTo>
                    <a:pt x="10352" y="3716"/>
                  </a:lnTo>
                  <a:lnTo>
                    <a:pt x="13006" y="4778"/>
                  </a:lnTo>
                  <a:lnTo>
                    <a:pt x="13006" y="4778"/>
                  </a:lnTo>
                  <a:lnTo>
                    <a:pt x="13138" y="4910"/>
                  </a:lnTo>
                  <a:lnTo>
                    <a:pt x="13404" y="5176"/>
                  </a:lnTo>
                  <a:lnTo>
                    <a:pt x="13537" y="5574"/>
                  </a:lnTo>
                  <a:lnTo>
                    <a:pt x="13271" y="6105"/>
                  </a:lnTo>
                  <a:lnTo>
                    <a:pt x="12873" y="6636"/>
                  </a:lnTo>
                  <a:lnTo>
                    <a:pt x="12873" y="6636"/>
                  </a:lnTo>
                  <a:lnTo>
                    <a:pt x="12077" y="6901"/>
                  </a:lnTo>
                  <a:lnTo>
                    <a:pt x="11015" y="7166"/>
                  </a:lnTo>
                  <a:lnTo>
                    <a:pt x="9555" y="7166"/>
                  </a:lnTo>
                  <a:lnTo>
                    <a:pt x="7963" y="7034"/>
                  </a:lnTo>
                  <a:lnTo>
                    <a:pt x="7963" y="7034"/>
                  </a:lnTo>
                  <a:lnTo>
                    <a:pt x="7034" y="6636"/>
                  </a:lnTo>
                  <a:lnTo>
                    <a:pt x="5972" y="6237"/>
                  </a:lnTo>
                  <a:lnTo>
                    <a:pt x="4910" y="5707"/>
                  </a:lnTo>
                  <a:lnTo>
                    <a:pt x="4512" y="5707"/>
                  </a:lnTo>
                  <a:lnTo>
                    <a:pt x="4114" y="5574"/>
                  </a:lnTo>
                  <a:lnTo>
                    <a:pt x="4114" y="5574"/>
                  </a:lnTo>
                  <a:lnTo>
                    <a:pt x="3185" y="5707"/>
                  </a:lnTo>
                  <a:lnTo>
                    <a:pt x="2123" y="5574"/>
                  </a:lnTo>
                  <a:lnTo>
                    <a:pt x="1194" y="5441"/>
                  </a:lnTo>
                  <a:lnTo>
                    <a:pt x="398" y="5176"/>
                  </a:lnTo>
                  <a:lnTo>
                    <a:pt x="398" y="5176"/>
                  </a:lnTo>
                  <a:lnTo>
                    <a:pt x="266" y="4910"/>
                  </a:lnTo>
                  <a:lnTo>
                    <a:pt x="0" y="4645"/>
                  </a:lnTo>
                  <a:lnTo>
                    <a:pt x="0" y="3981"/>
                  </a:lnTo>
                  <a:lnTo>
                    <a:pt x="0" y="3318"/>
                  </a:lnTo>
                  <a:lnTo>
                    <a:pt x="266" y="2522"/>
                  </a:lnTo>
                  <a:lnTo>
                    <a:pt x="266" y="2522"/>
                  </a:lnTo>
                  <a:lnTo>
                    <a:pt x="531" y="929"/>
                  </a:lnTo>
                  <a:lnTo>
                    <a:pt x="796" y="265"/>
                  </a:lnTo>
                  <a:lnTo>
                    <a:pt x="929" y="0"/>
                  </a:lnTo>
                  <a:lnTo>
                    <a:pt x="1062" y="0"/>
                  </a:lnTo>
                  <a:lnTo>
                    <a:pt x="1062" y="398"/>
                  </a:lnTo>
                  <a:lnTo>
                    <a:pt x="1062" y="398"/>
                  </a:lnTo>
                  <a:lnTo>
                    <a:pt x="1327" y="664"/>
                  </a:lnTo>
                  <a:lnTo>
                    <a:pt x="1593" y="796"/>
                  </a:lnTo>
                  <a:lnTo>
                    <a:pt x="2654" y="1062"/>
                  </a:lnTo>
                  <a:lnTo>
                    <a:pt x="3849" y="1062"/>
                  </a:lnTo>
                  <a:lnTo>
                    <a:pt x="4380" y="929"/>
                  </a:lnTo>
                  <a:lnTo>
                    <a:pt x="4778" y="796"/>
                  </a:lnTo>
                  <a:lnTo>
                    <a:pt x="4778" y="2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8"/>
            <p:cNvSpPr/>
            <p:nvPr/>
          </p:nvSpPr>
          <p:spPr>
            <a:xfrm>
              <a:off x="5260844" y="2393073"/>
              <a:ext cx="28617" cy="171653"/>
            </a:xfrm>
            <a:custGeom>
              <a:rect b="b" l="l" r="r" t="t"/>
              <a:pathLst>
                <a:path extrusionOk="0" h="10353" w="1726">
                  <a:moveTo>
                    <a:pt x="1" y="1"/>
                  </a:moveTo>
                  <a:lnTo>
                    <a:pt x="1726" y="10352"/>
                  </a:lnTo>
                  <a:lnTo>
                    <a:pt x="1726" y="10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8"/>
            <p:cNvSpPr/>
            <p:nvPr/>
          </p:nvSpPr>
          <p:spPr>
            <a:xfrm>
              <a:off x="5260844" y="2393073"/>
              <a:ext cx="28617" cy="171653"/>
            </a:xfrm>
            <a:custGeom>
              <a:rect b="b" l="l" r="r" t="t"/>
              <a:pathLst>
                <a:path extrusionOk="0" fill="none" h="10353" w="1726">
                  <a:moveTo>
                    <a:pt x="1" y="1"/>
                  </a:moveTo>
                  <a:lnTo>
                    <a:pt x="1726" y="10352"/>
                  </a:lnTo>
                  <a:lnTo>
                    <a:pt x="1726" y="1035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8"/>
            <p:cNvSpPr/>
            <p:nvPr/>
          </p:nvSpPr>
          <p:spPr>
            <a:xfrm>
              <a:off x="5260844" y="2349070"/>
              <a:ext cx="79236" cy="217845"/>
            </a:xfrm>
            <a:custGeom>
              <a:rect b="b" l="l" r="r" t="t"/>
              <a:pathLst>
                <a:path extrusionOk="0" h="13139" w="4779">
                  <a:moveTo>
                    <a:pt x="4778" y="0"/>
                  </a:moveTo>
                  <a:lnTo>
                    <a:pt x="4115" y="664"/>
                  </a:lnTo>
                  <a:lnTo>
                    <a:pt x="3319" y="1195"/>
                  </a:lnTo>
                  <a:lnTo>
                    <a:pt x="1726" y="1991"/>
                  </a:lnTo>
                  <a:lnTo>
                    <a:pt x="532" y="2522"/>
                  </a:lnTo>
                  <a:lnTo>
                    <a:pt x="1" y="2655"/>
                  </a:lnTo>
                  <a:lnTo>
                    <a:pt x="1726" y="13006"/>
                  </a:lnTo>
                  <a:lnTo>
                    <a:pt x="1859" y="13139"/>
                  </a:lnTo>
                  <a:lnTo>
                    <a:pt x="1859" y="13139"/>
                  </a:lnTo>
                  <a:lnTo>
                    <a:pt x="1328" y="3053"/>
                  </a:lnTo>
                  <a:lnTo>
                    <a:pt x="2257" y="2522"/>
                  </a:lnTo>
                  <a:lnTo>
                    <a:pt x="3053" y="1991"/>
                  </a:lnTo>
                  <a:lnTo>
                    <a:pt x="4115" y="929"/>
                  </a:lnTo>
                  <a:lnTo>
                    <a:pt x="4646" y="266"/>
                  </a:lnTo>
                  <a:lnTo>
                    <a:pt x="4778" y="0"/>
                  </a:lnTo>
                  <a:close/>
                </a:path>
              </a:pathLst>
            </a:custGeom>
            <a:solidFill>
              <a:srgbClr val="7B29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8"/>
            <p:cNvSpPr/>
            <p:nvPr/>
          </p:nvSpPr>
          <p:spPr>
            <a:xfrm>
              <a:off x="5260844" y="2349070"/>
              <a:ext cx="79236" cy="217845"/>
            </a:xfrm>
            <a:custGeom>
              <a:rect b="b" l="l" r="r" t="t"/>
              <a:pathLst>
                <a:path extrusionOk="0" fill="none" h="13139" w="4779">
                  <a:moveTo>
                    <a:pt x="4778" y="0"/>
                  </a:moveTo>
                  <a:lnTo>
                    <a:pt x="4778" y="0"/>
                  </a:lnTo>
                  <a:lnTo>
                    <a:pt x="4115" y="664"/>
                  </a:lnTo>
                  <a:lnTo>
                    <a:pt x="3319" y="1195"/>
                  </a:lnTo>
                  <a:lnTo>
                    <a:pt x="1726" y="1991"/>
                  </a:lnTo>
                  <a:lnTo>
                    <a:pt x="532" y="2522"/>
                  </a:lnTo>
                  <a:lnTo>
                    <a:pt x="1" y="2655"/>
                  </a:lnTo>
                  <a:lnTo>
                    <a:pt x="1" y="2655"/>
                  </a:lnTo>
                  <a:lnTo>
                    <a:pt x="1726" y="13006"/>
                  </a:lnTo>
                  <a:lnTo>
                    <a:pt x="1859" y="13139"/>
                  </a:lnTo>
                  <a:lnTo>
                    <a:pt x="1328" y="3053"/>
                  </a:lnTo>
                  <a:lnTo>
                    <a:pt x="1328" y="3053"/>
                  </a:lnTo>
                  <a:lnTo>
                    <a:pt x="2257" y="2522"/>
                  </a:lnTo>
                  <a:lnTo>
                    <a:pt x="3053" y="1991"/>
                  </a:lnTo>
                  <a:lnTo>
                    <a:pt x="4115" y="929"/>
                  </a:lnTo>
                  <a:lnTo>
                    <a:pt x="4646" y="266"/>
                  </a:lnTo>
                  <a:lnTo>
                    <a:pt x="477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8"/>
            <p:cNvSpPr/>
            <p:nvPr/>
          </p:nvSpPr>
          <p:spPr>
            <a:xfrm>
              <a:off x="5126629" y="1875993"/>
              <a:ext cx="264053" cy="418081"/>
            </a:xfrm>
            <a:custGeom>
              <a:rect b="b" l="l" r="r" t="t"/>
              <a:pathLst>
                <a:path extrusionOk="0" h="25216" w="15926">
                  <a:moveTo>
                    <a:pt x="10352" y="1"/>
                  </a:moveTo>
                  <a:lnTo>
                    <a:pt x="5707" y="133"/>
                  </a:lnTo>
                  <a:lnTo>
                    <a:pt x="4114" y="532"/>
                  </a:lnTo>
                  <a:lnTo>
                    <a:pt x="2124" y="930"/>
                  </a:lnTo>
                  <a:lnTo>
                    <a:pt x="1858" y="1062"/>
                  </a:lnTo>
                  <a:lnTo>
                    <a:pt x="1593" y="1195"/>
                  </a:lnTo>
                  <a:lnTo>
                    <a:pt x="1195" y="1726"/>
                  </a:lnTo>
                  <a:lnTo>
                    <a:pt x="929" y="2389"/>
                  </a:lnTo>
                  <a:lnTo>
                    <a:pt x="664" y="3053"/>
                  </a:lnTo>
                  <a:lnTo>
                    <a:pt x="399" y="5442"/>
                  </a:lnTo>
                  <a:lnTo>
                    <a:pt x="133" y="8096"/>
                  </a:lnTo>
                  <a:lnTo>
                    <a:pt x="0" y="11148"/>
                  </a:lnTo>
                  <a:lnTo>
                    <a:pt x="0" y="23889"/>
                  </a:lnTo>
                  <a:lnTo>
                    <a:pt x="399" y="24154"/>
                  </a:lnTo>
                  <a:lnTo>
                    <a:pt x="1062" y="24419"/>
                  </a:lnTo>
                  <a:lnTo>
                    <a:pt x="2787" y="24818"/>
                  </a:lnTo>
                  <a:lnTo>
                    <a:pt x="4778" y="25083"/>
                  </a:lnTo>
                  <a:lnTo>
                    <a:pt x="7034" y="25216"/>
                  </a:lnTo>
                  <a:lnTo>
                    <a:pt x="9423" y="25083"/>
                  </a:lnTo>
                  <a:lnTo>
                    <a:pt x="11679" y="24685"/>
                  </a:lnTo>
                  <a:lnTo>
                    <a:pt x="12873" y="24419"/>
                  </a:lnTo>
                  <a:lnTo>
                    <a:pt x="13935" y="23889"/>
                  </a:lnTo>
                  <a:lnTo>
                    <a:pt x="14997" y="23490"/>
                  </a:lnTo>
                  <a:lnTo>
                    <a:pt x="15926" y="22827"/>
                  </a:lnTo>
                  <a:lnTo>
                    <a:pt x="15528" y="14997"/>
                  </a:lnTo>
                  <a:lnTo>
                    <a:pt x="15262" y="5309"/>
                  </a:lnTo>
                  <a:lnTo>
                    <a:pt x="15262" y="4513"/>
                  </a:lnTo>
                  <a:lnTo>
                    <a:pt x="14997" y="3584"/>
                  </a:lnTo>
                  <a:lnTo>
                    <a:pt x="14731" y="2655"/>
                  </a:lnTo>
                  <a:lnTo>
                    <a:pt x="14200" y="1859"/>
                  </a:lnTo>
                  <a:lnTo>
                    <a:pt x="13537" y="1062"/>
                  </a:lnTo>
                  <a:lnTo>
                    <a:pt x="12608" y="532"/>
                  </a:lnTo>
                  <a:lnTo>
                    <a:pt x="11679" y="133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8"/>
            <p:cNvSpPr/>
            <p:nvPr/>
          </p:nvSpPr>
          <p:spPr>
            <a:xfrm>
              <a:off x="5126629" y="1875993"/>
              <a:ext cx="264053" cy="418081"/>
            </a:xfrm>
            <a:custGeom>
              <a:rect b="b" l="l" r="r" t="t"/>
              <a:pathLst>
                <a:path extrusionOk="0" fill="none" h="25216" w="15926">
                  <a:moveTo>
                    <a:pt x="5707" y="133"/>
                  </a:moveTo>
                  <a:lnTo>
                    <a:pt x="5707" y="133"/>
                  </a:lnTo>
                  <a:lnTo>
                    <a:pt x="4114" y="532"/>
                  </a:lnTo>
                  <a:lnTo>
                    <a:pt x="2124" y="930"/>
                  </a:lnTo>
                  <a:lnTo>
                    <a:pt x="2124" y="930"/>
                  </a:lnTo>
                  <a:lnTo>
                    <a:pt x="1858" y="1062"/>
                  </a:lnTo>
                  <a:lnTo>
                    <a:pt x="1593" y="1195"/>
                  </a:lnTo>
                  <a:lnTo>
                    <a:pt x="1195" y="1726"/>
                  </a:lnTo>
                  <a:lnTo>
                    <a:pt x="929" y="2389"/>
                  </a:lnTo>
                  <a:lnTo>
                    <a:pt x="664" y="3053"/>
                  </a:lnTo>
                  <a:lnTo>
                    <a:pt x="664" y="3053"/>
                  </a:lnTo>
                  <a:lnTo>
                    <a:pt x="399" y="5442"/>
                  </a:lnTo>
                  <a:lnTo>
                    <a:pt x="133" y="8096"/>
                  </a:lnTo>
                  <a:lnTo>
                    <a:pt x="0" y="11148"/>
                  </a:lnTo>
                  <a:lnTo>
                    <a:pt x="0" y="23889"/>
                  </a:lnTo>
                  <a:lnTo>
                    <a:pt x="0" y="23889"/>
                  </a:lnTo>
                  <a:lnTo>
                    <a:pt x="399" y="24154"/>
                  </a:lnTo>
                  <a:lnTo>
                    <a:pt x="1062" y="24419"/>
                  </a:lnTo>
                  <a:lnTo>
                    <a:pt x="2787" y="24818"/>
                  </a:lnTo>
                  <a:lnTo>
                    <a:pt x="4778" y="25083"/>
                  </a:lnTo>
                  <a:lnTo>
                    <a:pt x="7034" y="25216"/>
                  </a:lnTo>
                  <a:lnTo>
                    <a:pt x="9423" y="25083"/>
                  </a:lnTo>
                  <a:lnTo>
                    <a:pt x="11679" y="24685"/>
                  </a:lnTo>
                  <a:lnTo>
                    <a:pt x="12873" y="24419"/>
                  </a:lnTo>
                  <a:lnTo>
                    <a:pt x="13935" y="23889"/>
                  </a:lnTo>
                  <a:lnTo>
                    <a:pt x="14997" y="23490"/>
                  </a:lnTo>
                  <a:lnTo>
                    <a:pt x="15926" y="22827"/>
                  </a:lnTo>
                  <a:lnTo>
                    <a:pt x="15926" y="22827"/>
                  </a:lnTo>
                  <a:lnTo>
                    <a:pt x="15528" y="14997"/>
                  </a:lnTo>
                  <a:lnTo>
                    <a:pt x="15262" y="5309"/>
                  </a:lnTo>
                  <a:lnTo>
                    <a:pt x="15262" y="5309"/>
                  </a:lnTo>
                  <a:lnTo>
                    <a:pt x="15262" y="4513"/>
                  </a:lnTo>
                  <a:lnTo>
                    <a:pt x="14997" y="3584"/>
                  </a:lnTo>
                  <a:lnTo>
                    <a:pt x="14731" y="2655"/>
                  </a:lnTo>
                  <a:lnTo>
                    <a:pt x="14200" y="1859"/>
                  </a:lnTo>
                  <a:lnTo>
                    <a:pt x="13537" y="1062"/>
                  </a:lnTo>
                  <a:lnTo>
                    <a:pt x="12608" y="532"/>
                  </a:lnTo>
                  <a:lnTo>
                    <a:pt x="11679" y="133"/>
                  </a:lnTo>
                  <a:lnTo>
                    <a:pt x="10352" y="1"/>
                  </a:lnTo>
                  <a:lnTo>
                    <a:pt x="5707" y="13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8"/>
            <p:cNvSpPr/>
            <p:nvPr/>
          </p:nvSpPr>
          <p:spPr>
            <a:xfrm>
              <a:off x="5122218" y="1871599"/>
              <a:ext cx="275062" cy="435673"/>
            </a:xfrm>
            <a:custGeom>
              <a:rect b="b" l="l" r="r" t="t"/>
              <a:pathLst>
                <a:path extrusionOk="0" h="26277" w="16590">
                  <a:moveTo>
                    <a:pt x="10087" y="0"/>
                  </a:moveTo>
                  <a:lnTo>
                    <a:pt x="10087" y="266"/>
                  </a:lnTo>
                  <a:lnTo>
                    <a:pt x="10220" y="266"/>
                  </a:lnTo>
                  <a:lnTo>
                    <a:pt x="10618" y="398"/>
                  </a:lnTo>
                  <a:lnTo>
                    <a:pt x="11016" y="929"/>
                  </a:lnTo>
                  <a:lnTo>
                    <a:pt x="11414" y="1725"/>
                  </a:lnTo>
                  <a:lnTo>
                    <a:pt x="11812" y="2787"/>
                  </a:lnTo>
                  <a:lnTo>
                    <a:pt x="12078" y="4114"/>
                  </a:lnTo>
                  <a:lnTo>
                    <a:pt x="12078" y="4778"/>
                  </a:lnTo>
                  <a:lnTo>
                    <a:pt x="11945" y="5441"/>
                  </a:lnTo>
                  <a:lnTo>
                    <a:pt x="11547" y="6370"/>
                  </a:lnTo>
                  <a:lnTo>
                    <a:pt x="11149" y="7167"/>
                  </a:lnTo>
                  <a:lnTo>
                    <a:pt x="10883" y="7432"/>
                  </a:lnTo>
                  <a:lnTo>
                    <a:pt x="9423" y="6636"/>
                  </a:lnTo>
                  <a:lnTo>
                    <a:pt x="7964" y="5840"/>
                  </a:lnTo>
                  <a:lnTo>
                    <a:pt x="7433" y="5309"/>
                  </a:lnTo>
                  <a:lnTo>
                    <a:pt x="6769" y="4778"/>
                  </a:lnTo>
                  <a:lnTo>
                    <a:pt x="5708" y="3185"/>
                  </a:lnTo>
                  <a:lnTo>
                    <a:pt x="4911" y="1725"/>
                  </a:lnTo>
                  <a:lnTo>
                    <a:pt x="4779" y="1327"/>
                  </a:lnTo>
                  <a:lnTo>
                    <a:pt x="4911" y="929"/>
                  </a:lnTo>
                  <a:lnTo>
                    <a:pt x="5177" y="664"/>
                  </a:lnTo>
                  <a:lnTo>
                    <a:pt x="5442" y="531"/>
                  </a:lnTo>
                  <a:lnTo>
                    <a:pt x="5442" y="266"/>
                  </a:lnTo>
                  <a:lnTo>
                    <a:pt x="1461" y="1062"/>
                  </a:lnTo>
                  <a:lnTo>
                    <a:pt x="930" y="2654"/>
                  </a:lnTo>
                  <a:lnTo>
                    <a:pt x="532" y="4380"/>
                  </a:lnTo>
                  <a:lnTo>
                    <a:pt x="266" y="6238"/>
                  </a:lnTo>
                  <a:lnTo>
                    <a:pt x="1" y="7830"/>
                  </a:lnTo>
                  <a:lnTo>
                    <a:pt x="1" y="10484"/>
                  </a:lnTo>
                  <a:lnTo>
                    <a:pt x="1" y="11413"/>
                  </a:lnTo>
                  <a:lnTo>
                    <a:pt x="1" y="24950"/>
                  </a:lnTo>
                  <a:lnTo>
                    <a:pt x="1992" y="25481"/>
                  </a:lnTo>
                  <a:lnTo>
                    <a:pt x="3850" y="25879"/>
                  </a:lnTo>
                  <a:lnTo>
                    <a:pt x="5575" y="26144"/>
                  </a:lnTo>
                  <a:lnTo>
                    <a:pt x="7167" y="26277"/>
                  </a:lnTo>
                  <a:lnTo>
                    <a:pt x="8627" y="26277"/>
                  </a:lnTo>
                  <a:lnTo>
                    <a:pt x="10087" y="26144"/>
                  </a:lnTo>
                  <a:lnTo>
                    <a:pt x="11281" y="25879"/>
                  </a:lnTo>
                  <a:lnTo>
                    <a:pt x="12343" y="25613"/>
                  </a:lnTo>
                  <a:lnTo>
                    <a:pt x="14201" y="24950"/>
                  </a:lnTo>
                  <a:lnTo>
                    <a:pt x="15528" y="24286"/>
                  </a:lnTo>
                  <a:lnTo>
                    <a:pt x="16324" y="23755"/>
                  </a:lnTo>
                  <a:lnTo>
                    <a:pt x="16590" y="23490"/>
                  </a:lnTo>
                  <a:lnTo>
                    <a:pt x="16324" y="14997"/>
                  </a:lnTo>
                  <a:lnTo>
                    <a:pt x="15926" y="8626"/>
                  </a:lnTo>
                  <a:lnTo>
                    <a:pt x="15794" y="5972"/>
                  </a:lnTo>
                  <a:lnTo>
                    <a:pt x="15528" y="4380"/>
                  </a:lnTo>
                  <a:lnTo>
                    <a:pt x="15395" y="3318"/>
                  </a:lnTo>
                  <a:lnTo>
                    <a:pt x="14997" y="2522"/>
                  </a:lnTo>
                  <a:lnTo>
                    <a:pt x="14599" y="1858"/>
                  </a:lnTo>
                  <a:lnTo>
                    <a:pt x="14201" y="1460"/>
                  </a:lnTo>
                  <a:lnTo>
                    <a:pt x="13670" y="1062"/>
                  </a:lnTo>
                  <a:lnTo>
                    <a:pt x="13272" y="664"/>
                  </a:lnTo>
                  <a:lnTo>
                    <a:pt x="12476" y="266"/>
                  </a:lnTo>
                  <a:lnTo>
                    <a:pt x="11680" y="133"/>
                  </a:lnTo>
                  <a:lnTo>
                    <a:pt x="10883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8"/>
            <p:cNvSpPr/>
            <p:nvPr/>
          </p:nvSpPr>
          <p:spPr>
            <a:xfrm>
              <a:off x="5122218" y="1871599"/>
              <a:ext cx="275062" cy="435673"/>
            </a:xfrm>
            <a:custGeom>
              <a:rect b="b" l="l" r="r" t="t"/>
              <a:pathLst>
                <a:path extrusionOk="0" fill="none" h="26277" w="16590">
                  <a:moveTo>
                    <a:pt x="5442" y="531"/>
                  </a:moveTo>
                  <a:lnTo>
                    <a:pt x="5442" y="531"/>
                  </a:lnTo>
                  <a:lnTo>
                    <a:pt x="5177" y="664"/>
                  </a:lnTo>
                  <a:lnTo>
                    <a:pt x="4911" y="929"/>
                  </a:lnTo>
                  <a:lnTo>
                    <a:pt x="4779" y="1327"/>
                  </a:lnTo>
                  <a:lnTo>
                    <a:pt x="4911" y="1725"/>
                  </a:lnTo>
                  <a:lnTo>
                    <a:pt x="4911" y="1725"/>
                  </a:lnTo>
                  <a:lnTo>
                    <a:pt x="5708" y="3185"/>
                  </a:lnTo>
                  <a:lnTo>
                    <a:pt x="6769" y="4778"/>
                  </a:lnTo>
                  <a:lnTo>
                    <a:pt x="6769" y="4778"/>
                  </a:lnTo>
                  <a:lnTo>
                    <a:pt x="7433" y="5309"/>
                  </a:lnTo>
                  <a:lnTo>
                    <a:pt x="7964" y="5840"/>
                  </a:lnTo>
                  <a:lnTo>
                    <a:pt x="9423" y="6636"/>
                  </a:lnTo>
                  <a:lnTo>
                    <a:pt x="10883" y="7432"/>
                  </a:lnTo>
                  <a:lnTo>
                    <a:pt x="10883" y="7432"/>
                  </a:lnTo>
                  <a:lnTo>
                    <a:pt x="11149" y="7167"/>
                  </a:lnTo>
                  <a:lnTo>
                    <a:pt x="11547" y="6370"/>
                  </a:lnTo>
                  <a:lnTo>
                    <a:pt x="11945" y="5441"/>
                  </a:lnTo>
                  <a:lnTo>
                    <a:pt x="12078" y="4778"/>
                  </a:lnTo>
                  <a:lnTo>
                    <a:pt x="12078" y="4114"/>
                  </a:lnTo>
                  <a:lnTo>
                    <a:pt x="12078" y="4114"/>
                  </a:lnTo>
                  <a:lnTo>
                    <a:pt x="11812" y="2787"/>
                  </a:lnTo>
                  <a:lnTo>
                    <a:pt x="11414" y="1725"/>
                  </a:lnTo>
                  <a:lnTo>
                    <a:pt x="11016" y="929"/>
                  </a:lnTo>
                  <a:lnTo>
                    <a:pt x="10618" y="398"/>
                  </a:lnTo>
                  <a:lnTo>
                    <a:pt x="10618" y="398"/>
                  </a:lnTo>
                  <a:lnTo>
                    <a:pt x="10220" y="266"/>
                  </a:lnTo>
                  <a:lnTo>
                    <a:pt x="10087" y="266"/>
                  </a:lnTo>
                  <a:lnTo>
                    <a:pt x="10087" y="0"/>
                  </a:lnTo>
                  <a:lnTo>
                    <a:pt x="10087" y="0"/>
                  </a:lnTo>
                  <a:lnTo>
                    <a:pt x="10883" y="0"/>
                  </a:lnTo>
                  <a:lnTo>
                    <a:pt x="11680" y="133"/>
                  </a:lnTo>
                  <a:lnTo>
                    <a:pt x="12476" y="266"/>
                  </a:lnTo>
                  <a:lnTo>
                    <a:pt x="12476" y="266"/>
                  </a:lnTo>
                  <a:lnTo>
                    <a:pt x="13272" y="664"/>
                  </a:lnTo>
                  <a:lnTo>
                    <a:pt x="13670" y="1062"/>
                  </a:lnTo>
                  <a:lnTo>
                    <a:pt x="14201" y="1460"/>
                  </a:lnTo>
                  <a:lnTo>
                    <a:pt x="14599" y="1858"/>
                  </a:lnTo>
                  <a:lnTo>
                    <a:pt x="14997" y="2522"/>
                  </a:lnTo>
                  <a:lnTo>
                    <a:pt x="15395" y="3318"/>
                  </a:lnTo>
                  <a:lnTo>
                    <a:pt x="15528" y="4380"/>
                  </a:lnTo>
                  <a:lnTo>
                    <a:pt x="15528" y="4380"/>
                  </a:lnTo>
                  <a:lnTo>
                    <a:pt x="15794" y="5972"/>
                  </a:lnTo>
                  <a:lnTo>
                    <a:pt x="15926" y="8626"/>
                  </a:lnTo>
                  <a:lnTo>
                    <a:pt x="16324" y="14997"/>
                  </a:lnTo>
                  <a:lnTo>
                    <a:pt x="16590" y="23490"/>
                  </a:lnTo>
                  <a:lnTo>
                    <a:pt x="16590" y="23490"/>
                  </a:lnTo>
                  <a:lnTo>
                    <a:pt x="16324" y="23755"/>
                  </a:lnTo>
                  <a:lnTo>
                    <a:pt x="15528" y="24286"/>
                  </a:lnTo>
                  <a:lnTo>
                    <a:pt x="14201" y="24950"/>
                  </a:lnTo>
                  <a:lnTo>
                    <a:pt x="12343" y="25613"/>
                  </a:lnTo>
                  <a:lnTo>
                    <a:pt x="11281" y="25879"/>
                  </a:lnTo>
                  <a:lnTo>
                    <a:pt x="10087" y="26144"/>
                  </a:lnTo>
                  <a:lnTo>
                    <a:pt x="8627" y="26277"/>
                  </a:lnTo>
                  <a:lnTo>
                    <a:pt x="7167" y="26277"/>
                  </a:lnTo>
                  <a:lnTo>
                    <a:pt x="5575" y="26144"/>
                  </a:lnTo>
                  <a:lnTo>
                    <a:pt x="3850" y="25879"/>
                  </a:lnTo>
                  <a:lnTo>
                    <a:pt x="1992" y="25481"/>
                  </a:lnTo>
                  <a:lnTo>
                    <a:pt x="1" y="24950"/>
                  </a:lnTo>
                  <a:lnTo>
                    <a:pt x="1" y="11413"/>
                  </a:lnTo>
                  <a:lnTo>
                    <a:pt x="1" y="11413"/>
                  </a:lnTo>
                  <a:lnTo>
                    <a:pt x="1" y="10484"/>
                  </a:lnTo>
                  <a:lnTo>
                    <a:pt x="1" y="7830"/>
                  </a:lnTo>
                  <a:lnTo>
                    <a:pt x="266" y="6238"/>
                  </a:lnTo>
                  <a:lnTo>
                    <a:pt x="532" y="4380"/>
                  </a:lnTo>
                  <a:lnTo>
                    <a:pt x="930" y="2654"/>
                  </a:lnTo>
                  <a:lnTo>
                    <a:pt x="1461" y="1062"/>
                  </a:lnTo>
                  <a:lnTo>
                    <a:pt x="5442" y="266"/>
                  </a:lnTo>
                  <a:lnTo>
                    <a:pt x="5442" y="53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8"/>
            <p:cNvSpPr/>
            <p:nvPr/>
          </p:nvSpPr>
          <p:spPr>
            <a:xfrm>
              <a:off x="5122218" y="2122438"/>
              <a:ext cx="270668" cy="70415"/>
            </a:xfrm>
            <a:custGeom>
              <a:rect b="b" l="l" r="r" t="t"/>
              <a:pathLst>
                <a:path extrusionOk="0" h="4247" w="16325">
                  <a:moveTo>
                    <a:pt x="16324" y="0"/>
                  </a:moveTo>
                  <a:lnTo>
                    <a:pt x="15794" y="531"/>
                  </a:lnTo>
                  <a:lnTo>
                    <a:pt x="14997" y="1062"/>
                  </a:lnTo>
                  <a:lnTo>
                    <a:pt x="14068" y="1593"/>
                  </a:lnTo>
                  <a:lnTo>
                    <a:pt x="13007" y="1858"/>
                  </a:lnTo>
                  <a:lnTo>
                    <a:pt x="11680" y="2256"/>
                  </a:lnTo>
                  <a:lnTo>
                    <a:pt x="10352" y="2389"/>
                  </a:lnTo>
                  <a:lnTo>
                    <a:pt x="9025" y="2654"/>
                  </a:lnTo>
                  <a:lnTo>
                    <a:pt x="6238" y="2654"/>
                  </a:lnTo>
                  <a:lnTo>
                    <a:pt x="5044" y="2522"/>
                  </a:lnTo>
                  <a:lnTo>
                    <a:pt x="3850" y="2256"/>
                  </a:lnTo>
                  <a:lnTo>
                    <a:pt x="2788" y="2124"/>
                  </a:lnTo>
                  <a:lnTo>
                    <a:pt x="1859" y="1725"/>
                  </a:lnTo>
                  <a:lnTo>
                    <a:pt x="1063" y="1460"/>
                  </a:lnTo>
                  <a:lnTo>
                    <a:pt x="399" y="1062"/>
                  </a:lnTo>
                  <a:lnTo>
                    <a:pt x="1" y="664"/>
                  </a:lnTo>
                  <a:lnTo>
                    <a:pt x="1" y="2256"/>
                  </a:lnTo>
                  <a:lnTo>
                    <a:pt x="399" y="2654"/>
                  </a:lnTo>
                  <a:lnTo>
                    <a:pt x="1063" y="3053"/>
                  </a:lnTo>
                  <a:lnTo>
                    <a:pt x="1859" y="3318"/>
                  </a:lnTo>
                  <a:lnTo>
                    <a:pt x="2788" y="3583"/>
                  </a:lnTo>
                  <a:lnTo>
                    <a:pt x="3850" y="3849"/>
                  </a:lnTo>
                  <a:lnTo>
                    <a:pt x="5044" y="4114"/>
                  </a:lnTo>
                  <a:lnTo>
                    <a:pt x="6238" y="4247"/>
                  </a:lnTo>
                  <a:lnTo>
                    <a:pt x="7565" y="4247"/>
                  </a:lnTo>
                  <a:lnTo>
                    <a:pt x="9025" y="4114"/>
                  </a:lnTo>
                  <a:lnTo>
                    <a:pt x="10352" y="3982"/>
                  </a:lnTo>
                  <a:lnTo>
                    <a:pt x="11680" y="3849"/>
                  </a:lnTo>
                  <a:lnTo>
                    <a:pt x="13007" y="3451"/>
                  </a:lnTo>
                  <a:lnTo>
                    <a:pt x="14201" y="3185"/>
                  </a:lnTo>
                  <a:lnTo>
                    <a:pt x="15130" y="2654"/>
                  </a:lnTo>
                  <a:lnTo>
                    <a:pt x="15794" y="2124"/>
                  </a:lnTo>
                  <a:lnTo>
                    <a:pt x="16324" y="1593"/>
                  </a:lnTo>
                  <a:lnTo>
                    <a:pt x="1632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8"/>
            <p:cNvSpPr/>
            <p:nvPr/>
          </p:nvSpPr>
          <p:spPr>
            <a:xfrm>
              <a:off x="5122218" y="2122438"/>
              <a:ext cx="270668" cy="70415"/>
            </a:xfrm>
            <a:custGeom>
              <a:rect b="b" l="l" r="r" t="t"/>
              <a:pathLst>
                <a:path extrusionOk="0" fill="none" h="4247" w="16325">
                  <a:moveTo>
                    <a:pt x="16324" y="1593"/>
                  </a:moveTo>
                  <a:lnTo>
                    <a:pt x="16324" y="1593"/>
                  </a:lnTo>
                  <a:lnTo>
                    <a:pt x="15794" y="2124"/>
                  </a:lnTo>
                  <a:lnTo>
                    <a:pt x="15130" y="2654"/>
                  </a:lnTo>
                  <a:lnTo>
                    <a:pt x="14201" y="3185"/>
                  </a:lnTo>
                  <a:lnTo>
                    <a:pt x="13007" y="3451"/>
                  </a:lnTo>
                  <a:lnTo>
                    <a:pt x="11680" y="3849"/>
                  </a:lnTo>
                  <a:lnTo>
                    <a:pt x="10352" y="3982"/>
                  </a:lnTo>
                  <a:lnTo>
                    <a:pt x="9025" y="4114"/>
                  </a:lnTo>
                  <a:lnTo>
                    <a:pt x="7565" y="4247"/>
                  </a:lnTo>
                  <a:lnTo>
                    <a:pt x="7565" y="4247"/>
                  </a:lnTo>
                  <a:lnTo>
                    <a:pt x="6238" y="4247"/>
                  </a:lnTo>
                  <a:lnTo>
                    <a:pt x="5044" y="4114"/>
                  </a:lnTo>
                  <a:lnTo>
                    <a:pt x="3850" y="3849"/>
                  </a:lnTo>
                  <a:lnTo>
                    <a:pt x="2788" y="3583"/>
                  </a:lnTo>
                  <a:lnTo>
                    <a:pt x="1859" y="3318"/>
                  </a:lnTo>
                  <a:lnTo>
                    <a:pt x="1063" y="3053"/>
                  </a:lnTo>
                  <a:lnTo>
                    <a:pt x="399" y="2654"/>
                  </a:lnTo>
                  <a:lnTo>
                    <a:pt x="1" y="2256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399" y="1062"/>
                  </a:lnTo>
                  <a:lnTo>
                    <a:pt x="1063" y="1460"/>
                  </a:lnTo>
                  <a:lnTo>
                    <a:pt x="1859" y="1725"/>
                  </a:lnTo>
                  <a:lnTo>
                    <a:pt x="2788" y="2124"/>
                  </a:lnTo>
                  <a:lnTo>
                    <a:pt x="3850" y="2256"/>
                  </a:lnTo>
                  <a:lnTo>
                    <a:pt x="5044" y="2522"/>
                  </a:lnTo>
                  <a:lnTo>
                    <a:pt x="6238" y="2654"/>
                  </a:lnTo>
                  <a:lnTo>
                    <a:pt x="7565" y="2654"/>
                  </a:lnTo>
                  <a:lnTo>
                    <a:pt x="7565" y="2654"/>
                  </a:lnTo>
                  <a:lnTo>
                    <a:pt x="9025" y="2654"/>
                  </a:lnTo>
                  <a:lnTo>
                    <a:pt x="10352" y="2389"/>
                  </a:lnTo>
                  <a:lnTo>
                    <a:pt x="11680" y="2256"/>
                  </a:lnTo>
                  <a:lnTo>
                    <a:pt x="13007" y="1858"/>
                  </a:lnTo>
                  <a:lnTo>
                    <a:pt x="14068" y="1593"/>
                  </a:lnTo>
                  <a:lnTo>
                    <a:pt x="14997" y="1062"/>
                  </a:lnTo>
                  <a:lnTo>
                    <a:pt x="15794" y="531"/>
                  </a:lnTo>
                  <a:lnTo>
                    <a:pt x="16324" y="0"/>
                  </a:lnTo>
                  <a:lnTo>
                    <a:pt x="16324" y="15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8"/>
            <p:cNvSpPr/>
            <p:nvPr/>
          </p:nvSpPr>
          <p:spPr>
            <a:xfrm>
              <a:off x="5122218" y="2170835"/>
              <a:ext cx="272874" cy="70432"/>
            </a:xfrm>
            <a:custGeom>
              <a:rect b="b" l="l" r="r" t="t"/>
              <a:pathLst>
                <a:path extrusionOk="0" h="4248" w="16458">
                  <a:moveTo>
                    <a:pt x="16457" y="1"/>
                  </a:moveTo>
                  <a:lnTo>
                    <a:pt x="15926" y="532"/>
                  </a:lnTo>
                  <a:lnTo>
                    <a:pt x="15130" y="1063"/>
                  </a:lnTo>
                  <a:lnTo>
                    <a:pt x="14201" y="1461"/>
                  </a:lnTo>
                  <a:lnTo>
                    <a:pt x="13007" y="1859"/>
                  </a:lnTo>
                  <a:lnTo>
                    <a:pt x="11812" y="2257"/>
                  </a:lnTo>
                  <a:lnTo>
                    <a:pt x="10352" y="2390"/>
                  </a:lnTo>
                  <a:lnTo>
                    <a:pt x="9025" y="2522"/>
                  </a:lnTo>
                  <a:lnTo>
                    <a:pt x="7565" y="2655"/>
                  </a:lnTo>
                  <a:lnTo>
                    <a:pt x="6238" y="2655"/>
                  </a:lnTo>
                  <a:lnTo>
                    <a:pt x="5044" y="2522"/>
                  </a:lnTo>
                  <a:lnTo>
                    <a:pt x="3850" y="2257"/>
                  </a:lnTo>
                  <a:lnTo>
                    <a:pt x="2788" y="1992"/>
                  </a:lnTo>
                  <a:lnTo>
                    <a:pt x="1859" y="1726"/>
                  </a:lnTo>
                  <a:lnTo>
                    <a:pt x="1063" y="1461"/>
                  </a:lnTo>
                  <a:lnTo>
                    <a:pt x="399" y="1063"/>
                  </a:lnTo>
                  <a:lnTo>
                    <a:pt x="1" y="664"/>
                  </a:lnTo>
                  <a:lnTo>
                    <a:pt x="1" y="2257"/>
                  </a:lnTo>
                  <a:lnTo>
                    <a:pt x="399" y="2655"/>
                  </a:lnTo>
                  <a:lnTo>
                    <a:pt x="1063" y="3053"/>
                  </a:lnTo>
                  <a:lnTo>
                    <a:pt x="1859" y="3319"/>
                  </a:lnTo>
                  <a:lnTo>
                    <a:pt x="2788" y="3584"/>
                  </a:lnTo>
                  <a:lnTo>
                    <a:pt x="3850" y="3849"/>
                  </a:lnTo>
                  <a:lnTo>
                    <a:pt x="5044" y="4115"/>
                  </a:lnTo>
                  <a:lnTo>
                    <a:pt x="6238" y="4248"/>
                  </a:lnTo>
                  <a:lnTo>
                    <a:pt x="7565" y="4248"/>
                  </a:lnTo>
                  <a:lnTo>
                    <a:pt x="9025" y="4115"/>
                  </a:lnTo>
                  <a:lnTo>
                    <a:pt x="10352" y="3982"/>
                  </a:lnTo>
                  <a:lnTo>
                    <a:pt x="11812" y="3849"/>
                  </a:lnTo>
                  <a:lnTo>
                    <a:pt x="13007" y="3451"/>
                  </a:lnTo>
                  <a:lnTo>
                    <a:pt x="14201" y="3053"/>
                  </a:lnTo>
                  <a:lnTo>
                    <a:pt x="15263" y="2655"/>
                  </a:lnTo>
                  <a:lnTo>
                    <a:pt x="15926" y="2124"/>
                  </a:lnTo>
                  <a:lnTo>
                    <a:pt x="16457" y="1593"/>
                  </a:lnTo>
                  <a:lnTo>
                    <a:pt x="16457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8"/>
            <p:cNvSpPr/>
            <p:nvPr/>
          </p:nvSpPr>
          <p:spPr>
            <a:xfrm>
              <a:off x="5122218" y="2170835"/>
              <a:ext cx="272874" cy="70432"/>
            </a:xfrm>
            <a:custGeom>
              <a:rect b="b" l="l" r="r" t="t"/>
              <a:pathLst>
                <a:path extrusionOk="0" fill="none" h="4248" w="16458">
                  <a:moveTo>
                    <a:pt x="1" y="2257"/>
                  </a:moveTo>
                  <a:lnTo>
                    <a:pt x="1" y="2257"/>
                  </a:lnTo>
                  <a:lnTo>
                    <a:pt x="399" y="2655"/>
                  </a:lnTo>
                  <a:lnTo>
                    <a:pt x="1063" y="3053"/>
                  </a:lnTo>
                  <a:lnTo>
                    <a:pt x="1859" y="3319"/>
                  </a:lnTo>
                  <a:lnTo>
                    <a:pt x="2788" y="3584"/>
                  </a:lnTo>
                  <a:lnTo>
                    <a:pt x="3850" y="3849"/>
                  </a:lnTo>
                  <a:lnTo>
                    <a:pt x="5044" y="4115"/>
                  </a:lnTo>
                  <a:lnTo>
                    <a:pt x="6238" y="4248"/>
                  </a:lnTo>
                  <a:lnTo>
                    <a:pt x="7565" y="4248"/>
                  </a:lnTo>
                  <a:lnTo>
                    <a:pt x="7565" y="4248"/>
                  </a:lnTo>
                  <a:lnTo>
                    <a:pt x="9025" y="4115"/>
                  </a:lnTo>
                  <a:lnTo>
                    <a:pt x="10352" y="3982"/>
                  </a:lnTo>
                  <a:lnTo>
                    <a:pt x="11812" y="3849"/>
                  </a:lnTo>
                  <a:lnTo>
                    <a:pt x="13007" y="3451"/>
                  </a:lnTo>
                  <a:lnTo>
                    <a:pt x="14201" y="3053"/>
                  </a:lnTo>
                  <a:lnTo>
                    <a:pt x="15263" y="2655"/>
                  </a:lnTo>
                  <a:lnTo>
                    <a:pt x="15926" y="2124"/>
                  </a:lnTo>
                  <a:lnTo>
                    <a:pt x="16457" y="1593"/>
                  </a:lnTo>
                  <a:lnTo>
                    <a:pt x="16457" y="1"/>
                  </a:lnTo>
                  <a:lnTo>
                    <a:pt x="16457" y="1"/>
                  </a:lnTo>
                  <a:lnTo>
                    <a:pt x="15926" y="532"/>
                  </a:lnTo>
                  <a:lnTo>
                    <a:pt x="15130" y="1063"/>
                  </a:lnTo>
                  <a:lnTo>
                    <a:pt x="14201" y="1461"/>
                  </a:lnTo>
                  <a:lnTo>
                    <a:pt x="13007" y="1859"/>
                  </a:lnTo>
                  <a:lnTo>
                    <a:pt x="11812" y="2257"/>
                  </a:lnTo>
                  <a:lnTo>
                    <a:pt x="10352" y="2390"/>
                  </a:lnTo>
                  <a:lnTo>
                    <a:pt x="9025" y="2522"/>
                  </a:lnTo>
                  <a:lnTo>
                    <a:pt x="7565" y="2655"/>
                  </a:lnTo>
                  <a:lnTo>
                    <a:pt x="7565" y="2655"/>
                  </a:lnTo>
                  <a:lnTo>
                    <a:pt x="6238" y="2655"/>
                  </a:lnTo>
                  <a:lnTo>
                    <a:pt x="5044" y="2522"/>
                  </a:lnTo>
                  <a:lnTo>
                    <a:pt x="3850" y="2257"/>
                  </a:lnTo>
                  <a:lnTo>
                    <a:pt x="2788" y="1992"/>
                  </a:lnTo>
                  <a:lnTo>
                    <a:pt x="1859" y="1726"/>
                  </a:lnTo>
                  <a:lnTo>
                    <a:pt x="1063" y="1461"/>
                  </a:lnTo>
                  <a:lnTo>
                    <a:pt x="399" y="1063"/>
                  </a:lnTo>
                  <a:lnTo>
                    <a:pt x="1" y="664"/>
                  </a:lnTo>
                  <a:lnTo>
                    <a:pt x="1" y="2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8"/>
            <p:cNvSpPr/>
            <p:nvPr/>
          </p:nvSpPr>
          <p:spPr>
            <a:xfrm>
              <a:off x="5302658" y="1994822"/>
              <a:ext cx="17608" cy="305851"/>
            </a:xfrm>
            <a:custGeom>
              <a:rect b="b" l="l" r="r" t="t"/>
              <a:pathLst>
                <a:path extrusionOk="0" h="18447" w="1062">
                  <a:moveTo>
                    <a:pt x="0" y="0"/>
                  </a:moveTo>
                  <a:lnTo>
                    <a:pt x="133" y="10086"/>
                  </a:lnTo>
                  <a:lnTo>
                    <a:pt x="664" y="9953"/>
                  </a:lnTo>
                  <a:lnTo>
                    <a:pt x="0" y="0"/>
                  </a:lnTo>
                  <a:close/>
                  <a:moveTo>
                    <a:pt x="664" y="11546"/>
                  </a:moveTo>
                  <a:lnTo>
                    <a:pt x="266" y="11679"/>
                  </a:lnTo>
                  <a:lnTo>
                    <a:pt x="266" y="12873"/>
                  </a:lnTo>
                  <a:lnTo>
                    <a:pt x="797" y="12873"/>
                  </a:lnTo>
                  <a:lnTo>
                    <a:pt x="664" y="11546"/>
                  </a:lnTo>
                  <a:close/>
                  <a:moveTo>
                    <a:pt x="266" y="14465"/>
                  </a:moveTo>
                  <a:lnTo>
                    <a:pt x="266" y="18447"/>
                  </a:lnTo>
                  <a:lnTo>
                    <a:pt x="1062" y="18314"/>
                  </a:lnTo>
                  <a:lnTo>
                    <a:pt x="929" y="14465"/>
                  </a:lnTo>
                  <a:close/>
                </a:path>
              </a:pathLst>
            </a:custGeom>
            <a:solidFill>
              <a:srgbClr val="CE44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8"/>
            <p:cNvSpPr/>
            <p:nvPr/>
          </p:nvSpPr>
          <p:spPr>
            <a:xfrm>
              <a:off x="5307052" y="2234651"/>
              <a:ext cx="13214" cy="66022"/>
            </a:xfrm>
            <a:custGeom>
              <a:rect b="b" l="l" r="r" t="t"/>
              <a:pathLst>
                <a:path extrusionOk="0" fill="none" h="3982" w="797">
                  <a:moveTo>
                    <a:pt x="664" y="0"/>
                  </a:moveTo>
                  <a:lnTo>
                    <a:pt x="664" y="0"/>
                  </a:lnTo>
                  <a:lnTo>
                    <a:pt x="1" y="0"/>
                  </a:lnTo>
                  <a:lnTo>
                    <a:pt x="1" y="3982"/>
                  </a:lnTo>
                  <a:lnTo>
                    <a:pt x="1" y="3982"/>
                  </a:lnTo>
                  <a:lnTo>
                    <a:pt x="797" y="3849"/>
                  </a:lnTo>
                  <a:lnTo>
                    <a:pt x="66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8"/>
            <p:cNvSpPr/>
            <p:nvPr/>
          </p:nvSpPr>
          <p:spPr>
            <a:xfrm>
              <a:off x="5307052" y="2186238"/>
              <a:ext cx="8821" cy="22018"/>
            </a:xfrm>
            <a:custGeom>
              <a:rect b="b" l="l" r="r" t="t"/>
              <a:pathLst>
                <a:path extrusionOk="0" fill="none" h="1328" w="532">
                  <a:moveTo>
                    <a:pt x="399" y="1"/>
                  </a:moveTo>
                  <a:lnTo>
                    <a:pt x="399" y="1"/>
                  </a:lnTo>
                  <a:lnTo>
                    <a:pt x="1" y="134"/>
                  </a:lnTo>
                  <a:lnTo>
                    <a:pt x="1" y="1328"/>
                  </a:lnTo>
                  <a:lnTo>
                    <a:pt x="1" y="1328"/>
                  </a:lnTo>
                  <a:lnTo>
                    <a:pt x="532" y="1328"/>
                  </a:lnTo>
                  <a:lnTo>
                    <a:pt x="3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8"/>
            <p:cNvSpPr/>
            <p:nvPr/>
          </p:nvSpPr>
          <p:spPr>
            <a:xfrm>
              <a:off x="5302658" y="1994822"/>
              <a:ext cx="11009" cy="167242"/>
            </a:xfrm>
            <a:custGeom>
              <a:rect b="b" l="l" r="r" t="t"/>
              <a:pathLst>
                <a:path extrusionOk="0" fill="none" h="10087" w="664">
                  <a:moveTo>
                    <a:pt x="0" y="0"/>
                  </a:moveTo>
                  <a:lnTo>
                    <a:pt x="0" y="0"/>
                  </a:lnTo>
                  <a:lnTo>
                    <a:pt x="133" y="10086"/>
                  </a:lnTo>
                  <a:lnTo>
                    <a:pt x="133" y="10086"/>
                  </a:lnTo>
                  <a:lnTo>
                    <a:pt x="664" y="995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8"/>
            <p:cNvSpPr/>
            <p:nvPr/>
          </p:nvSpPr>
          <p:spPr>
            <a:xfrm>
              <a:off x="5304847" y="2159842"/>
              <a:ext cx="8821" cy="28617"/>
            </a:xfrm>
            <a:custGeom>
              <a:rect b="b" l="l" r="r" t="t"/>
              <a:pathLst>
                <a:path extrusionOk="0" h="1726" w="532">
                  <a:moveTo>
                    <a:pt x="532" y="0"/>
                  </a:moveTo>
                  <a:lnTo>
                    <a:pt x="1" y="133"/>
                  </a:lnTo>
                  <a:lnTo>
                    <a:pt x="134" y="1726"/>
                  </a:lnTo>
                  <a:lnTo>
                    <a:pt x="532" y="1593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8"/>
            <p:cNvSpPr/>
            <p:nvPr/>
          </p:nvSpPr>
          <p:spPr>
            <a:xfrm>
              <a:off x="5304847" y="2159842"/>
              <a:ext cx="8821" cy="28617"/>
            </a:xfrm>
            <a:custGeom>
              <a:rect b="b" l="l" r="r" t="t"/>
              <a:pathLst>
                <a:path extrusionOk="0" fill="none" h="1726" w="532">
                  <a:moveTo>
                    <a:pt x="532" y="0"/>
                  </a:moveTo>
                  <a:lnTo>
                    <a:pt x="532" y="0"/>
                  </a:lnTo>
                  <a:lnTo>
                    <a:pt x="1" y="133"/>
                  </a:lnTo>
                  <a:lnTo>
                    <a:pt x="134" y="1726"/>
                  </a:lnTo>
                  <a:lnTo>
                    <a:pt x="134" y="1726"/>
                  </a:lnTo>
                  <a:lnTo>
                    <a:pt x="532" y="1593"/>
                  </a:lnTo>
                  <a:lnTo>
                    <a:pt x="53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58"/>
            <p:cNvSpPr/>
            <p:nvPr/>
          </p:nvSpPr>
          <p:spPr>
            <a:xfrm>
              <a:off x="5307052" y="2208239"/>
              <a:ext cx="11026" cy="26429"/>
            </a:xfrm>
            <a:custGeom>
              <a:rect b="b" l="l" r="r" t="t"/>
              <a:pathLst>
                <a:path extrusionOk="0" h="1594" w="665">
                  <a:moveTo>
                    <a:pt x="1" y="1"/>
                  </a:moveTo>
                  <a:lnTo>
                    <a:pt x="1" y="1593"/>
                  </a:lnTo>
                  <a:lnTo>
                    <a:pt x="664" y="1593"/>
                  </a:lnTo>
                  <a:lnTo>
                    <a:pt x="532" y="1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8"/>
            <p:cNvSpPr/>
            <p:nvPr/>
          </p:nvSpPr>
          <p:spPr>
            <a:xfrm>
              <a:off x="5307052" y="2208239"/>
              <a:ext cx="11026" cy="26429"/>
            </a:xfrm>
            <a:custGeom>
              <a:rect b="b" l="l" r="r" t="t"/>
              <a:pathLst>
                <a:path extrusionOk="0" fill="none" h="1594" w="665">
                  <a:moveTo>
                    <a:pt x="532" y="1"/>
                  </a:moveTo>
                  <a:lnTo>
                    <a:pt x="532" y="1"/>
                  </a:lnTo>
                  <a:lnTo>
                    <a:pt x="1" y="1"/>
                  </a:lnTo>
                  <a:lnTo>
                    <a:pt x="1" y="1593"/>
                  </a:lnTo>
                  <a:lnTo>
                    <a:pt x="1" y="1593"/>
                  </a:lnTo>
                  <a:lnTo>
                    <a:pt x="664" y="1593"/>
                  </a:lnTo>
                  <a:lnTo>
                    <a:pt x="53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8"/>
            <p:cNvSpPr/>
            <p:nvPr/>
          </p:nvSpPr>
          <p:spPr>
            <a:xfrm>
              <a:off x="4996807" y="2175245"/>
              <a:ext cx="224443" cy="189244"/>
            </a:xfrm>
            <a:custGeom>
              <a:rect b="b" l="l" r="r" t="t"/>
              <a:pathLst>
                <a:path extrusionOk="0" h="11414" w="13537">
                  <a:moveTo>
                    <a:pt x="3849" y="0"/>
                  </a:moveTo>
                  <a:lnTo>
                    <a:pt x="0" y="1460"/>
                  </a:lnTo>
                  <a:lnTo>
                    <a:pt x="1195" y="3318"/>
                  </a:lnTo>
                  <a:lnTo>
                    <a:pt x="2257" y="5043"/>
                  </a:lnTo>
                  <a:lnTo>
                    <a:pt x="3451" y="6503"/>
                  </a:lnTo>
                  <a:lnTo>
                    <a:pt x="4380" y="7565"/>
                  </a:lnTo>
                  <a:lnTo>
                    <a:pt x="5574" y="8892"/>
                  </a:lnTo>
                  <a:lnTo>
                    <a:pt x="6901" y="9954"/>
                  </a:lnTo>
                  <a:lnTo>
                    <a:pt x="7565" y="10352"/>
                  </a:lnTo>
                  <a:lnTo>
                    <a:pt x="8096" y="10750"/>
                  </a:lnTo>
                  <a:lnTo>
                    <a:pt x="9423" y="11148"/>
                  </a:lnTo>
                  <a:lnTo>
                    <a:pt x="10485" y="11413"/>
                  </a:lnTo>
                  <a:lnTo>
                    <a:pt x="11281" y="11281"/>
                  </a:lnTo>
                  <a:lnTo>
                    <a:pt x="12077" y="11148"/>
                  </a:lnTo>
                  <a:lnTo>
                    <a:pt x="12608" y="10883"/>
                  </a:lnTo>
                  <a:lnTo>
                    <a:pt x="13006" y="10617"/>
                  </a:lnTo>
                  <a:lnTo>
                    <a:pt x="13404" y="9954"/>
                  </a:lnTo>
                  <a:lnTo>
                    <a:pt x="13404" y="9821"/>
                  </a:lnTo>
                  <a:lnTo>
                    <a:pt x="13537" y="9423"/>
                  </a:lnTo>
                  <a:lnTo>
                    <a:pt x="13537" y="9157"/>
                  </a:lnTo>
                  <a:lnTo>
                    <a:pt x="13272" y="8892"/>
                  </a:lnTo>
                  <a:lnTo>
                    <a:pt x="13006" y="8627"/>
                  </a:lnTo>
                  <a:lnTo>
                    <a:pt x="11546" y="7830"/>
                  </a:lnTo>
                  <a:lnTo>
                    <a:pt x="10750" y="7432"/>
                  </a:lnTo>
                  <a:lnTo>
                    <a:pt x="9954" y="7034"/>
                  </a:lnTo>
                  <a:lnTo>
                    <a:pt x="9821" y="6901"/>
                  </a:lnTo>
                  <a:lnTo>
                    <a:pt x="9954" y="6769"/>
                  </a:lnTo>
                  <a:lnTo>
                    <a:pt x="11812" y="6769"/>
                  </a:lnTo>
                  <a:lnTo>
                    <a:pt x="12210" y="6503"/>
                  </a:lnTo>
                  <a:lnTo>
                    <a:pt x="12210" y="6370"/>
                  </a:lnTo>
                  <a:lnTo>
                    <a:pt x="12210" y="6105"/>
                  </a:lnTo>
                  <a:lnTo>
                    <a:pt x="12077" y="6105"/>
                  </a:lnTo>
                  <a:lnTo>
                    <a:pt x="11944" y="5972"/>
                  </a:lnTo>
                  <a:lnTo>
                    <a:pt x="10617" y="5707"/>
                  </a:lnTo>
                  <a:lnTo>
                    <a:pt x="9954" y="5574"/>
                  </a:lnTo>
                  <a:lnTo>
                    <a:pt x="9423" y="5441"/>
                  </a:lnTo>
                  <a:lnTo>
                    <a:pt x="8361" y="5309"/>
                  </a:lnTo>
                  <a:lnTo>
                    <a:pt x="7432" y="5043"/>
                  </a:lnTo>
                  <a:lnTo>
                    <a:pt x="7034" y="4778"/>
                  </a:lnTo>
                  <a:lnTo>
                    <a:pt x="6901" y="4512"/>
                  </a:lnTo>
                  <a:lnTo>
                    <a:pt x="6503" y="3982"/>
                  </a:lnTo>
                  <a:lnTo>
                    <a:pt x="5309" y="2389"/>
                  </a:lnTo>
                  <a:lnTo>
                    <a:pt x="384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8"/>
            <p:cNvSpPr/>
            <p:nvPr/>
          </p:nvSpPr>
          <p:spPr>
            <a:xfrm>
              <a:off x="4970395" y="1889190"/>
              <a:ext cx="195860" cy="385087"/>
            </a:xfrm>
            <a:custGeom>
              <a:rect b="b" l="l" r="r" t="t"/>
              <a:pathLst>
                <a:path extrusionOk="0" h="23226" w="11813">
                  <a:moveTo>
                    <a:pt x="10618" y="1"/>
                  </a:moveTo>
                  <a:lnTo>
                    <a:pt x="9689" y="134"/>
                  </a:lnTo>
                  <a:lnTo>
                    <a:pt x="9025" y="399"/>
                  </a:lnTo>
                  <a:lnTo>
                    <a:pt x="8362" y="797"/>
                  </a:lnTo>
                  <a:lnTo>
                    <a:pt x="7698" y="1328"/>
                  </a:lnTo>
                  <a:lnTo>
                    <a:pt x="7035" y="2124"/>
                  </a:lnTo>
                  <a:lnTo>
                    <a:pt x="6504" y="3053"/>
                  </a:lnTo>
                  <a:lnTo>
                    <a:pt x="4911" y="5840"/>
                  </a:lnTo>
                  <a:lnTo>
                    <a:pt x="3319" y="8760"/>
                  </a:lnTo>
                  <a:lnTo>
                    <a:pt x="1726" y="11679"/>
                  </a:lnTo>
                  <a:lnTo>
                    <a:pt x="532" y="14201"/>
                  </a:lnTo>
                  <a:lnTo>
                    <a:pt x="134" y="15263"/>
                  </a:lnTo>
                  <a:lnTo>
                    <a:pt x="1" y="16059"/>
                  </a:lnTo>
                  <a:lnTo>
                    <a:pt x="134" y="16457"/>
                  </a:lnTo>
                  <a:lnTo>
                    <a:pt x="399" y="17121"/>
                  </a:lnTo>
                  <a:lnTo>
                    <a:pt x="1593" y="19111"/>
                  </a:lnTo>
                  <a:lnTo>
                    <a:pt x="3053" y="21235"/>
                  </a:lnTo>
                  <a:lnTo>
                    <a:pt x="4646" y="23225"/>
                  </a:lnTo>
                  <a:lnTo>
                    <a:pt x="5708" y="23093"/>
                  </a:lnTo>
                  <a:lnTo>
                    <a:pt x="6769" y="22694"/>
                  </a:lnTo>
                  <a:lnTo>
                    <a:pt x="7565" y="22164"/>
                  </a:lnTo>
                  <a:lnTo>
                    <a:pt x="8229" y="21500"/>
                  </a:lnTo>
                  <a:lnTo>
                    <a:pt x="5309" y="16192"/>
                  </a:lnTo>
                  <a:lnTo>
                    <a:pt x="9822" y="9423"/>
                  </a:lnTo>
                  <a:lnTo>
                    <a:pt x="10485" y="8362"/>
                  </a:lnTo>
                  <a:lnTo>
                    <a:pt x="11149" y="7167"/>
                  </a:lnTo>
                  <a:lnTo>
                    <a:pt x="11414" y="6504"/>
                  </a:lnTo>
                  <a:lnTo>
                    <a:pt x="11547" y="5707"/>
                  </a:lnTo>
                  <a:lnTo>
                    <a:pt x="11812" y="4115"/>
                  </a:lnTo>
                  <a:lnTo>
                    <a:pt x="11812" y="2522"/>
                  </a:lnTo>
                  <a:lnTo>
                    <a:pt x="11547" y="1195"/>
                  </a:lnTo>
                  <a:lnTo>
                    <a:pt x="11281" y="399"/>
                  </a:lnTo>
                  <a:lnTo>
                    <a:pt x="11016" y="134"/>
                  </a:lnTo>
                  <a:lnTo>
                    <a:pt x="1061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8"/>
            <p:cNvSpPr/>
            <p:nvPr/>
          </p:nvSpPr>
          <p:spPr>
            <a:xfrm>
              <a:off x="5234448" y="1640557"/>
              <a:ext cx="140831" cy="140847"/>
            </a:xfrm>
            <a:custGeom>
              <a:rect b="b" l="l" r="r" t="t"/>
              <a:pathLst>
                <a:path extrusionOk="0" h="8495" w="8494">
                  <a:moveTo>
                    <a:pt x="3318" y="1"/>
                  </a:moveTo>
                  <a:lnTo>
                    <a:pt x="2522" y="266"/>
                  </a:lnTo>
                  <a:lnTo>
                    <a:pt x="1858" y="664"/>
                  </a:lnTo>
                  <a:lnTo>
                    <a:pt x="1195" y="1195"/>
                  </a:lnTo>
                  <a:lnTo>
                    <a:pt x="664" y="1859"/>
                  </a:lnTo>
                  <a:lnTo>
                    <a:pt x="266" y="2522"/>
                  </a:lnTo>
                  <a:lnTo>
                    <a:pt x="0" y="3318"/>
                  </a:lnTo>
                  <a:lnTo>
                    <a:pt x="0" y="4247"/>
                  </a:lnTo>
                  <a:lnTo>
                    <a:pt x="0" y="5044"/>
                  </a:lnTo>
                  <a:lnTo>
                    <a:pt x="266" y="5840"/>
                  </a:lnTo>
                  <a:lnTo>
                    <a:pt x="664" y="6636"/>
                  </a:lnTo>
                  <a:lnTo>
                    <a:pt x="1195" y="7167"/>
                  </a:lnTo>
                  <a:lnTo>
                    <a:pt x="1858" y="7698"/>
                  </a:lnTo>
                  <a:lnTo>
                    <a:pt x="2522" y="8096"/>
                  </a:lnTo>
                  <a:lnTo>
                    <a:pt x="3318" y="8361"/>
                  </a:lnTo>
                  <a:lnTo>
                    <a:pt x="4247" y="8494"/>
                  </a:lnTo>
                  <a:lnTo>
                    <a:pt x="5043" y="8361"/>
                  </a:lnTo>
                  <a:lnTo>
                    <a:pt x="5839" y="8096"/>
                  </a:lnTo>
                  <a:lnTo>
                    <a:pt x="6503" y="7698"/>
                  </a:lnTo>
                  <a:lnTo>
                    <a:pt x="7167" y="7167"/>
                  </a:lnTo>
                  <a:lnTo>
                    <a:pt x="7697" y="6636"/>
                  </a:lnTo>
                  <a:lnTo>
                    <a:pt x="8096" y="5840"/>
                  </a:lnTo>
                  <a:lnTo>
                    <a:pt x="8361" y="5044"/>
                  </a:lnTo>
                  <a:lnTo>
                    <a:pt x="8494" y="4247"/>
                  </a:lnTo>
                  <a:lnTo>
                    <a:pt x="8361" y="3318"/>
                  </a:lnTo>
                  <a:lnTo>
                    <a:pt x="8096" y="2522"/>
                  </a:lnTo>
                  <a:lnTo>
                    <a:pt x="7697" y="1859"/>
                  </a:lnTo>
                  <a:lnTo>
                    <a:pt x="7167" y="1195"/>
                  </a:lnTo>
                  <a:lnTo>
                    <a:pt x="6503" y="664"/>
                  </a:lnTo>
                  <a:lnTo>
                    <a:pt x="5839" y="266"/>
                  </a:lnTo>
                  <a:lnTo>
                    <a:pt x="504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8"/>
            <p:cNvSpPr/>
            <p:nvPr/>
          </p:nvSpPr>
          <p:spPr>
            <a:xfrm>
              <a:off x="5181641" y="1761574"/>
              <a:ext cx="30822" cy="72637"/>
            </a:xfrm>
            <a:custGeom>
              <a:rect b="b" l="l" r="r" t="t"/>
              <a:pathLst>
                <a:path extrusionOk="0" h="4381" w="1859">
                  <a:moveTo>
                    <a:pt x="0" y="1"/>
                  </a:moveTo>
                  <a:lnTo>
                    <a:pt x="398" y="1593"/>
                  </a:lnTo>
                  <a:lnTo>
                    <a:pt x="664" y="2920"/>
                  </a:lnTo>
                  <a:lnTo>
                    <a:pt x="929" y="3717"/>
                  </a:lnTo>
                  <a:lnTo>
                    <a:pt x="1195" y="3982"/>
                  </a:lnTo>
                  <a:lnTo>
                    <a:pt x="1460" y="4247"/>
                  </a:lnTo>
                  <a:lnTo>
                    <a:pt x="1858" y="4380"/>
                  </a:lnTo>
                  <a:lnTo>
                    <a:pt x="1725" y="21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8"/>
            <p:cNvSpPr/>
            <p:nvPr/>
          </p:nvSpPr>
          <p:spPr>
            <a:xfrm>
              <a:off x="5170632" y="1675773"/>
              <a:ext cx="33027" cy="88023"/>
            </a:xfrm>
            <a:custGeom>
              <a:rect b="b" l="l" r="r" t="t"/>
              <a:pathLst>
                <a:path extrusionOk="0" h="5309" w="1992">
                  <a:moveTo>
                    <a:pt x="1460" y="0"/>
                  </a:moveTo>
                  <a:lnTo>
                    <a:pt x="1062" y="133"/>
                  </a:lnTo>
                  <a:lnTo>
                    <a:pt x="664" y="265"/>
                  </a:lnTo>
                  <a:lnTo>
                    <a:pt x="266" y="531"/>
                  </a:lnTo>
                  <a:lnTo>
                    <a:pt x="133" y="796"/>
                  </a:lnTo>
                  <a:lnTo>
                    <a:pt x="1" y="1327"/>
                  </a:lnTo>
                  <a:lnTo>
                    <a:pt x="1" y="2389"/>
                  </a:lnTo>
                  <a:lnTo>
                    <a:pt x="266" y="3716"/>
                  </a:lnTo>
                  <a:lnTo>
                    <a:pt x="664" y="5176"/>
                  </a:lnTo>
                  <a:lnTo>
                    <a:pt x="1991" y="5308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8"/>
            <p:cNvSpPr/>
            <p:nvPr/>
          </p:nvSpPr>
          <p:spPr>
            <a:xfrm>
              <a:off x="5159639" y="1651566"/>
              <a:ext cx="202442" cy="255249"/>
            </a:xfrm>
            <a:custGeom>
              <a:rect b="b" l="l" r="r" t="t"/>
              <a:pathLst>
                <a:path extrusionOk="0" h="15395" w="12210">
                  <a:moveTo>
                    <a:pt x="7830" y="0"/>
                  </a:moveTo>
                  <a:lnTo>
                    <a:pt x="6636" y="133"/>
                  </a:lnTo>
                  <a:lnTo>
                    <a:pt x="5574" y="398"/>
                  </a:lnTo>
                  <a:lnTo>
                    <a:pt x="4512" y="929"/>
                  </a:lnTo>
                  <a:lnTo>
                    <a:pt x="4114" y="1195"/>
                  </a:lnTo>
                  <a:lnTo>
                    <a:pt x="3849" y="1593"/>
                  </a:lnTo>
                  <a:lnTo>
                    <a:pt x="3318" y="2522"/>
                  </a:lnTo>
                  <a:lnTo>
                    <a:pt x="3052" y="3451"/>
                  </a:lnTo>
                  <a:lnTo>
                    <a:pt x="2920" y="4380"/>
                  </a:lnTo>
                  <a:lnTo>
                    <a:pt x="2920" y="5309"/>
                  </a:lnTo>
                  <a:lnTo>
                    <a:pt x="2920" y="5972"/>
                  </a:lnTo>
                  <a:lnTo>
                    <a:pt x="3052" y="6768"/>
                  </a:lnTo>
                  <a:lnTo>
                    <a:pt x="2787" y="6768"/>
                  </a:lnTo>
                  <a:lnTo>
                    <a:pt x="2522" y="6636"/>
                  </a:lnTo>
                  <a:lnTo>
                    <a:pt x="2123" y="6105"/>
                  </a:lnTo>
                  <a:lnTo>
                    <a:pt x="1725" y="5839"/>
                  </a:lnTo>
                  <a:lnTo>
                    <a:pt x="1194" y="5707"/>
                  </a:lnTo>
                  <a:lnTo>
                    <a:pt x="929" y="5707"/>
                  </a:lnTo>
                  <a:lnTo>
                    <a:pt x="664" y="5839"/>
                  </a:lnTo>
                  <a:lnTo>
                    <a:pt x="398" y="5972"/>
                  </a:lnTo>
                  <a:lnTo>
                    <a:pt x="133" y="6370"/>
                  </a:lnTo>
                  <a:lnTo>
                    <a:pt x="133" y="6768"/>
                  </a:lnTo>
                  <a:lnTo>
                    <a:pt x="0" y="7299"/>
                  </a:lnTo>
                  <a:lnTo>
                    <a:pt x="133" y="7697"/>
                  </a:lnTo>
                  <a:lnTo>
                    <a:pt x="398" y="8096"/>
                  </a:lnTo>
                  <a:lnTo>
                    <a:pt x="796" y="8759"/>
                  </a:lnTo>
                  <a:lnTo>
                    <a:pt x="1194" y="9025"/>
                  </a:lnTo>
                  <a:lnTo>
                    <a:pt x="1460" y="9157"/>
                  </a:lnTo>
                  <a:lnTo>
                    <a:pt x="1991" y="9290"/>
                  </a:lnTo>
                  <a:lnTo>
                    <a:pt x="2654" y="9290"/>
                  </a:lnTo>
                  <a:lnTo>
                    <a:pt x="2787" y="9157"/>
                  </a:lnTo>
                  <a:lnTo>
                    <a:pt x="3052" y="8892"/>
                  </a:lnTo>
                  <a:lnTo>
                    <a:pt x="3052" y="8759"/>
                  </a:lnTo>
                  <a:lnTo>
                    <a:pt x="3185" y="14068"/>
                  </a:lnTo>
                  <a:lnTo>
                    <a:pt x="3583" y="14466"/>
                  </a:lnTo>
                  <a:lnTo>
                    <a:pt x="4114" y="14864"/>
                  </a:lnTo>
                  <a:lnTo>
                    <a:pt x="4512" y="15129"/>
                  </a:lnTo>
                  <a:lnTo>
                    <a:pt x="5043" y="15262"/>
                  </a:lnTo>
                  <a:lnTo>
                    <a:pt x="6105" y="15395"/>
                  </a:lnTo>
                  <a:lnTo>
                    <a:pt x="7034" y="15395"/>
                  </a:lnTo>
                  <a:lnTo>
                    <a:pt x="7697" y="15129"/>
                  </a:lnTo>
                  <a:lnTo>
                    <a:pt x="8228" y="14864"/>
                  </a:lnTo>
                  <a:lnTo>
                    <a:pt x="8228" y="14731"/>
                  </a:lnTo>
                  <a:lnTo>
                    <a:pt x="8228" y="14466"/>
                  </a:lnTo>
                  <a:lnTo>
                    <a:pt x="8095" y="14068"/>
                  </a:lnTo>
                  <a:lnTo>
                    <a:pt x="7830" y="13802"/>
                  </a:lnTo>
                  <a:lnTo>
                    <a:pt x="7830" y="12210"/>
                  </a:lnTo>
                  <a:lnTo>
                    <a:pt x="8626" y="12210"/>
                  </a:lnTo>
                  <a:lnTo>
                    <a:pt x="9821" y="12342"/>
                  </a:lnTo>
                  <a:lnTo>
                    <a:pt x="10484" y="12077"/>
                  </a:lnTo>
                  <a:lnTo>
                    <a:pt x="11015" y="11546"/>
                  </a:lnTo>
                  <a:lnTo>
                    <a:pt x="11413" y="11015"/>
                  </a:lnTo>
                  <a:lnTo>
                    <a:pt x="11811" y="10219"/>
                  </a:lnTo>
                  <a:lnTo>
                    <a:pt x="12077" y="8892"/>
                  </a:lnTo>
                  <a:lnTo>
                    <a:pt x="12209" y="7432"/>
                  </a:lnTo>
                  <a:lnTo>
                    <a:pt x="12209" y="5574"/>
                  </a:lnTo>
                  <a:lnTo>
                    <a:pt x="12077" y="3318"/>
                  </a:lnTo>
                  <a:lnTo>
                    <a:pt x="11944" y="2654"/>
                  </a:lnTo>
                  <a:lnTo>
                    <a:pt x="11679" y="1991"/>
                  </a:lnTo>
                  <a:lnTo>
                    <a:pt x="11413" y="1460"/>
                  </a:lnTo>
                  <a:lnTo>
                    <a:pt x="11015" y="1062"/>
                  </a:lnTo>
                  <a:lnTo>
                    <a:pt x="10617" y="664"/>
                  </a:lnTo>
                  <a:lnTo>
                    <a:pt x="10086" y="398"/>
                  </a:lnTo>
                  <a:lnTo>
                    <a:pt x="9024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8"/>
            <p:cNvSpPr/>
            <p:nvPr/>
          </p:nvSpPr>
          <p:spPr>
            <a:xfrm>
              <a:off x="5190445" y="1629564"/>
              <a:ext cx="189244" cy="145224"/>
            </a:xfrm>
            <a:custGeom>
              <a:rect b="b" l="l" r="r" t="t"/>
              <a:pathLst>
                <a:path extrusionOk="0" h="8759" w="11414">
                  <a:moveTo>
                    <a:pt x="3318" y="0"/>
                  </a:moveTo>
                  <a:lnTo>
                    <a:pt x="2389" y="266"/>
                  </a:lnTo>
                  <a:lnTo>
                    <a:pt x="1460" y="531"/>
                  </a:lnTo>
                  <a:lnTo>
                    <a:pt x="929" y="929"/>
                  </a:lnTo>
                  <a:lnTo>
                    <a:pt x="398" y="1327"/>
                  </a:lnTo>
                  <a:lnTo>
                    <a:pt x="133" y="1858"/>
                  </a:lnTo>
                  <a:lnTo>
                    <a:pt x="0" y="2522"/>
                  </a:lnTo>
                  <a:lnTo>
                    <a:pt x="133" y="3318"/>
                  </a:lnTo>
                  <a:lnTo>
                    <a:pt x="265" y="3716"/>
                  </a:lnTo>
                  <a:lnTo>
                    <a:pt x="265" y="4114"/>
                  </a:lnTo>
                  <a:lnTo>
                    <a:pt x="133" y="5441"/>
                  </a:lnTo>
                  <a:lnTo>
                    <a:pt x="0" y="6636"/>
                  </a:lnTo>
                  <a:lnTo>
                    <a:pt x="133" y="7034"/>
                  </a:lnTo>
                  <a:lnTo>
                    <a:pt x="265" y="7432"/>
                  </a:lnTo>
                  <a:lnTo>
                    <a:pt x="929" y="8095"/>
                  </a:lnTo>
                  <a:lnTo>
                    <a:pt x="1062" y="8361"/>
                  </a:lnTo>
                  <a:lnTo>
                    <a:pt x="1327" y="8626"/>
                  </a:lnTo>
                  <a:lnTo>
                    <a:pt x="1593" y="8759"/>
                  </a:lnTo>
                  <a:lnTo>
                    <a:pt x="1725" y="8626"/>
                  </a:lnTo>
                  <a:lnTo>
                    <a:pt x="1858" y="8361"/>
                  </a:lnTo>
                  <a:lnTo>
                    <a:pt x="1991" y="7565"/>
                  </a:lnTo>
                  <a:lnTo>
                    <a:pt x="2123" y="5176"/>
                  </a:lnTo>
                  <a:lnTo>
                    <a:pt x="2522" y="5043"/>
                  </a:lnTo>
                  <a:lnTo>
                    <a:pt x="2787" y="4778"/>
                  </a:lnTo>
                  <a:lnTo>
                    <a:pt x="3318" y="4512"/>
                  </a:lnTo>
                  <a:lnTo>
                    <a:pt x="3583" y="3981"/>
                  </a:lnTo>
                  <a:lnTo>
                    <a:pt x="3716" y="3318"/>
                  </a:lnTo>
                  <a:lnTo>
                    <a:pt x="5176" y="4114"/>
                  </a:lnTo>
                  <a:lnTo>
                    <a:pt x="5972" y="4380"/>
                  </a:lnTo>
                  <a:lnTo>
                    <a:pt x="6768" y="4512"/>
                  </a:lnTo>
                  <a:lnTo>
                    <a:pt x="8361" y="4512"/>
                  </a:lnTo>
                  <a:lnTo>
                    <a:pt x="9024" y="4247"/>
                  </a:lnTo>
                  <a:lnTo>
                    <a:pt x="9821" y="3981"/>
                  </a:lnTo>
                  <a:lnTo>
                    <a:pt x="10617" y="3451"/>
                  </a:lnTo>
                  <a:lnTo>
                    <a:pt x="11015" y="3052"/>
                  </a:lnTo>
                  <a:lnTo>
                    <a:pt x="11280" y="2522"/>
                  </a:lnTo>
                  <a:lnTo>
                    <a:pt x="11280" y="2389"/>
                  </a:lnTo>
                  <a:lnTo>
                    <a:pt x="11280" y="2123"/>
                  </a:lnTo>
                  <a:lnTo>
                    <a:pt x="11015" y="1991"/>
                  </a:lnTo>
                  <a:lnTo>
                    <a:pt x="10882" y="2123"/>
                  </a:lnTo>
                  <a:lnTo>
                    <a:pt x="11148" y="1725"/>
                  </a:lnTo>
                  <a:lnTo>
                    <a:pt x="11413" y="1194"/>
                  </a:lnTo>
                  <a:lnTo>
                    <a:pt x="11413" y="796"/>
                  </a:lnTo>
                  <a:lnTo>
                    <a:pt x="11280" y="531"/>
                  </a:lnTo>
                  <a:lnTo>
                    <a:pt x="11148" y="398"/>
                  </a:lnTo>
                  <a:lnTo>
                    <a:pt x="10882" y="266"/>
                  </a:lnTo>
                  <a:lnTo>
                    <a:pt x="10617" y="133"/>
                  </a:lnTo>
                  <a:lnTo>
                    <a:pt x="10086" y="133"/>
                  </a:lnTo>
                  <a:lnTo>
                    <a:pt x="8759" y="266"/>
                  </a:lnTo>
                  <a:lnTo>
                    <a:pt x="7432" y="266"/>
                  </a:lnTo>
                  <a:lnTo>
                    <a:pt x="517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8"/>
            <p:cNvSpPr/>
            <p:nvPr/>
          </p:nvSpPr>
          <p:spPr>
            <a:xfrm>
              <a:off x="5166238" y="1662558"/>
              <a:ext cx="26412" cy="22018"/>
            </a:xfrm>
            <a:custGeom>
              <a:rect b="b" l="l" r="r" t="t"/>
              <a:pathLst>
                <a:path extrusionOk="0" h="1328" w="1593">
                  <a:moveTo>
                    <a:pt x="531" y="1"/>
                  </a:moveTo>
                  <a:lnTo>
                    <a:pt x="133" y="133"/>
                  </a:lnTo>
                  <a:lnTo>
                    <a:pt x="0" y="399"/>
                  </a:lnTo>
                  <a:lnTo>
                    <a:pt x="1460" y="1328"/>
                  </a:lnTo>
                  <a:lnTo>
                    <a:pt x="1593" y="930"/>
                  </a:lnTo>
                  <a:lnTo>
                    <a:pt x="1593" y="532"/>
                  </a:lnTo>
                  <a:lnTo>
                    <a:pt x="1460" y="266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8"/>
            <p:cNvSpPr/>
            <p:nvPr/>
          </p:nvSpPr>
          <p:spPr>
            <a:xfrm>
              <a:off x="5219046" y="1820980"/>
              <a:ext cx="70415" cy="41831"/>
            </a:xfrm>
            <a:custGeom>
              <a:rect b="b" l="l" r="r" t="t"/>
              <a:pathLst>
                <a:path extrusionOk="0" h="2523" w="4247">
                  <a:moveTo>
                    <a:pt x="0" y="1"/>
                  </a:moveTo>
                  <a:lnTo>
                    <a:pt x="133" y="399"/>
                  </a:lnTo>
                  <a:lnTo>
                    <a:pt x="266" y="797"/>
                  </a:lnTo>
                  <a:lnTo>
                    <a:pt x="664" y="1328"/>
                  </a:lnTo>
                  <a:lnTo>
                    <a:pt x="929" y="1593"/>
                  </a:lnTo>
                  <a:lnTo>
                    <a:pt x="1460" y="1726"/>
                  </a:lnTo>
                  <a:lnTo>
                    <a:pt x="2654" y="2257"/>
                  </a:lnTo>
                  <a:lnTo>
                    <a:pt x="4247" y="2522"/>
                  </a:lnTo>
                  <a:lnTo>
                    <a:pt x="4247" y="1992"/>
                  </a:lnTo>
                  <a:lnTo>
                    <a:pt x="3053" y="1726"/>
                  </a:lnTo>
                  <a:lnTo>
                    <a:pt x="1991" y="1328"/>
                  </a:lnTo>
                  <a:lnTo>
                    <a:pt x="1062" y="1063"/>
                  </a:lnTo>
                  <a:lnTo>
                    <a:pt x="398" y="5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8"/>
            <p:cNvSpPr/>
            <p:nvPr/>
          </p:nvSpPr>
          <p:spPr>
            <a:xfrm>
              <a:off x="5271853" y="1746171"/>
              <a:ext cx="17608" cy="17625"/>
            </a:xfrm>
            <a:custGeom>
              <a:rect b="b" l="l" r="r" t="t"/>
              <a:pathLst>
                <a:path extrusionOk="0" h="1063" w="1062">
                  <a:moveTo>
                    <a:pt x="266" y="1"/>
                  </a:moveTo>
                  <a:lnTo>
                    <a:pt x="133" y="133"/>
                  </a:lnTo>
                  <a:lnTo>
                    <a:pt x="0" y="399"/>
                  </a:lnTo>
                  <a:lnTo>
                    <a:pt x="0" y="532"/>
                  </a:lnTo>
                  <a:lnTo>
                    <a:pt x="0" y="797"/>
                  </a:lnTo>
                  <a:lnTo>
                    <a:pt x="133" y="930"/>
                  </a:lnTo>
                  <a:lnTo>
                    <a:pt x="266" y="1062"/>
                  </a:lnTo>
                  <a:lnTo>
                    <a:pt x="664" y="1062"/>
                  </a:lnTo>
                  <a:lnTo>
                    <a:pt x="797" y="930"/>
                  </a:lnTo>
                  <a:lnTo>
                    <a:pt x="929" y="797"/>
                  </a:lnTo>
                  <a:lnTo>
                    <a:pt x="1062" y="532"/>
                  </a:lnTo>
                  <a:lnTo>
                    <a:pt x="797" y="13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8"/>
            <p:cNvSpPr/>
            <p:nvPr/>
          </p:nvSpPr>
          <p:spPr>
            <a:xfrm>
              <a:off x="5260844" y="1721965"/>
              <a:ext cx="19830" cy="15419"/>
            </a:xfrm>
            <a:custGeom>
              <a:rect b="b" l="l" r="r" t="t"/>
              <a:pathLst>
                <a:path extrusionOk="0" h="930" w="1196">
                  <a:moveTo>
                    <a:pt x="399" y="1"/>
                  </a:moveTo>
                  <a:lnTo>
                    <a:pt x="133" y="266"/>
                  </a:lnTo>
                  <a:lnTo>
                    <a:pt x="133" y="399"/>
                  </a:lnTo>
                  <a:lnTo>
                    <a:pt x="1" y="664"/>
                  </a:lnTo>
                  <a:lnTo>
                    <a:pt x="133" y="930"/>
                  </a:lnTo>
                  <a:lnTo>
                    <a:pt x="1195" y="266"/>
                  </a:lnTo>
                  <a:lnTo>
                    <a:pt x="1062" y="134"/>
                  </a:lnTo>
                  <a:lnTo>
                    <a:pt x="79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8"/>
            <p:cNvSpPr/>
            <p:nvPr/>
          </p:nvSpPr>
          <p:spPr>
            <a:xfrm>
              <a:off x="5285050" y="1805577"/>
              <a:ext cx="19813" cy="15419"/>
            </a:xfrm>
            <a:custGeom>
              <a:rect b="b" l="l" r="r" t="t"/>
              <a:pathLst>
                <a:path extrusionOk="0" h="930" w="1195">
                  <a:moveTo>
                    <a:pt x="133" y="1"/>
                  </a:moveTo>
                  <a:lnTo>
                    <a:pt x="1" y="266"/>
                  </a:lnTo>
                  <a:lnTo>
                    <a:pt x="133" y="532"/>
                  </a:lnTo>
                  <a:lnTo>
                    <a:pt x="266" y="664"/>
                  </a:lnTo>
                  <a:lnTo>
                    <a:pt x="399" y="797"/>
                  </a:lnTo>
                  <a:lnTo>
                    <a:pt x="664" y="930"/>
                  </a:lnTo>
                  <a:lnTo>
                    <a:pt x="930" y="797"/>
                  </a:lnTo>
                  <a:lnTo>
                    <a:pt x="1062" y="664"/>
                  </a:lnTo>
                  <a:lnTo>
                    <a:pt x="1195" y="399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8"/>
            <p:cNvSpPr/>
            <p:nvPr/>
          </p:nvSpPr>
          <p:spPr>
            <a:xfrm>
              <a:off x="5342268" y="1717571"/>
              <a:ext cx="15419" cy="15419"/>
            </a:xfrm>
            <a:custGeom>
              <a:rect b="b" l="l" r="r" t="t"/>
              <a:pathLst>
                <a:path extrusionOk="0" h="930" w="930">
                  <a:moveTo>
                    <a:pt x="265" y="1"/>
                  </a:moveTo>
                  <a:lnTo>
                    <a:pt x="133" y="133"/>
                  </a:lnTo>
                  <a:lnTo>
                    <a:pt x="0" y="266"/>
                  </a:lnTo>
                  <a:lnTo>
                    <a:pt x="929" y="929"/>
                  </a:lnTo>
                  <a:lnTo>
                    <a:pt x="929" y="797"/>
                  </a:lnTo>
                  <a:lnTo>
                    <a:pt x="929" y="531"/>
                  </a:lnTo>
                  <a:lnTo>
                    <a:pt x="929" y="266"/>
                  </a:lnTo>
                  <a:lnTo>
                    <a:pt x="796" y="133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8"/>
            <p:cNvSpPr/>
            <p:nvPr/>
          </p:nvSpPr>
          <p:spPr>
            <a:xfrm>
              <a:off x="5337858" y="1746171"/>
              <a:ext cx="15419" cy="15419"/>
            </a:xfrm>
            <a:custGeom>
              <a:rect b="b" l="l" r="r" t="t"/>
              <a:pathLst>
                <a:path extrusionOk="0" h="930" w="930">
                  <a:moveTo>
                    <a:pt x="399" y="1"/>
                  </a:moveTo>
                  <a:lnTo>
                    <a:pt x="133" y="133"/>
                  </a:lnTo>
                  <a:lnTo>
                    <a:pt x="1" y="399"/>
                  </a:lnTo>
                  <a:lnTo>
                    <a:pt x="133" y="797"/>
                  </a:lnTo>
                  <a:lnTo>
                    <a:pt x="399" y="930"/>
                  </a:lnTo>
                  <a:lnTo>
                    <a:pt x="797" y="797"/>
                  </a:lnTo>
                  <a:lnTo>
                    <a:pt x="930" y="399"/>
                  </a:lnTo>
                  <a:lnTo>
                    <a:pt x="797" y="133"/>
                  </a:lnTo>
                  <a:lnTo>
                    <a:pt x="39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8"/>
            <p:cNvSpPr/>
            <p:nvPr/>
          </p:nvSpPr>
          <p:spPr>
            <a:xfrm>
              <a:off x="5307052" y="1741778"/>
              <a:ext cx="30822" cy="50619"/>
            </a:xfrm>
            <a:custGeom>
              <a:rect b="b" l="l" r="r" t="t"/>
              <a:pathLst>
                <a:path extrusionOk="0" h="3053" w="1859">
                  <a:moveTo>
                    <a:pt x="1" y="0"/>
                  </a:moveTo>
                  <a:lnTo>
                    <a:pt x="266" y="3053"/>
                  </a:lnTo>
                  <a:lnTo>
                    <a:pt x="1859" y="25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8"/>
            <p:cNvSpPr/>
            <p:nvPr/>
          </p:nvSpPr>
          <p:spPr>
            <a:xfrm>
              <a:off x="5274058" y="3429439"/>
              <a:ext cx="149635" cy="118829"/>
            </a:xfrm>
            <a:custGeom>
              <a:rect b="b" l="l" r="r" t="t"/>
              <a:pathLst>
                <a:path extrusionOk="0" h="7167" w="9025">
                  <a:moveTo>
                    <a:pt x="9024" y="0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024" y="1858"/>
                  </a:lnTo>
                  <a:lnTo>
                    <a:pt x="902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8"/>
            <p:cNvSpPr/>
            <p:nvPr/>
          </p:nvSpPr>
          <p:spPr>
            <a:xfrm>
              <a:off x="5274058" y="3429439"/>
              <a:ext cx="149635" cy="118829"/>
            </a:xfrm>
            <a:custGeom>
              <a:rect b="b" l="l" r="r" t="t"/>
              <a:pathLst>
                <a:path extrusionOk="0" fill="none" h="7167" w="9025">
                  <a:moveTo>
                    <a:pt x="9024" y="0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024" y="1858"/>
                  </a:lnTo>
                  <a:lnTo>
                    <a:pt x="90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8"/>
            <p:cNvSpPr/>
            <p:nvPr/>
          </p:nvSpPr>
          <p:spPr>
            <a:xfrm>
              <a:off x="5274058" y="3429439"/>
              <a:ext cx="149635" cy="118829"/>
            </a:xfrm>
            <a:custGeom>
              <a:rect b="b" l="l" r="r" t="t"/>
              <a:pathLst>
                <a:path extrusionOk="0" h="7167" w="9025">
                  <a:moveTo>
                    <a:pt x="9024" y="0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024" y="1858"/>
                  </a:lnTo>
                  <a:lnTo>
                    <a:pt x="9024" y="0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8"/>
            <p:cNvSpPr/>
            <p:nvPr/>
          </p:nvSpPr>
          <p:spPr>
            <a:xfrm>
              <a:off x="5274058" y="3429439"/>
              <a:ext cx="149635" cy="118829"/>
            </a:xfrm>
            <a:custGeom>
              <a:rect b="b" l="l" r="r" t="t"/>
              <a:pathLst>
                <a:path extrusionOk="0" fill="none" h="7167" w="9025">
                  <a:moveTo>
                    <a:pt x="9024" y="0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024" y="1858"/>
                  </a:lnTo>
                  <a:lnTo>
                    <a:pt x="90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8"/>
            <p:cNvSpPr/>
            <p:nvPr/>
          </p:nvSpPr>
          <p:spPr>
            <a:xfrm>
              <a:off x="4844984" y="3268812"/>
              <a:ext cx="429090" cy="279456"/>
            </a:xfrm>
            <a:custGeom>
              <a:rect b="b" l="l" r="r" t="t"/>
              <a:pathLst>
                <a:path extrusionOk="0" h="16855" w="25880">
                  <a:moveTo>
                    <a:pt x="0" y="0"/>
                  </a:moveTo>
                  <a:lnTo>
                    <a:pt x="0" y="1991"/>
                  </a:lnTo>
                  <a:lnTo>
                    <a:pt x="25879" y="16855"/>
                  </a:lnTo>
                  <a:lnTo>
                    <a:pt x="25879" y="14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8"/>
            <p:cNvSpPr/>
            <p:nvPr/>
          </p:nvSpPr>
          <p:spPr>
            <a:xfrm>
              <a:off x="4844984" y="3268812"/>
              <a:ext cx="429090" cy="279456"/>
            </a:xfrm>
            <a:custGeom>
              <a:rect b="b" l="l" r="r" t="t"/>
              <a:pathLst>
                <a:path extrusionOk="0" fill="none" h="16855" w="25880">
                  <a:moveTo>
                    <a:pt x="25879" y="14997"/>
                  </a:moveTo>
                  <a:lnTo>
                    <a:pt x="0" y="0"/>
                  </a:lnTo>
                  <a:lnTo>
                    <a:pt x="0" y="1991"/>
                  </a:lnTo>
                  <a:lnTo>
                    <a:pt x="25879" y="16855"/>
                  </a:lnTo>
                  <a:lnTo>
                    <a:pt x="25879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8"/>
            <p:cNvSpPr/>
            <p:nvPr/>
          </p:nvSpPr>
          <p:spPr>
            <a:xfrm>
              <a:off x="4844984" y="3268812"/>
              <a:ext cx="429090" cy="279456"/>
            </a:xfrm>
            <a:custGeom>
              <a:rect b="b" l="l" r="r" t="t"/>
              <a:pathLst>
                <a:path extrusionOk="0" h="16855" w="25880">
                  <a:moveTo>
                    <a:pt x="0" y="0"/>
                  </a:moveTo>
                  <a:lnTo>
                    <a:pt x="0" y="1991"/>
                  </a:lnTo>
                  <a:lnTo>
                    <a:pt x="25879" y="16855"/>
                  </a:lnTo>
                  <a:lnTo>
                    <a:pt x="25879" y="14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8"/>
            <p:cNvSpPr/>
            <p:nvPr/>
          </p:nvSpPr>
          <p:spPr>
            <a:xfrm>
              <a:off x="4844984" y="3268812"/>
              <a:ext cx="429090" cy="279456"/>
            </a:xfrm>
            <a:custGeom>
              <a:rect b="b" l="l" r="r" t="t"/>
              <a:pathLst>
                <a:path extrusionOk="0" fill="none" h="16855" w="25880">
                  <a:moveTo>
                    <a:pt x="0" y="0"/>
                  </a:moveTo>
                  <a:lnTo>
                    <a:pt x="0" y="1991"/>
                  </a:lnTo>
                  <a:lnTo>
                    <a:pt x="25879" y="16855"/>
                  </a:lnTo>
                  <a:lnTo>
                    <a:pt x="25879" y="1499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58"/>
            <p:cNvSpPr/>
            <p:nvPr/>
          </p:nvSpPr>
          <p:spPr>
            <a:xfrm>
              <a:off x="4844984" y="3180806"/>
              <a:ext cx="578708" cy="336657"/>
            </a:xfrm>
            <a:custGeom>
              <a:rect b="b" l="l" r="r" t="t"/>
              <a:pathLst>
                <a:path extrusionOk="0" h="20305" w="34904">
                  <a:moveTo>
                    <a:pt x="9025" y="0"/>
                  </a:moveTo>
                  <a:lnTo>
                    <a:pt x="0" y="5308"/>
                  </a:lnTo>
                  <a:lnTo>
                    <a:pt x="25879" y="20305"/>
                  </a:lnTo>
                  <a:lnTo>
                    <a:pt x="34903" y="14996"/>
                  </a:lnTo>
                  <a:lnTo>
                    <a:pt x="9025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8"/>
            <p:cNvSpPr/>
            <p:nvPr/>
          </p:nvSpPr>
          <p:spPr>
            <a:xfrm>
              <a:off x="4844984" y="3180806"/>
              <a:ext cx="578708" cy="336657"/>
            </a:xfrm>
            <a:custGeom>
              <a:rect b="b" l="l" r="r" t="t"/>
              <a:pathLst>
                <a:path extrusionOk="0" fill="none" h="20305" w="34904">
                  <a:moveTo>
                    <a:pt x="25879" y="20305"/>
                  </a:moveTo>
                  <a:lnTo>
                    <a:pt x="34903" y="14996"/>
                  </a:lnTo>
                  <a:lnTo>
                    <a:pt x="9025" y="0"/>
                  </a:lnTo>
                  <a:lnTo>
                    <a:pt x="0" y="5308"/>
                  </a:lnTo>
                  <a:lnTo>
                    <a:pt x="25879" y="2030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58"/>
            <p:cNvSpPr/>
            <p:nvPr/>
          </p:nvSpPr>
          <p:spPr>
            <a:xfrm>
              <a:off x="4844984" y="3220399"/>
              <a:ext cx="578708" cy="297064"/>
            </a:xfrm>
            <a:custGeom>
              <a:rect b="b" l="l" r="r" t="t"/>
              <a:pathLst>
                <a:path extrusionOk="0" h="17917" w="34904">
                  <a:moveTo>
                    <a:pt x="5043" y="1"/>
                  </a:moveTo>
                  <a:lnTo>
                    <a:pt x="0" y="2920"/>
                  </a:lnTo>
                  <a:lnTo>
                    <a:pt x="25879" y="17917"/>
                  </a:lnTo>
                  <a:lnTo>
                    <a:pt x="34903" y="12608"/>
                  </a:lnTo>
                  <a:lnTo>
                    <a:pt x="28002" y="8627"/>
                  </a:lnTo>
                  <a:lnTo>
                    <a:pt x="28002" y="14201"/>
                  </a:lnTo>
                  <a:lnTo>
                    <a:pt x="26410" y="13272"/>
                  </a:lnTo>
                  <a:lnTo>
                    <a:pt x="26410" y="7698"/>
                  </a:lnTo>
                  <a:lnTo>
                    <a:pt x="18182" y="2920"/>
                  </a:lnTo>
                  <a:lnTo>
                    <a:pt x="15926" y="4248"/>
                  </a:lnTo>
                  <a:lnTo>
                    <a:pt x="14864" y="4778"/>
                  </a:lnTo>
                  <a:lnTo>
                    <a:pt x="14068" y="4911"/>
                  </a:lnTo>
                  <a:lnTo>
                    <a:pt x="13537" y="4778"/>
                  </a:lnTo>
                  <a:lnTo>
                    <a:pt x="13006" y="4646"/>
                  </a:lnTo>
                  <a:lnTo>
                    <a:pt x="5043" y="1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58"/>
            <p:cNvSpPr/>
            <p:nvPr/>
          </p:nvSpPr>
          <p:spPr>
            <a:xfrm>
              <a:off x="4844984" y="3220399"/>
              <a:ext cx="578708" cy="297064"/>
            </a:xfrm>
            <a:custGeom>
              <a:rect b="b" l="l" r="r" t="t"/>
              <a:pathLst>
                <a:path extrusionOk="0" fill="none" h="17917" w="34904">
                  <a:moveTo>
                    <a:pt x="5043" y="1"/>
                  </a:moveTo>
                  <a:lnTo>
                    <a:pt x="0" y="2920"/>
                  </a:lnTo>
                  <a:lnTo>
                    <a:pt x="25879" y="17917"/>
                  </a:lnTo>
                  <a:lnTo>
                    <a:pt x="34903" y="12608"/>
                  </a:lnTo>
                  <a:lnTo>
                    <a:pt x="28002" y="8627"/>
                  </a:lnTo>
                  <a:lnTo>
                    <a:pt x="28002" y="14201"/>
                  </a:lnTo>
                  <a:lnTo>
                    <a:pt x="26410" y="13272"/>
                  </a:lnTo>
                  <a:lnTo>
                    <a:pt x="26410" y="7698"/>
                  </a:lnTo>
                  <a:lnTo>
                    <a:pt x="18182" y="2920"/>
                  </a:lnTo>
                  <a:lnTo>
                    <a:pt x="15926" y="4248"/>
                  </a:lnTo>
                  <a:lnTo>
                    <a:pt x="15926" y="4248"/>
                  </a:lnTo>
                  <a:lnTo>
                    <a:pt x="14864" y="4778"/>
                  </a:lnTo>
                  <a:lnTo>
                    <a:pt x="14068" y="4911"/>
                  </a:lnTo>
                  <a:lnTo>
                    <a:pt x="14068" y="4911"/>
                  </a:lnTo>
                  <a:lnTo>
                    <a:pt x="13537" y="4778"/>
                  </a:lnTo>
                  <a:lnTo>
                    <a:pt x="13006" y="4646"/>
                  </a:lnTo>
                  <a:lnTo>
                    <a:pt x="504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58"/>
            <p:cNvSpPr/>
            <p:nvPr/>
          </p:nvSpPr>
          <p:spPr>
            <a:xfrm>
              <a:off x="5309257" y="3191798"/>
              <a:ext cx="24223" cy="264053"/>
            </a:xfrm>
            <a:custGeom>
              <a:rect b="b" l="l" r="r" t="t"/>
              <a:pathLst>
                <a:path extrusionOk="0" h="15926" w="1461">
                  <a:moveTo>
                    <a:pt x="1460" y="1"/>
                  </a:moveTo>
                  <a:lnTo>
                    <a:pt x="0" y="930"/>
                  </a:lnTo>
                  <a:lnTo>
                    <a:pt x="0" y="15926"/>
                  </a:lnTo>
                  <a:lnTo>
                    <a:pt x="1460" y="14997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58"/>
            <p:cNvSpPr/>
            <p:nvPr/>
          </p:nvSpPr>
          <p:spPr>
            <a:xfrm>
              <a:off x="5282845" y="3191798"/>
              <a:ext cx="26429" cy="264053"/>
            </a:xfrm>
            <a:custGeom>
              <a:rect b="b" l="l" r="r" t="t"/>
              <a:pathLst>
                <a:path extrusionOk="0" h="15926" w="1594">
                  <a:moveTo>
                    <a:pt x="1" y="1"/>
                  </a:moveTo>
                  <a:lnTo>
                    <a:pt x="1" y="14997"/>
                  </a:lnTo>
                  <a:lnTo>
                    <a:pt x="1593" y="15926"/>
                  </a:lnTo>
                  <a:lnTo>
                    <a:pt x="1593" y="9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58"/>
            <p:cNvSpPr/>
            <p:nvPr/>
          </p:nvSpPr>
          <p:spPr>
            <a:xfrm>
              <a:off x="5282845" y="3191798"/>
              <a:ext cx="26429" cy="264053"/>
            </a:xfrm>
            <a:custGeom>
              <a:rect b="b" l="l" r="r" t="t"/>
              <a:pathLst>
                <a:path extrusionOk="0" fill="none" h="15926" w="1594">
                  <a:moveTo>
                    <a:pt x="1" y="1"/>
                  </a:moveTo>
                  <a:lnTo>
                    <a:pt x="1" y="14997"/>
                  </a:lnTo>
                  <a:lnTo>
                    <a:pt x="1593" y="15926"/>
                  </a:lnTo>
                  <a:lnTo>
                    <a:pt x="1593" y="93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58"/>
            <p:cNvSpPr/>
            <p:nvPr/>
          </p:nvSpPr>
          <p:spPr>
            <a:xfrm>
              <a:off x="5236637" y="3130187"/>
              <a:ext cx="151840" cy="118845"/>
            </a:xfrm>
            <a:custGeom>
              <a:rect b="b" l="l" r="r" t="t"/>
              <a:pathLst>
                <a:path extrusionOk="0" h="7168" w="9158">
                  <a:moveTo>
                    <a:pt x="9158" y="1"/>
                  </a:moveTo>
                  <a:lnTo>
                    <a:pt x="1" y="5176"/>
                  </a:lnTo>
                  <a:lnTo>
                    <a:pt x="1" y="7167"/>
                  </a:lnTo>
                  <a:lnTo>
                    <a:pt x="9158" y="1859"/>
                  </a:lnTo>
                  <a:lnTo>
                    <a:pt x="915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58"/>
            <p:cNvSpPr/>
            <p:nvPr/>
          </p:nvSpPr>
          <p:spPr>
            <a:xfrm>
              <a:off x="5236637" y="3130187"/>
              <a:ext cx="151840" cy="118845"/>
            </a:xfrm>
            <a:custGeom>
              <a:rect b="b" l="l" r="r" t="t"/>
              <a:pathLst>
                <a:path extrusionOk="0" fill="none" h="7168" w="9158">
                  <a:moveTo>
                    <a:pt x="9158" y="1"/>
                  </a:moveTo>
                  <a:lnTo>
                    <a:pt x="1" y="5176"/>
                  </a:lnTo>
                  <a:lnTo>
                    <a:pt x="1" y="7167"/>
                  </a:lnTo>
                  <a:lnTo>
                    <a:pt x="9158" y="1859"/>
                  </a:lnTo>
                  <a:lnTo>
                    <a:pt x="91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58"/>
            <p:cNvSpPr/>
            <p:nvPr/>
          </p:nvSpPr>
          <p:spPr>
            <a:xfrm>
              <a:off x="5210242" y="3216005"/>
              <a:ext cx="26412" cy="33027"/>
            </a:xfrm>
            <a:custGeom>
              <a:rect b="b" l="l" r="r" t="t"/>
              <a:pathLst>
                <a:path extrusionOk="0" h="1992" w="1593">
                  <a:moveTo>
                    <a:pt x="1593" y="0"/>
                  </a:moveTo>
                  <a:lnTo>
                    <a:pt x="0" y="1062"/>
                  </a:lnTo>
                  <a:lnTo>
                    <a:pt x="1593" y="1991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8"/>
            <p:cNvSpPr/>
            <p:nvPr/>
          </p:nvSpPr>
          <p:spPr>
            <a:xfrm>
              <a:off x="5210242" y="3216005"/>
              <a:ext cx="26412" cy="33027"/>
            </a:xfrm>
            <a:custGeom>
              <a:rect b="b" l="l" r="r" t="t"/>
              <a:pathLst>
                <a:path extrusionOk="0" fill="none" h="1992" w="1593">
                  <a:moveTo>
                    <a:pt x="1593" y="1991"/>
                  </a:moveTo>
                  <a:lnTo>
                    <a:pt x="0" y="1062"/>
                  </a:lnTo>
                  <a:lnTo>
                    <a:pt x="1593" y="0"/>
                  </a:lnTo>
                  <a:lnTo>
                    <a:pt x="1593" y="199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8"/>
            <p:cNvSpPr/>
            <p:nvPr/>
          </p:nvSpPr>
          <p:spPr>
            <a:xfrm>
              <a:off x="5808730" y="3119194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9158" y="0"/>
                  </a:moveTo>
                  <a:lnTo>
                    <a:pt x="1" y="5309"/>
                  </a:lnTo>
                  <a:lnTo>
                    <a:pt x="1" y="7167"/>
                  </a:lnTo>
                  <a:lnTo>
                    <a:pt x="9158" y="1991"/>
                  </a:lnTo>
                  <a:lnTo>
                    <a:pt x="915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8"/>
            <p:cNvSpPr/>
            <p:nvPr/>
          </p:nvSpPr>
          <p:spPr>
            <a:xfrm>
              <a:off x="5808730" y="3119194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9158" y="0"/>
                  </a:moveTo>
                  <a:lnTo>
                    <a:pt x="1" y="5309"/>
                  </a:lnTo>
                  <a:lnTo>
                    <a:pt x="1" y="7167"/>
                  </a:lnTo>
                  <a:lnTo>
                    <a:pt x="9158" y="1991"/>
                  </a:lnTo>
                  <a:lnTo>
                    <a:pt x="91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8"/>
            <p:cNvSpPr/>
            <p:nvPr/>
          </p:nvSpPr>
          <p:spPr>
            <a:xfrm>
              <a:off x="5808730" y="3119194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9158" y="0"/>
                  </a:moveTo>
                  <a:lnTo>
                    <a:pt x="1" y="5309"/>
                  </a:lnTo>
                  <a:lnTo>
                    <a:pt x="1" y="7167"/>
                  </a:lnTo>
                  <a:lnTo>
                    <a:pt x="9158" y="1991"/>
                  </a:lnTo>
                  <a:lnTo>
                    <a:pt x="9158" y="0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8"/>
            <p:cNvSpPr/>
            <p:nvPr/>
          </p:nvSpPr>
          <p:spPr>
            <a:xfrm>
              <a:off x="5808730" y="3119194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9158" y="0"/>
                  </a:moveTo>
                  <a:lnTo>
                    <a:pt x="1" y="5309"/>
                  </a:lnTo>
                  <a:lnTo>
                    <a:pt x="1" y="7167"/>
                  </a:lnTo>
                  <a:lnTo>
                    <a:pt x="9158" y="1991"/>
                  </a:lnTo>
                  <a:lnTo>
                    <a:pt x="91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8"/>
            <p:cNvSpPr/>
            <p:nvPr/>
          </p:nvSpPr>
          <p:spPr>
            <a:xfrm>
              <a:off x="5379673" y="2960756"/>
              <a:ext cx="429074" cy="277267"/>
            </a:xfrm>
            <a:custGeom>
              <a:rect b="b" l="l" r="r" t="t"/>
              <a:pathLst>
                <a:path extrusionOk="0" h="16723" w="25879">
                  <a:moveTo>
                    <a:pt x="0" y="1"/>
                  </a:moveTo>
                  <a:lnTo>
                    <a:pt x="0" y="1859"/>
                  </a:lnTo>
                  <a:lnTo>
                    <a:pt x="25879" y="16723"/>
                  </a:lnTo>
                  <a:lnTo>
                    <a:pt x="25879" y="148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8"/>
            <p:cNvSpPr/>
            <p:nvPr/>
          </p:nvSpPr>
          <p:spPr>
            <a:xfrm>
              <a:off x="5379673" y="2960756"/>
              <a:ext cx="429074" cy="277267"/>
            </a:xfrm>
            <a:custGeom>
              <a:rect b="b" l="l" r="r" t="t"/>
              <a:pathLst>
                <a:path extrusionOk="0" fill="none" h="16723" w="25879">
                  <a:moveTo>
                    <a:pt x="25879" y="14865"/>
                  </a:moveTo>
                  <a:lnTo>
                    <a:pt x="0" y="1"/>
                  </a:lnTo>
                  <a:lnTo>
                    <a:pt x="0" y="1859"/>
                  </a:lnTo>
                  <a:lnTo>
                    <a:pt x="25879" y="16723"/>
                  </a:lnTo>
                  <a:lnTo>
                    <a:pt x="25879" y="148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8"/>
            <p:cNvSpPr/>
            <p:nvPr/>
          </p:nvSpPr>
          <p:spPr>
            <a:xfrm>
              <a:off x="5505084" y="3046574"/>
              <a:ext cx="303663" cy="191449"/>
            </a:xfrm>
            <a:custGeom>
              <a:rect b="b" l="l" r="r" t="t"/>
              <a:pathLst>
                <a:path extrusionOk="0" h="11547" w="18315">
                  <a:moveTo>
                    <a:pt x="1593" y="1"/>
                  </a:moveTo>
                  <a:lnTo>
                    <a:pt x="1" y="930"/>
                  </a:lnTo>
                  <a:lnTo>
                    <a:pt x="18315" y="11547"/>
                  </a:lnTo>
                  <a:lnTo>
                    <a:pt x="18315" y="9689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8"/>
            <p:cNvSpPr/>
            <p:nvPr/>
          </p:nvSpPr>
          <p:spPr>
            <a:xfrm>
              <a:off x="5505084" y="3046574"/>
              <a:ext cx="303663" cy="191449"/>
            </a:xfrm>
            <a:custGeom>
              <a:rect b="b" l="l" r="r" t="t"/>
              <a:pathLst>
                <a:path extrusionOk="0" fill="none" h="11547" w="18315">
                  <a:moveTo>
                    <a:pt x="1593" y="1"/>
                  </a:moveTo>
                  <a:lnTo>
                    <a:pt x="1" y="930"/>
                  </a:lnTo>
                  <a:lnTo>
                    <a:pt x="18315" y="11547"/>
                  </a:lnTo>
                  <a:lnTo>
                    <a:pt x="18315" y="9689"/>
                  </a:lnTo>
                  <a:lnTo>
                    <a:pt x="159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8"/>
            <p:cNvSpPr/>
            <p:nvPr/>
          </p:nvSpPr>
          <p:spPr>
            <a:xfrm>
              <a:off x="5379673" y="2872749"/>
              <a:ext cx="580897" cy="334468"/>
            </a:xfrm>
            <a:custGeom>
              <a:rect b="b" l="l" r="r" t="t"/>
              <a:pathLst>
                <a:path extrusionOk="0" h="20173" w="35036">
                  <a:moveTo>
                    <a:pt x="9157" y="1"/>
                  </a:moveTo>
                  <a:lnTo>
                    <a:pt x="0" y="5309"/>
                  </a:lnTo>
                  <a:lnTo>
                    <a:pt x="25879" y="20173"/>
                  </a:lnTo>
                  <a:lnTo>
                    <a:pt x="35036" y="14864"/>
                  </a:lnTo>
                  <a:lnTo>
                    <a:pt x="9157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58"/>
            <p:cNvSpPr/>
            <p:nvPr/>
          </p:nvSpPr>
          <p:spPr>
            <a:xfrm>
              <a:off x="5379673" y="2872749"/>
              <a:ext cx="580897" cy="334468"/>
            </a:xfrm>
            <a:custGeom>
              <a:rect b="b" l="l" r="r" t="t"/>
              <a:pathLst>
                <a:path extrusionOk="0" fill="none" h="20173" w="35036">
                  <a:moveTo>
                    <a:pt x="25879" y="20173"/>
                  </a:moveTo>
                  <a:lnTo>
                    <a:pt x="35036" y="14864"/>
                  </a:lnTo>
                  <a:lnTo>
                    <a:pt x="9157" y="1"/>
                  </a:lnTo>
                  <a:lnTo>
                    <a:pt x="0" y="5309"/>
                  </a:lnTo>
                  <a:lnTo>
                    <a:pt x="25879" y="201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8"/>
            <p:cNvSpPr/>
            <p:nvPr/>
          </p:nvSpPr>
          <p:spPr>
            <a:xfrm>
              <a:off x="5531496" y="2958567"/>
              <a:ext cx="429074" cy="248650"/>
            </a:xfrm>
            <a:custGeom>
              <a:rect b="b" l="l" r="r" t="t"/>
              <a:pathLst>
                <a:path extrusionOk="0" h="14997" w="25879">
                  <a:moveTo>
                    <a:pt x="9157" y="0"/>
                  </a:moveTo>
                  <a:lnTo>
                    <a:pt x="0" y="5309"/>
                  </a:lnTo>
                  <a:lnTo>
                    <a:pt x="16722" y="14997"/>
                  </a:lnTo>
                  <a:lnTo>
                    <a:pt x="25879" y="9688"/>
                  </a:lnTo>
                  <a:lnTo>
                    <a:pt x="18978" y="5707"/>
                  </a:lnTo>
                  <a:lnTo>
                    <a:pt x="18978" y="11281"/>
                  </a:lnTo>
                  <a:lnTo>
                    <a:pt x="17385" y="10352"/>
                  </a:lnTo>
                  <a:lnTo>
                    <a:pt x="17385" y="4778"/>
                  </a:lnTo>
                  <a:lnTo>
                    <a:pt x="9157" y="0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8"/>
            <p:cNvSpPr/>
            <p:nvPr/>
          </p:nvSpPr>
          <p:spPr>
            <a:xfrm>
              <a:off x="5531496" y="2958567"/>
              <a:ext cx="429074" cy="248650"/>
            </a:xfrm>
            <a:custGeom>
              <a:rect b="b" l="l" r="r" t="t"/>
              <a:pathLst>
                <a:path extrusionOk="0" fill="none" h="14997" w="25879">
                  <a:moveTo>
                    <a:pt x="9157" y="0"/>
                  </a:moveTo>
                  <a:lnTo>
                    <a:pt x="0" y="5309"/>
                  </a:lnTo>
                  <a:lnTo>
                    <a:pt x="16722" y="14997"/>
                  </a:lnTo>
                  <a:lnTo>
                    <a:pt x="25879" y="9688"/>
                  </a:lnTo>
                  <a:lnTo>
                    <a:pt x="18978" y="5707"/>
                  </a:lnTo>
                  <a:lnTo>
                    <a:pt x="18978" y="11281"/>
                  </a:lnTo>
                  <a:lnTo>
                    <a:pt x="17385" y="10352"/>
                  </a:lnTo>
                  <a:lnTo>
                    <a:pt x="17385" y="4778"/>
                  </a:lnTo>
                  <a:lnTo>
                    <a:pt x="915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8"/>
            <p:cNvSpPr/>
            <p:nvPr/>
          </p:nvSpPr>
          <p:spPr>
            <a:xfrm>
              <a:off x="5846134" y="2881553"/>
              <a:ext cx="24223" cy="264053"/>
            </a:xfrm>
            <a:custGeom>
              <a:rect b="b" l="l" r="r" t="t"/>
              <a:pathLst>
                <a:path extrusionOk="0" h="15926" w="1461">
                  <a:moveTo>
                    <a:pt x="1461" y="0"/>
                  </a:moveTo>
                  <a:lnTo>
                    <a:pt x="1" y="929"/>
                  </a:lnTo>
                  <a:lnTo>
                    <a:pt x="1" y="15926"/>
                  </a:lnTo>
                  <a:lnTo>
                    <a:pt x="1461" y="14997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8"/>
            <p:cNvSpPr/>
            <p:nvPr/>
          </p:nvSpPr>
          <p:spPr>
            <a:xfrm>
              <a:off x="5819739" y="2881553"/>
              <a:ext cx="26412" cy="264053"/>
            </a:xfrm>
            <a:custGeom>
              <a:rect b="b" l="l" r="r" t="t"/>
              <a:pathLst>
                <a:path extrusionOk="0" h="15926" w="1593">
                  <a:moveTo>
                    <a:pt x="0" y="0"/>
                  </a:moveTo>
                  <a:lnTo>
                    <a:pt x="0" y="14997"/>
                  </a:lnTo>
                  <a:lnTo>
                    <a:pt x="1593" y="15926"/>
                  </a:lnTo>
                  <a:lnTo>
                    <a:pt x="1593" y="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8"/>
            <p:cNvSpPr/>
            <p:nvPr/>
          </p:nvSpPr>
          <p:spPr>
            <a:xfrm>
              <a:off x="5819739" y="2881553"/>
              <a:ext cx="26412" cy="264053"/>
            </a:xfrm>
            <a:custGeom>
              <a:rect b="b" l="l" r="r" t="t"/>
              <a:pathLst>
                <a:path extrusionOk="0" fill="none" h="15926" w="1593">
                  <a:moveTo>
                    <a:pt x="0" y="0"/>
                  </a:moveTo>
                  <a:lnTo>
                    <a:pt x="0" y="14997"/>
                  </a:lnTo>
                  <a:lnTo>
                    <a:pt x="1593" y="15926"/>
                  </a:lnTo>
                  <a:lnTo>
                    <a:pt x="1593" y="92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8"/>
            <p:cNvSpPr/>
            <p:nvPr/>
          </p:nvSpPr>
          <p:spPr>
            <a:xfrm>
              <a:off x="5773530" y="2819942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9157" y="1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157" y="1858"/>
                  </a:lnTo>
                  <a:lnTo>
                    <a:pt x="915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8"/>
            <p:cNvSpPr/>
            <p:nvPr/>
          </p:nvSpPr>
          <p:spPr>
            <a:xfrm>
              <a:off x="5773530" y="2819942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9157" y="1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157" y="1858"/>
                  </a:lnTo>
                  <a:lnTo>
                    <a:pt x="915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8"/>
            <p:cNvSpPr/>
            <p:nvPr/>
          </p:nvSpPr>
          <p:spPr>
            <a:xfrm>
              <a:off x="5747119" y="2907949"/>
              <a:ext cx="26429" cy="30822"/>
            </a:xfrm>
            <a:custGeom>
              <a:rect b="b" l="l" r="r" t="t"/>
              <a:pathLst>
                <a:path extrusionOk="0" h="1859" w="1594">
                  <a:moveTo>
                    <a:pt x="1593" y="1"/>
                  </a:moveTo>
                  <a:lnTo>
                    <a:pt x="1" y="930"/>
                  </a:lnTo>
                  <a:lnTo>
                    <a:pt x="1593" y="1859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8"/>
            <p:cNvSpPr/>
            <p:nvPr/>
          </p:nvSpPr>
          <p:spPr>
            <a:xfrm>
              <a:off x="5747119" y="2907949"/>
              <a:ext cx="26429" cy="30822"/>
            </a:xfrm>
            <a:custGeom>
              <a:rect b="b" l="l" r="r" t="t"/>
              <a:pathLst>
                <a:path extrusionOk="0" fill="none" h="1859" w="1594">
                  <a:moveTo>
                    <a:pt x="1593" y="1859"/>
                  </a:moveTo>
                  <a:lnTo>
                    <a:pt x="1" y="930"/>
                  </a:lnTo>
                  <a:lnTo>
                    <a:pt x="1593" y="1"/>
                  </a:lnTo>
                  <a:lnTo>
                    <a:pt x="1593" y="185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58"/>
            <p:cNvSpPr/>
            <p:nvPr/>
          </p:nvSpPr>
          <p:spPr>
            <a:xfrm>
              <a:off x="6167388" y="2914564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9158" y="0"/>
                  </a:moveTo>
                  <a:lnTo>
                    <a:pt x="0" y="5176"/>
                  </a:lnTo>
                  <a:lnTo>
                    <a:pt x="0" y="7166"/>
                  </a:lnTo>
                  <a:lnTo>
                    <a:pt x="9158" y="1858"/>
                  </a:lnTo>
                  <a:lnTo>
                    <a:pt x="9158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58"/>
            <p:cNvSpPr/>
            <p:nvPr/>
          </p:nvSpPr>
          <p:spPr>
            <a:xfrm>
              <a:off x="6167388" y="2914564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9158" y="0"/>
                  </a:moveTo>
                  <a:lnTo>
                    <a:pt x="0" y="5176"/>
                  </a:lnTo>
                  <a:lnTo>
                    <a:pt x="0" y="7166"/>
                  </a:lnTo>
                  <a:lnTo>
                    <a:pt x="9158" y="1858"/>
                  </a:lnTo>
                  <a:lnTo>
                    <a:pt x="91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58"/>
            <p:cNvSpPr/>
            <p:nvPr/>
          </p:nvSpPr>
          <p:spPr>
            <a:xfrm>
              <a:off x="6167388" y="2914564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9158" y="0"/>
                  </a:moveTo>
                  <a:lnTo>
                    <a:pt x="0" y="5176"/>
                  </a:lnTo>
                  <a:lnTo>
                    <a:pt x="0" y="7166"/>
                  </a:lnTo>
                  <a:lnTo>
                    <a:pt x="9158" y="1858"/>
                  </a:lnTo>
                  <a:lnTo>
                    <a:pt x="9158" y="0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8"/>
            <p:cNvSpPr/>
            <p:nvPr/>
          </p:nvSpPr>
          <p:spPr>
            <a:xfrm>
              <a:off x="6167388" y="2914564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9158" y="0"/>
                  </a:moveTo>
                  <a:lnTo>
                    <a:pt x="0" y="5176"/>
                  </a:lnTo>
                  <a:lnTo>
                    <a:pt x="0" y="7166"/>
                  </a:lnTo>
                  <a:lnTo>
                    <a:pt x="9158" y="1858"/>
                  </a:lnTo>
                  <a:lnTo>
                    <a:pt x="91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8"/>
            <p:cNvSpPr/>
            <p:nvPr/>
          </p:nvSpPr>
          <p:spPr>
            <a:xfrm>
              <a:off x="5738315" y="2753937"/>
              <a:ext cx="429090" cy="279456"/>
            </a:xfrm>
            <a:custGeom>
              <a:rect b="b" l="l" r="r" t="t"/>
              <a:pathLst>
                <a:path extrusionOk="0" h="16855" w="25880">
                  <a:moveTo>
                    <a:pt x="1" y="0"/>
                  </a:moveTo>
                  <a:lnTo>
                    <a:pt x="1" y="1858"/>
                  </a:lnTo>
                  <a:lnTo>
                    <a:pt x="25879" y="16854"/>
                  </a:lnTo>
                  <a:lnTo>
                    <a:pt x="25879" y="148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8"/>
            <p:cNvSpPr/>
            <p:nvPr/>
          </p:nvSpPr>
          <p:spPr>
            <a:xfrm>
              <a:off x="5738315" y="2753937"/>
              <a:ext cx="429090" cy="279456"/>
            </a:xfrm>
            <a:custGeom>
              <a:rect b="b" l="l" r="r" t="t"/>
              <a:pathLst>
                <a:path extrusionOk="0" fill="none" h="16855" w="25880">
                  <a:moveTo>
                    <a:pt x="25879" y="14864"/>
                  </a:moveTo>
                  <a:lnTo>
                    <a:pt x="1" y="0"/>
                  </a:lnTo>
                  <a:lnTo>
                    <a:pt x="1" y="1858"/>
                  </a:lnTo>
                  <a:lnTo>
                    <a:pt x="25879" y="16854"/>
                  </a:lnTo>
                  <a:lnTo>
                    <a:pt x="25879" y="148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8"/>
            <p:cNvSpPr/>
            <p:nvPr/>
          </p:nvSpPr>
          <p:spPr>
            <a:xfrm>
              <a:off x="5861537" y="2839738"/>
              <a:ext cx="305868" cy="193654"/>
            </a:xfrm>
            <a:custGeom>
              <a:rect b="b" l="l" r="r" t="t"/>
              <a:pathLst>
                <a:path extrusionOk="0" h="11680" w="18448">
                  <a:moveTo>
                    <a:pt x="1726" y="1"/>
                  </a:moveTo>
                  <a:lnTo>
                    <a:pt x="1" y="1063"/>
                  </a:lnTo>
                  <a:lnTo>
                    <a:pt x="18447" y="11679"/>
                  </a:lnTo>
                  <a:lnTo>
                    <a:pt x="18447" y="9689"/>
                  </a:lnTo>
                  <a:lnTo>
                    <a:pt x="3318" y="1063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8"/>
            <p:cNvSpPr/>
            <p:nvPr/>
          </p:nvSpPr>
          <p:spPr>
            <a:xfrm>
              <a:off x="5861537" y="2839738"/>
              <a:ext cx="305868" cy="193654"/>
            </a:xfrm>
            <a:custGeom>
              <a:rect b="b" l="l" r="r" t="t"/>
              <a:pathLst>
                <a:path extrusionOk="0" fill="none" h="11680" w="18448">
                  <a:moveTo>
                    <a:pt x="1726" y="1"/>
                  </a:moveTo>
                  <a:lnTo>
                    <a:pt x="1" y="1063"/>
                  </a:lnTo>
                  <a:lnTo>
                    <a:pt x="18447" y="11679"/>
                  </a:lnTo>
                  <a:lnTo>
                    <a:pt x="18447" y="9689"/>
                  </a:lnTo>
                  <a:lnTo>
                    <a:pt x="3318" y="1063"/>
                  </a:lnTo>
                  <a:lnTo>
                    <a:pt x="1726" y="1"/>
                  </a:lnTo>
                  <a:lnTo>
                    <a:pt x="172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8"/>
            <p:cNvSpPr/>
            <p:nvPr/>
          </p:nvSpPr>
          <p:spPr>
            <a:xfrm>
              <a:off x="5738315" y="2665914"/>
              <a:ext cx="580913" cy="334468"/>
            </a:xfrm>
            <a:custGeom>
              <a:rect b="b" l="l" r="r" t="t"/>
              <a:pathLst>
                <a:path extrusionOk="0" h="20173" w="35037">
                  <a:moveTo>
                    <a:pt x="9158" y="1"/>
                  </a:moveTo>
                  <a:lnTo>
                    <a:pt x="1" y="5309"/>
                  </a:lnTo>
                  <a:lnTo>
                    <a:pt x="25879" y="20173"/>
                  </a:lnTo>
                  <a:lnTo>
                    <a:pt x="35037" y="14997"/>
                  </a:lnTo>
                  <a:lnTo>
                    <a:pt x="9158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8"/>
            <p:cNvSpPr/>
            <p:nvPr/>
          </p:nvSpPr>
          <p:spPr>
            <a:xfrm>
              <a:off x="5738315" y="2665914"/>
              <a:ext cx="580913" cy="334468"/>
            </a:xfrm>
            <a:custGeom>
              <a:rect b="b" l="l" r="r" t="t"/>
              <a:pathLst>
                <a:path extrusionOk="0" fill="none" h="20173" w="35037">
                  <a:moveTo>
                    <a:pt x="25879" y="20173"/>
                  </a:moveTo>
                  <a:lnTo>
                    <a:pt x="35037" y="14997"/>
                  </a:lnTo>
                  <a:lnTo>
                    <a:pt x="9158" y="1"/>
                  </a:lnTo>
                  <a:lnTo>
                    <a:pt x="1" y="5309"/>
                  </a:lnTo>
                  <a:lnTo>
                    <a:pt x="25879" y="201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8"/>
            <p:cNvSpPr/>
            <p:nvPr/>
          </p:nvSpPr>
          <p:spPr>
            <a:xfrm>
              <a:off x="5890138" y="2753937"/>
              <a:ext cx="429090" cy="246445"/>
            </a:xfrm>
            <a:custGeom>
              <a:rect b="b" l="l" r="r" t="t"/>
              <a:pathLst>
                <a:path extrusionOk="0" h="14864" w="25880">
                  <a:moveTo>
                    <a:pt x="9025" y="0"/>
                  </a:moveTo>
                  <a:lnTo>
                    <a:pt x="1" y="5176"/>
                  </a:lnTo>
                  <a:lnTo>
                    <a:pt x="16722" y="14864"/>
                  </a:lnTo>
                  <a:lnTo>
                    <a:pt x="25880" y="9688"/>
                  </a:lnTo>
                  <a:lnTo>
                    <a:pt x="20438" y="6503"/>
                  </a:lnTo>
                  <a:lnTo>
                    <a:pt x="20438" y="10219"/>
                  </a:lnTo>
                  <a:lnTo>
                    <a:pt x="18846" y="11148"/>
                  </a:lnTo>
                  <a:lnTo>
                    <a:pt x="17253" y="10219"/>
                  </a:lnTo>
                  <a:lnTo>
                    <a:pt x="17253" y="4645"/>
                  </a:lnTo>
                  <a:lnTo>
                    <a:pt x="9025" y="0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8"/>
            <p:cNvSpPr/>
            <p:nvPr/>
          </p:nvSpPr>
          <p:spPr>
            <a:xfrm>
              <a:off x="5890138" y="2753937"/>
              <a:ext cx="429090" cy="246445"/>
            </a:xfrm>
            <a:custGeom>
              <a:rect b="b" l="l" r="r" t="t"/>
              <a:pathLst>
                <a:path extrusionOk="0" fill="none" h="14864" w="25880">
                  <a:moveTo>
                    <a:pt x="9025" y="0"/>
                  </a:moveTo>
                  <a:lnTo>
                    <a:pt x="1" y="5176"/>
                  </a:lnTo>
                  <a:lnTo>
                    <a:pt x="16722" y="14864"/>
                  </a:lnTo>
                  <a:lnTo>
                    <a:pt x="25880" y="9688"/>
                  </a:lnTo>
                  <a:lnTo>
                    <a:pt x="20438" y="6503"/>
                  </a:lnTo>
                  <a:lnTo>
                    <a:pt x="20438" y="10219"/>
                  </a:lnTo>
                  <a:lnTo>
                    <a:pt x="18846" y="11148"/>
                  </a:lnTo>
                  <a:lnTo>
                    <a:pt x="18846" y="5574"/>
                  </a:lnTo>
                  <a:lnTo>
                    <a:pt x="18846" y="5574"/>
                  </a:lnTo>
                  <a:lnTo>
                    <a:pt x="18846" y="11148"/>
                  </a:lnTo>
                  <a:lnTo>
                    <a:pt x="17253" y="10219"/>
                  </a:lnTo>
                  <a:lnTo>
                    <a:pt x="17253" y="4645"/>
                  </a:lnTo>
                  <a:lnTo>
                    <a:pt x="902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8"/>
            <p:cNvSpPr/>
            <p:nvPr/>
          </p:nvSpPr>
          <p:spPr>
            <a:xfrm>
              <a:off x="6202588" y="2676923"/>
              <a:ext cx="26429" cy="261848"/>
            </a:xfrm>
            <a:custGeom>
              <a:rect b="b" l="l" r="r" t="t"/>
              <a:pathLst>
                <a:path extrusionOk="0" h="15793" w="1594">
                  <a:moveTo>
                    <a:pt x="1593" y="0"/>
                  </a:moveTo>
                  <a:lnTo>
                    <a:pt x="1" y="797"/>
                  </a:lnTo>
                  <a:lnTo>
                    <a:pt x="1" y="15793"/>
                  </a:lnTo>
                  <a:lnTo>
                    <a:pt x="1593" y="14864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8"/>
            <p:cNvSpPr/>
            <p:nvPr/>
          </p:nvSpPr>
          <p:spPr>
            <a:xfrm>
              <a:off x="6202588" y="2676923"/>
              <a:ext cx="26429" cy="261848"/>
            </a:xfrm>
            <a:custGeom>
              <a:rect b="b" l="l" r="r" t="t"/>
              <a:pathLst>
                <a:path extrusionOk="0" fill="none" h="15793" w="1594">
                  <a:moveTo>
                    <a:pt x="1593" y="0"/>
                  </a:moveTo>
                  <a:lnTo>
                    <a:pt x="1593" y="14864"/>
                  </a:lnTo>
                  <a:lnTo>
                    <a:pt x="1" y="15793"/>
                  </a:lnTo>
                  <a:lnTo>
                    <a:pt x="1" y="797"/>
                  </a:lnTo>
                  <a:lnTo>
                    <a:pt x="15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8"/>
            <p:cNvSpPr/>
            <p:nvPr/>
          </p:nvSpPr>
          <p:spPr>
            <a:xfrm>
              <a:off x="6176192" y="2676923"/>
              <a:ext cx="26412" cy="261848"/>
            </a:xfrm>
            <a:custGeom>
              <a:rect b="b" l="l" r="r" t="t"/>
              <a:pathLst>
                <a:path extrusionOk="0" h="15793" w="1593">
                  <a:moveTo>
                    <a:pt x="0" y="0"/>
                  </a:moveTo>
                  <a:lnTo>
                    <a:pt x="0" y="14864"/>
                  </a:lnTo>
                  <a:lnTo>
                    <a:pt x="1593" y="15793"/>
                  </a:lnTo>
                  <a:lnTo>
                    <a:pt x="1593" y="7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8"/>
            <p:cNvSpPr/>
            <p:nvPr/>
          </p:nvSpPr>
          <p:spPr>
            <a:xfrm>
              <a:off x="6176192" y="2676923"/>
              <a:ext cx="26412" cy="261848"/>
            </a:xfrm>
            <a:custGeom>
              <a:rect b="b" l="l" r="r" t="t"/>
              <a:pathLst>
                <a:path extrusionOk="0" fill="none" h="15793" w="1593">
                  <a:moveTo>
                    <a:pt x="0" y="0"/>
                  </a:moveTo>
                  <a:lnTo>
                    <a:pt x="0" y="14864"/>
                  </a:lnTo>
                  <a:lnTo>
                    <a:pt x="1593" y="15793"/>
                  </a:lnTo>
                  <a:lnTo>
                    <a:pt x="1593" y="79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8"/>
            <p:cNvSpPr/>
            <p:nvPr/>
          </p:nvSpPr>
          <p:spPr>
            <a:xfrm>
              <a:off x="6129984" y="2613106"/>
              <a:ext cx="151840" cy="118845"/>
            </a:xfrm>
            <a:custGeom>
              <a:rect b="b" l="l" r="r" t="t"/>
              <a:pathLst>
                <a:path extrusionOk="0" h="7168" w="9158">
                  <a:moveTo>
                    <a:pt x="9157" y="1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157" y="1991"/>
                  </a:lnTo>
                  <a:lnTo>
                    <a:pt x="915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58"/>
            <p:cNvSpPr/>
            <p:nvPr/>
          </p:nvSpPr>
          <p:spPr>
            <a:xfrm>
              <a:off x="6129984" y="2613106"/>
              <a:ext cx="151840" cy="118845"/>
            </a:xfrm>
            <a:custGeom>
              <a:rect b="b" l="l" r="r" t="t"/>
              <a:pathLst>
                <a:path extrusionOk="0" fill="none" h="7168" w="9158">
                  <a:moveTo>
                    <a:pt x="9157" y="1"/>
                  </a:moveTo>
                  <a:lnTo>
                    <a:pt x="0" y="5309"/>
                  </a:lnTo>
                  <a:lnTo>
                    <a:pt x="0" y="7167"/>
                  </a:lnTo>
                  <a:lnTo>
                    <a:pt x="9157" y="1991"/>
                  </a:lnTo>
                  <a:lnTo>
                    <a:pt x="915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8"/>
            <p:cNvSpPr/>
            <p:nvPr/>
          </p:nvSpPr>
          <p:spPr>
            <a:xfrm>
              <a:off x="6103572" y="2701130"/>
              <a:ext cx="26429" cy="30822"/>
            </a:xfrm>
            <a:custGeom>
              <a:rect b="b" l="l" r="r" t="t"/>
              <a:pathLst>
                <a:path extrusionOk="0" h="1859" w="1594">
                  <a:moveTo>
                    <a:pt x="1593" y="0"/>
                  </a:moveTo>
                  <a:lnTo>
                    <a:pt x="1" y="929"/>
                  </a:lnTo>
                  <a:lnTo>
                    <a:pt x="1593" y="1858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8"/>
            <p:cNvSpPr/>
            <p:nvPr/>
          </p:nvSpPr>
          <p:spPr>
            <a:xfrm>
              <a:off x="6103572" y="2701130"/>
              <a:ext cx="26429" cy="30822"/>
            </a:xfrm>
            <a:custGeom>
              <a:rect b="b" l="l" r="r" t="t"/>
              <a:pathLst>
                <a:path extrusionOk="0" fill="none" h="1859" w="1594">
                  <a:moveTo>
                    <a:pt x="1593" y="1858"/>
                  </a:moveTo>
                  <a:lnTo>
                    <a:pt x="1" y="929"/>
                  </a:lnTo>
                  <a:lnTo>
                    <a:pt x="1593" y="0"/>
                  </a:lnTo>
                  <a:lnTo>
                    <a:pt x="1593" y="185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8"/>
            <p:cNvSpPr/>
            <p:nvPr/>
          </p:nvSpPr>
          <p:spPr>
            <a:xfrm>
              <a:off x="4651346" y="2159842"/>
              <a:ext cx="1837313" cy="1139792"/>
            </a:xfrm>
            <a:custGeom>
              <a:rect b="b" l="l" r="r" t="t"/>
              <a:pathLst>
                <a:path extrusionOk="0" h="68745" w="110815">
                  <a:moveTo>
                    <a:pt x="84936" y="0"/>
                  </a:moveTo>
                  <a:lnTo>
                    <a:pt x="84272" y="133"/>
                  </a:lnTo>
                  <a:lnTo>
                    <a:pt x="83476" y="531"/>
                  </a:lnTo>
                  <a:lnTo>
                    <a:pt x="3717" y="46582"/>
                  </a:lnTo>
                  <a:lnTo>
                    <a:pt x="2921" y="47113"/>
                  </a:lnTo>
                  <a:lnTo>
                    <a:pt x="2257" y="47776"/>
                  </a:lnTo>
                  <a:lnTo>
                    <a:pt x="1593" y="48572"/>
                  </a:lnTo>
                  <a:lnTo>
                    <a:pt x="1063" y="49369"/>
                  </a:lnTo>
                  <a:lnTo>
                    <a:pt x="532" y="50165"/>
                  </a:lnTo>
                  <a:lnTo>
                    <a:pt x="266" y="51094"/>
                  </a:lnTo>
                  <a:lnTo>
                    <a:pt x="134" y="52023"/>
                  </a:lnTo>
                  <a:lnTo>
                    <a:pt x="1" y="52819"/>
                  </a:lnTo>
                  <a:lnTo>
                    <a:pt x="134" y="53483"/>
                  </a:lnTo>
                  <a:lnTo>
                    <a:pt x="399" y="54146"/>
                  </a:lnTo>
                  <a:lnTo>
                    <a:pt x="665" y="54544"/>
                  </a:lnTo>
                  <a:lnTo>
                    <a:pt x="1063" y="54943"/>
                  </a:lnTo>
                  <a:lnTo>
                    <a:pt x="24685" y="68612"/>
                  </a:lnTo>
                  <a:lnTo>
                    <a:pt x="25216" y="68744"/>
                  </a:lnTo>
                  <a:lnTo>
                    <a:pt x="26012" y="68744"/>
                  </a:lnTo>
                  <a:lnTo>
                    <a:pt x="26676" y="68612"/>
                  </a:lnTo>
                  <a:lnTo>
                    <a:pt x="27605" y="68214"/>
                  </a:lnTo>
                  <a:lnTo>
                    <a:pt x="107098" y="22296"/>
                  </a:lnTo>
                  <a:lnTo>
                    <a:pt x="107762" y="21898"/>
                  </a:lnTo>
                  <a:lnTo>
                    <a:pt x="108558" y="21234"/>
                  </a:lnTo>
                  <a:lnTo>
                    <a:pt x="109089" y="20438"/>
                  </a:lnTo>
                  <a:lnTo>
                    <a:pt x="109753" y="19642"/>
                  </a:lnTo>
                  <a:lnTo>
                    <a:pt x="110151" y="18713"/>
                  </a:lnTo>
                  <a:lnTo>
                    <a:pt x="110549" y="17916"/>
                  </a:lnTo>
                  <a:lnTo>
                    <a:pt x="110682" y="16987"/>
                  </a:lnTo>
                  <a:lnTo>
                    <a:pt x="110814" y="16058"/>
                  </a:lnTo>
                  <a:lnTo>
                    <a:pt x="110682" y="15395"/>
                  </a:lnTo>
                  <a:lnTo>
                    <a:pt x="110549" y="14731"/>
                  </a:lnTo>
                  <a:lnTo>
                    <a:pt x="110151" y="14200"/>
                  </a:lnTo>
                  <a:lnTo>
                    <a:pt x="109753" y="13935"/>
                  </a:lnTo>
                  <a:lnTo>
                    <a:pt x="86130" y="266"/>
                  </a:lnTo>
                  <a:lnTo>
                    <a:pt x="8559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8"/>
            <p:cNvSpPr/>
            <p:nvPr/>
          </p:nvSpPr>
          <p:spPr>
            <a:xfrm>
              <a:off x="4651346" y="2159842"/>
              <a:ext cx="1837313" cy="1139792"/>
            </a:xfrm>
            <a:custGeom>
              <a:rect b="b" l="l" r="r" t="t"/>
              <a:pathLst>
                <a:path extrusionOk="0" fill="none" h="68745" w="110815">
                  <a:moveTo>
                    <a:pt x="3717" y="46582"/>
                  </a:moveTo>
                  <a:lnTo>
                    <a:pt x="83476" y="531"/>
                  </a:lnTo>
                  <a:lnTo>
                    <a:pt x="83476" y="531"/>
                  </a:lnTo>
                  <a:lnTo>
                    <a:pt x="84272" y="133"/>
                  </a:lnTo>
                  <a:lnTo>
                    <a:pt x="84936" y="0"/>
                  </a:lnTo>
                  <a:lnTo>
                    <a:pt x="85599" y="0"/>
                  </a:lnTo>
                  <a:lnTo>
                    <a:pt x="86130" y="266"/>
                  </a:lnTo>
                  <a:lnTo>
                    <a:pt x="109753" y="13935"/>
                  </a:lnTo>
                  <a:lnTo>
                    <a:pt x="109753" y="13935"/>
                  </a:lnTo>
                  <a:lnTo>
                    <a:pt x="110151" y="14200"/>
                  </a:lnTo>
                  <a:lnTo>
                    <a:pt x="110549" y="14731"/>
                  </a:lnTo>
                  <a:lnTo>
                    <a:pt x="110682" y="15395"/>
                  </a:lnTo>
                  <a:lnTo>
                    <a:pt x="110814" y="16058"/>
                  </a:lnTo>
                  <a:lnTo>
                    <a:pt x="110814" y="16058"/>
                  </a:lnTo>
                  <a:lnTo>
                    <a:pt x="110682" y="16987"/>
                  </a:lnTo>
                  <a:lnTo>
                    <a:pt x="110549" y="17916"/>
                  </a:lnTo>
                  <a:lnTo>
                    <a:pt x="110151" y="18713"/>
                  </a:lnTo>
                  <a:lnTo>
                    <a:pt x="109753" y="19642"/>
                  </a:lnTo>
                  <a:lnTo>
                    <a:pt x="109089" y="20438"/>
                  </a:lnTo>
                  <a:lnTo>
                    <a:pt x="108558" y="21234"/>
                  </a:lnTo>
                  <a:lnTo>
                    <a:pt x="107762" y="21898"/>
                  </a:lnTo>
                  <a:lnTo>
                    <a:pt x="107098" y="22296"/>
                  </a:lnTo>
                  <a:lnTo>
                    <a:pt x="27605" y="68214"/>
                  </a:lnTo>
                  <a:lnTo>
                    <a:pt x="27605" y="68214"/>
                  </a:lnTo>
                  <a:lnTo>
                    <a:pt x="26676" y="68612"/>
                  </a:lnTo>
                  <a:lnTo>
                    <a:pt x="26012" y="68744"/>
                  </a:lnTo>
                  <a:lnTo>
                    <a:pt x="25216" y="68744"/>
                  </a:lnTo>
                  <a:lnTo>
                    <a:pt x="24685" y="68612"/>
                  </a:lnTo>
                  <a:lnTo>
                    <a:pt x="1063" y="54943"/>
                  </a:lnTo>
                  <a:lnTo>
                    <a:pt x="1063" y="54943"/>
                  </a:lnTo>
                  <a:lnTo>
                    <a:pt x="665" y="54544"/>
                  </a:lnTo>
                  <a:lnTo>
                    <a:pt x="399" y="54146"/>
                  </a:lnTo>
                  <a:lnTo>
                    <a:pt x="134" y="53483"/>
                  </a:lnTo>
                  <a:lnTo>
                    <a:pt x="1" y="52819"/>
                  </a:lnTo>
                  <a:lnTo>
                    <a:pt x="1" y="52819"/>
                  </a:lnTo>
                  <a:lnTo>
                    <a:pt x="134" y="52023"/>
                  </a:lnTo>
                  <a:lnTo>
                    <a:pt x="266" y="51094"/>
                  </a:lnTo>
                  <a:lnTo>
                    <a:pt x="532" y="50165"/>
                  </a:lnTo>
                  <a:lnTo>
                    <a:pt x="1063" y="49369"/>
                  </a:lnTo>
                  <a:lnTo>
                    <a:pt x="1593" y="48572"/>
                  </a:lnTo>
                  <a:lnTo>
                    <a:pt x="2257" y="47776"/>
                  </a:lnTo>
                  <a:lnTo>
                    <a:pt x="2921" y="47113"/>
                  </a:lnTo>
                  <a:lnTo>
                    <a:pt x="3717" y="4658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8"/>
            <p:cNvSpPr/>
            <p:nvPr/>
          </p:nvSpPr>
          <p:spPr>
            <a:xfrm>
              <a:off x="5043016" y="2386474"/>
              <a:ext cx="1445643" cy="913160"/>
            </a:xfrm>
            <a:custGeom>
              <a:rect b="b" l="l" r="r" t="t"/>
              <a:pathLst>
                <a:path extrusionOk="0" h="55076" w="87192">
                  <a:moveTo>
                    <a:pt x="84935" y="1"/>
                  </a:moveTo>
                  <a:lnTo>
                    <a:pt x="84139" y="133"/>
                  </a:lnTo>
                  <a:lnTo>
                    <a:pt x="83475" y="531"/>
                  </a:lnTo>
                  <a:lnTo>
                    <a:pt x="3584" y="46582"/>
                  </a:lnTo>
                  <a:lnTo>
                    <a:pt x="2920" y="47113"/>
                  </a:lnTo>
                  <a:lnTo>
                    <a:pt x="2124" y="47776"/>
                  </a:lnTo>
                  <a:lnTo>
                    <a:pt x="1593" y="48440"/>
                  </a:lnTo>
                  <a:lnTo>
                    <a:pt x="1062" y="49236"/>
                  </a:lnTo>
                  <a:lnTo>
                    <a:pt x="531" y="50165"/>
                  </a:lnTo>
                  <a:lnTo>
                    <a:pt x="266" y="51094"/>
                  </a:lnTo>
                  <a:lnTo>
                    <a:pt x="0" y="51890"/>
                  </a:lnTo>
                  <a:lnTo>
                    <a:pt x="0" y="52819"/>
                  </a:lnTo>
                  <a:lnTo>
                    <a:pt x="133" y="53483"/>
                  </a:lnTo>
                  <a:lnTo>
                    <a:pt x="266" y="54014"/>
                  </a:lnTo>
                  <a:lnTo>
                    <a:pt x="664" y="54545"/>
                  </a:lnTo>
                  <a:lnTo>
                    <a:pt x="1062" y="54943"/>
                  </a:lnTo>
                  <a:lnTo>
                    <a:pt x="1593" y="55075"/>
                  </a:lnTo>
                  <a:lnTo>
                    <a:pt x="2389" y="55075"/>
                  </a:lnTo>
                  <a:lnTo>
                    <a:pt x="3053" y="54943"/>
                  </a:lnTo>
                  <a:lnTo>
                    <a:pt x="3982" y="54545"/>
                  </a:lnTo>
                  <a:lnTo>
                    <a:pt x="83475" y="8627"/>
                  </a:lnTo>
                  <a:lnTo>
                    <a:pt x="84139" y="8229"/>
                  </a:lnTo>
                  <a:lnTo>
                    <a:pt x="84935" y="7565"/>
                  </a:lnTo>
                  <a:lnTo>
                    <a:pt x="85466" y="6769"/>
                  </a:lnTo>
                  <a:lnTo>
                    <a:pt x="86130" y="5973"/>
                  </a:lnTo>
                  <a:lnTo>
                    <a:pt x="86528" y="5044"/>
                  </a:lnTo>
                  <a:lnTo>
                    <a:pt x="86926" y="4247"/>
                  </a:lnTo>
                  <a:lnTo>
                    <a:pt x="87059" y="3318"/>
                  </a:lnTo>
                  <a:lnTo>
                    <a:pt x="87191" y="2389"/>
                  </a:lnTo>
                  <a:lnTo>
                    <a:pt x="87059" y="1726"/>
                  </a:lnTo>
                  <a:lnTo>
                    <a:pt x="86926" y="1062"/>
                  </a:lnTo>
                  <a:lnTo>
                    <a:pt x="86528" y="531"/>
                  </a:lnTo>
                  <a:lnTo>
                    <a:pt x="86130" y="266"/>
                  </a:lnTo>
                  <a:lnTo>
                    <a:pt x="8559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8"/>
            <p:cNvSpPr/>
            <p:nvPr/>
          </p:nvSpPr>
          <p:spPr>
            <a:xfrm>
              <a:off x="5043016" y="2386474"/>
              <a:ext cx="1445643" cy="913160"/>
            </a:xfrm>
            <a:custGeom>
              <a:rect b="b" l="l" r="r" t="t"/>
              <a:pathLst>
                <a:path extrusionOk="0" fill="none" h="55076" w="87192">
                  <a:moveTo>
                    <a:pt x="83475" y="8627"/>
                  </a:moveTo>
                  <a:lnTo>
                    <a:pt x="3982" y="54545"/>
                  </a:lnTo>
                  <a:lnTo>
                    <a:pt x="3982" y="54545"/>
                  </a:lnTo>
                  <a:lnTo>
                    <a:pt x="3053" y="54943"/>
                  </a:lnTo>
                  <a:lnTo>
                    <a:pt x="2389" y="55075"/>
                  </a:lnTo>
                  <a:lnTo>
                    <a:pt x="1593" y="55075"/>
                  </a:lnTo>
                  <a:lnTo>
                    <a:pt x="1062" y="54943"/>
                  </a:lnTo>
                  <a:lnTo>
                    <a:pt x="1062" y="54943"/>
                  </a:lnTo>
                  <a:lnTo>
                    <a:pt x="664" y="54545"/>
                  </a:lnTo>
                  <a:lnTo>
                    <a:pt x="266" y="54014"/>
                  </a:lnTo>
                  <a:lnTo>
                    <a:pt x="133" y="53483"/>
                  </a:lnTo>
                  <a:lnTo>
                    <a:pt x="0" y="52819"/>
                  </a:lnTo>
                  <a:lnTo>
                    <a:pt x="0" y="52819"/>
                  </a:lnTo>
                  <a:lnTo>
                    <a:pt x="0" y="51890"/>
                  </a:lnTo>
                  <a:lnTo>
                    <a:pt x="266" y="51094"/>
                  </a:lnTo>
                  <a:lnTo>
                    <a:pt x="531" y="50165"/>
                  </a:lnTo>
                  <a:lnTo>
                    <a:pt x="1062" y="49236"/>
                  </a:lnTo>
                  <a:lnTo>
                    <a:pt x="1593" y="48440"/>
                  </a:lnTo>
                  <a:lnTo>
                    <a:pt x="2124" y="47776"/>
                  </a:lnTo>
                  <a:lnTo>
                    <a:pt x="2920" y="47113"/>
                  </a:lnTo>
                  <a:lnTo>
                    <a:pt x="3584" y="46582"/>
                  </a:lnTo>
                  <a:lnTo>
                    <a:pt x="83475" y="531"/>
                  </a:lnTo>
                  <a:lnTo>
                    <a:pt x="83475" y="531"/>
                  </a:lnTo>
                  <a:lnTo>
                    <a:pt x="84139" y="133"/>
                  </a:lnTo>
                  <a:lnTo>
                    <a:pt x="84935" y="1"/>
                  </a:lnTo>
                  <a:lnTo>
                    <a:pt x="85599" y="1"/>
                  </a:lnTo>
                  <a:lnTo>
                    <a:pt x="86130" y="266"/>
                  </a:lnTo>
                  <a:lnTo>
                    <a:pt x="86130" y="266"/>
                  </a:lnTo>
                  <a:lnTo>
                    <a:pt x="86528" y="531"/>
                  </a:lnTo>
                  <a:lnTo>
                    <a:pt x="86926" y="1062"/>
                  </a:lnTo>
                  <a:lnTo>
                    <a:pt x="87059" y="1726"/>
                  </a:lnTo>
                  <a:lnTo>
                    <a:pt x="87191" y="2389"/>
                  </a:lnTo>
                  <a:lnTo>
                    <a:pt x="87191" y="2389"/>
                  </a:lnTo>
                  <a:lnTo>
                    <a:pt x="87059" y="3318"/>
                  </a:lnTo>
                  <a:lnTo>
                    <a:pt x="86926" y="4247"/>
                  </a:lnTo>
                  <a:lnTo>
                    <a:pt x="86528" y="5044"/>
                  </a:lnTo>
                  <a:lnTo>
                    <a:pt x="86130" y="5973"/>
                  </a:lnTo>
                  <a:lnTo>
                    <a:pt x="85466" y="6769"/>
                  </a:lnTo>
                  <a:lnTo>
                    <a:pt x="84935" y="7565"/>
                  </a:lnTo>
                  <a:lnTo>
                    <a:pt x="84139" y="8229"/>
                  </a:lnTo>
                  <a:lnTo>
                    <a:pt x="83475" y="862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8"/>
            <p:cNvSpPr/>
            <p:nvPr/>
          </p:nvSpPr>
          <p:spPr>
            <a:xfrm>
              <a:off x="5043016" y="2386474"/>
              <a:ext cx="1445643" cy="915365"/>
            </a:xfrm>
            <a:custGeom>
              <a:rect b="b" l="l" r="r" t="t"/>
              <a:pathLst>
                <a:path extrusionOk="0" h="55209" w="87192">
                  <a:moveTo>
                    <a:pt x="75247" y="6518"/>
                  </a:moveTo>
                  <a:lnTo>
                    <a:pt x="74053" y="7208"/>
                  </a:lnTo>
                  <a:lnTo>
                    <a:pt x="74053" y="7300"/>
                  </a:lnTo>
                  <a:lnTo>
                    <a:pt x="75247" y="6636"/>
                  </a:lnTo>
                  <a:lnTo>
                    <a:pt x="75247" y="6518"/>
                  </a:lnTo>
                  <a:close/>
                  <a:moveTo>
                    <a:pt x="74053" y="5973"/>
                  </a:moveTo>
                  <a:lnTo>
                    <a:pt x="64498" y="11414"/>
                  </a:lnTo>
                  <a:lnTo>
                    <a:pt x="64498" y="12725"/>
                  </a:lnTo>
                  <a:lnTo>
                    <a:pt x="64498" y="12725"/>
                  </a:lnTo>
                  <a:lnTo>
                    <a:pt x="74053" y="7208"/>
                  </a:lnTo>
                  <a:lnTo>
                    <a:pt x="74053" y="5973"/>
                  </a:lnTo>
                  <a:close/>
                  <a:moveTo>
                    <a:pt x="64498" y="12725"/>
                  </a:moveTo>
                  <a:lnTo>
                    <a:pt x="63436" y="13338"/>
                  </a:lnTo>
                  <a:lnTo>
                    <a:pt x="63436" y="13404"/>
                  </a:lnTo>
                  <a:lnTo>
                    <a:pt x="64498" y="12741"/>
                  </a:lnTo>
                  <a:lnTo>
                    <a:pt x="64498" y="12725"/>
                  </a:lnTo>
                  <a:close/>
                  <a:moveTo>
                    <a:pt x="63436" y="12077"/>
                  </a:moveTo>
                  <a:lnTo>
                    <a:pt x="53881" y="17518"/>
                  </a:lnTo>
                  <a:lnTo>
                    <a:pt x="53881" y="18855"/>
                  </a:lnTo>
                  <a:lnTo>
                    <a:pt x="63436" y="13338"/>
                  </a:lnTo>
                  <a:lnTo>
                    <a:pt x="63436" y="12077"/>
                  </a:lnTo>
                  <a:close/>
                  <a:moveTo>
                    <a:pt x="53881" y="18855"/>
                  </a:moveTo>
                  <a:lnTo>
                    <a:pt x="52686" y="19545"/>
                  </a:lnTo>
                  <a:lnTo>
                    <a:pt x="52686" y="19545"/>
                  </a:lnTo>
                  <a:lnTo>
                    <a:pt x="52686" y="19642"/>
                  </a:lnTo>
                  <a:lnTo>
                    <a:pt x="53881" y="18978"/>
                  </a:lnTo>
                  <a:lnTo>
                    <a:pt x="53881" y="18855"/>
                  </a:lnTo>
                  <a:close/>
                  <a:moveTo>
                    <a:pt x="52686" y="18315"/>
                  </a:moveTo>
                  <a:lnTo>
                    <a:pt x="43131" y="23756"/>
                  </a:lnTo>
                  <a:lnTo>
                    <a:pt x="43131" y="25062"/>
                  </a:lnTo>
                  <a:lnTo>
                    <a:pt x="43131" y="25062"/>
                  </a:lnTo>
                  <a:lnTo>
                    <a:pt x="52686" y="19545"/>
                  </a:lnTo>
                  <a:lnTo>
                    <a:pt x="52686" y="19545"/>
                  </a:lnTo>
                  <a:lnTo>
                    <a:pt x="52686" y="18315"/>
                  </a:lnTo>
                  <a:close/>
                  <a:moveTo>
                    <a:pt x="43131" y="25062"/>
                  </a:moveTo>
                  <a:lnTo>
                    <a:pt x="42180" y="25611"/>
                  </a:lnTo>
                  <a:lnTo>
                    <a:pt x="42180" y="25611"/>
                  </a:lnTo>
                  <a:lnTo>
                    <a:pt x="43131" y="25083"/>
                  </a:lnTo>
                  <a:lnTo>
                    <a:pt x="43131" y="25062"/>
                  </a:lnTo>
                  <a:close/>
                  <a:moveTo>
                    <a:pt x="41937" y="24419"/>
                  </a:moveTo>
                  <a:lnTo>
                    <a:pt x="32514" y="29993"/>
                  </a:lnTo>
                  <a:lnTo>
                    <a:pt x="32514" y="31192"/>
                  </a:lnTo>
                  <a:lnTo>
                    <a:pt x="32514" y="31192"/>
                  </a:lnTo>
                  <a:lnTo>
                    <a:pt x="42180" y="25611"/>
                  </a:lnTo>
                  <a:lnTo>
                    <a:pt x="42180" y="25611"/>
                  </a:lnTo>
                  <a:lnTo>
                    <a:pt x="41937" y="25746"/>
                  </a:lnTo>
                  <a:lnTo>
                    <a:pt x="41937" y="24419"/>
                  </a:lnTo>
                  <a:close/>
                  <a:moveTo>
                    <a:pt x="32514" y="31192"/>
                  </a:moveTo>
                  <a:lnTo>
                    <a:pt x="31320" y="31882"/>
                  </a:lnTo>
                  <a:lnTo>
                    <a:pt x="31320" y="31882"/>
                  </a:lnTo>
                  <a:lnTo>
                    <a:pt x="31320" y="31984"/>
                  </a:lnTo>
                  <a:lnTo>
                    <a:pt x="32514" y="31320"/>
                  </a:lnTo>
                  <a:lnTo>
                    <a:pt x="32514" y="31192"/>
                  </a:lnTo>
                  <a:close/>
                  <a:moveTo>
                    <a:pt x="31320" y="30657"/>
                  </a:moveTo>
                  <a:lnTo>
                    <a:pt x="21765" y="36098"/>
                  </a:lnTo>
                  <a:lnTo>
                    <a:pt x="21765" y="37399"/>
                  </a:lnTo>
                  <a:lnTo>
                    <a:pt x="21765" y="37399"/>
                  </a:lnTo>
                  <a:lnTo>
                    <a:pt x="31320" y="31882"/>
                  </a:lnTo>
                  <a:lnTo>
                    <a:pt x="31320" y="31882"/>
                  </a:lnTo>
                  <a:lnTo>
                    <a:pt x="31320" y="30657"/>
                  </a:lnTo>
                  <a:close/>
                  <a:moveTo>
                    <a:pt x="21765" y="37399"/>
                  </a:moveTo>
                  <a:lnTo>
                    <a:pt x="20593" y="38076"/>
                  </a:lnTo>
                  <a:lnTo>
                    <a:pt x="20593" y="38076"/>
                  </a:lnTo>
                  <a:lnTo>
                    <a:pt x="21765" y="37425"/>
                  </a:lnTo>
                  <a:lnTo>
                    <a:pt x="21765" y="37399"/>
                  </a:lnTo>
                  <a:close/>
                  <a:moveTo>
                    <a:pt x="20571" y="36761"/>
                  </a:moveTo>
                  <a:lnTo>
                    <a:pt x="11148" y="42202"/>
                  </a:lnTo>
                  <a:lnTo>
                    <a:pt x="11148" y="43530"/>
                  </a:lnTo>
                  <a:lnTo>
                    <a:pt x="20593" y="38076"/>
                  </a:lnTo>
                  <a:lnTo>
                    <a:pt x="20593" y="38076"/>
                  </a:lnTo>
                  <a:lnTo>
                    <a:pt x="20571" y="38088"/>
                  </a:lnTo>
                  <a:lnTo>
                    <a:pt x="20571" y="36761"/>
                  </a:lnTo>
                  <a:close/>
                  <a:moveTo>
                    <a:pt x="10086" y="44193"/>
                  </a:moveTo>
                  <a:lnTo>
                    <a:pt x="9954" y="44272"/>
                  </a:lnTo>
                  <a:lnTo>
                    <a:pt x="9954" y="44272"/>
                  </a:lnTo>
                  <a:lnTo>
                    <a:pt x="9954" y="44326"/>
                  </a:lnTo>
                  <a:lnTo>
                    <a:pt x="10086" y="44193"/>
                  </a:lnTo>
                  <a:close/>
                  <a:moveTo>
                    <a:pt x="85201" y="1"/>
                  </a:moveTo>
                  <a:lnTo>
                    <a:pt x="84404" y="133"/>
                  </a:lnTo>
                  <a:lnTo>
                    <a:pt x="83475" y="531"/>
                  </a:lnTo>
                  <a:lnTo>
                    <a:pt x="75247" y="5176"/>
                  </a:lnTo>
                  <a:lnTo>
                    <a:pt x="75247" y="6518"/>
                  </a:lnTo>
                  <a:lnTo>
                    <a:pt x="84006" y="1460"/>
                  </a:lnTo>
                  <a:lnTo>
                    <a:pt x="84670" y="1195"/>
                  </a:lnTo>
                  <a:lnTo>
                    <a:pt x="85599" y="1195"/>
                  </a:lnTo>
                  <a:lnTo>
                    <a:pt x="85731" y="1460"/>
                  </a:lnTo>
                  <a:lnTo>
                    <a:pt x="85864" y="1726"/>
                  </a:lnTo>
                  <a:lnTo>
                    <a:pt x="85997" y="2389"/>
                  </a:lnTo>
                  <a:lnTo>
                    <a:pt x="85997" y="3186"/>
                  </a:lnTo>
                  <a:lnTo>
                    <a:pt x="85731" y="3849"/>
                  </a:lnTo>
                  <a:lnTo>
                    <a:pt x="85466" y="4645"/>
                  </a:lnTo>
                  <a:lnTo>
                    <a:pt x="85068" y="5442"/>
                  </a:lnTo>
                  <a:lnTo>
                    <a:pt x="84670" y="6105"/>
                  </a:lnTo>
                  <a:lnTo>
                    <a:pt x="84006" y="6769"/>
                  </a:lnTo>
                  <a:lnTo>
                    <a:pt x="83475" y="7300"/>
                  </a:lnTo>
                  <a:lnTo>
                    <a:pt x="82812" y="7698"/>
                  </a:lnTo>
                  <a:lnTo>
                    <a:pt x="3318" y="53616"/>
                  </a:lnTo>
                  <a:lnTo>
                    <a:pt x="2655" y="53881"/>
                  </a:lnTo>
                  <a:lnTo>
                    <a:pt x="2124" y="54014"/>
                  </a:lnTo>
                  <a:lnTo>
                    <a:pt x="1593" y="53881"/>
                  </a:lnTo>
                  <a:lnTo>
                    <a:pt x="1460" y="53616"/>
                  </a:lnTo>
                  <a:lnTo>
                    <a:pt x="1328" y="53350"/>
                  </a:lnTo>
                  <a:lnTo>
                    <a:pt x="1195" y="52687"/>
                  </a:lnTo>
                  <a:lnTo>
                    <a:pt x="1195" y="52023"/>
                  </a:lnTo>
                  <a:lnTo>
                    <a:pt x="1328" y="51360"/>
                  </a:lnTo>
                  <a:lnTo>
                    <a:pt x="1593" y="50563"/>
                  </a:lnTo>
                  <a:lnTo>
                    <a:pt x="1991" y="49900"/>
                  </a:lnTo>
                  <a:lnTo>
                    <a:pt x="2522" y="49236"/>
                  </a:lnTo>
                  <a:lnTo>
                    <a:pt x="3053" y="48573"/>
                  </a:lnTo>
                  <a:lnTo>
                    <a:pt x="3584" y="48042"/>
                  </a:lnTo>
                  <a:lnTo>
                    <a:pt x="4247" y="47644"/>
                  </a:lnTo>
                  <a:lnTo>
                    <a:pt x="9954" y="44272"/>
                  </a:lnTo>
                  <a:lnTo>
                    <a:pt x="9954" y="44272"/>
                  </a:lnTo>
                  <a:lnTo>
                    <a:pt x="9954" y="42999"/>
                  </a:lnTo>
                  <a:lnTo>
                    <a:pt x="3584" y="46582"/>
                  </a:lnTo>
                  <a:lnTo>
                    <a:pt x="2920" y="47113"/>
                  </a:lnTo>
                  <a:lnTo>
                    <a:pt x="2256" y="47776"/>
                  </a:lnTo>
                  <a:lnTo>
                    <a:pt x="1593" y="48440"/>
                  </a:lnTo>
                  <a:lnTo>
                    <a:pt x="1062" y="49236"/>
                  </a:lnTo>
                  <a:lnTo>
                    <a:pt x="664" y="50032"/>
                  </a:lnTo>
                  <a:lnTo>
                    <a:pt x="266" y="50961"/>
                  </a:lnTo>
                  <a:lnTo>
                    <a:pt x="133" y="51758"/>
                  </a:lnTo>
                  <a:lnTo>
                    <a:pt x="0" y="52554"/>
                  </a:lnTo>
                  <a:lnTo>
                    <a:pt x="0" y="52819"/>
                  </a:lnTo>
                  <a:lnTo>
                    <a:pt x="133" y="53483"/>
                  </a:lnTo>
                  <a:lnTo>
                    <a:pt x="266" y="54014"/>
                  </a:lnTo>
                  <a:lnTo>
                    <a:pt x="664" y="54545"/>
                  </a:lnTo>
                  <a:lnTo>
                    <a:pt x="1062" y="54943"/>
                  </a:lnTo>
                  <a:lnTo>
                    <a:pt x="1593" y="55075"/>
                  </a:lnTo>
                  <a:lnTo>
                    <a:pt x="2124" y="55208"/>
                  </a:lnTo>
                  <a:lnTo>
                    <a:pt x="2920" y="55075"/>
                  </a:lnTo>
                  <a:lnTo>
                    <a:pt x="3982" y="54545"/>
                  </a:lnTo>
                  <a:lnTo>
                    <a:pt x="83210" y="8759"/>
                  </a:lnTo>
                  <a:lnTo>
                    <a:pt x="84006" y="7698"/>
                  </a:lnTo>
                  <a:lnTo>
                    <a:pt x="84404" y="7963"/>
                  </a:lnTo>
                  <a:lnTo>
                    <a:pt x="84935" y="7432"/>
                  </a:lnTo>
                  <a:lnTo>
                    <a:pt x="85466" y="6769"/>
                  </a:lnTo>
                  <a:lnTo>
                    <a:pt x="86395" y="5442"/>
                  </a:lnTo>
                  <a:lnTo>
                    <a:pt x="86793" y="4645"/>
                  </a:lnTo>
                  <a:lnTo>
                    <a:pt x="86926" y="3849"/>
                  </a:lnTo>
                  <a:lnTo>
                    <a:pt x="87191" y="3186"/>
                  </a:lnTo>
                  <a:lnTo>
                    <a:pt x="87191" y="2389"/>
                  </a:lnTo>
                  <a:lnTo>
                    <a:pt x="87059" y="1726"/>
                  </a:lnTo>
                  <a:lnTo>
                    <a:pt x="86926" y="1062"/>
                  </a:lnTo>
                  <a:lnTo>
                    <a:pt x="86528" y="531"/>
                  </a:lnTo>
                  <a:lnTo>
                    <a:pt x="86130" y="266"/>
                  </a:lnTo>
                  <a:lnTo>
                    <a:pt x="85731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8"/>
            <p:cNvSpPr/>
            <p:nvPr/>
          </p:nvSpPr>
          <p:spPr>
            <a:xfrm>
              <a:off x="5062812" y="2406271"/>
              <a:ext cx="1406034" cy="875756"/>
            </a:xfrm>
            <a:custGeom>
              <a:rect b="b" l="l" r="r" t="t"/>
              <a:pathLst>
                <a:path extrusionOk="0" h="52820" w="84803">
                  <a:moveTo>
                    <a:pt x="83476" y="1"/>
                  </a:moveTo>
                  <a:lnTo>
                    <a:pt x="82812" y="266"/>
                  </a:lnTo>
                  <a:lnTo>
                    <a:pt x="3053" y="46450"/>
                  </a:lnTo>
                  <a:lnTo>
                    <a:pt x="2390" y="46848"/>
                  </a:lnTo>
                  <a:lnTo>
                    <a:pt x="1859" y="47379"/>
                  </a:lnTo>
                  <a:lnTo>
                    <a:pt x="1328" y="48042"/>
                  </a:lnTo>
                  <a:lnTo>
                    <a:pt x="797" y="48706"/>
                  </a:lnTo>
                  <a:lnTo>
                    <a:pt x="399" y="49369"/>
                  </a:lnTo>
                  <a:lnTo>
                    <a:pt x="134" y="50166"/>
                  </a:lnTo>
                  <a:lnTo>
                    <a:pt x="1" y="50829"/>
                  </a:lnTo>
                  <a:lnTo>
                    <a:pt x="1" y="51493"/>
                  </a:lnTo>
                  <a:lnTo>
                    <a:pt x="134" y="52156"/>
                  </a:lnTo>
                  <a:lnTo>
                    <a:pt x="266" y="52422"/>
                  </a:lnTo>
                  <a:lnTo>
                    <a:pt x="399" y="52687"/>
                  </a:lnTo>
                  <a:lnTo>
                    <a:pt x="930" y="52820"/>
                  </a:lnTo>
                  <a:lnTo>
                    <a:pt x="1461" y="52687"/>
                  </a:lnTo>
                  <a:lnTo>
                    <a:pt x="2124" y="52422"/>
                  </a:lnTo>
                  <a:lnTo>
                    <a:pt x="81618" y="6504"/>
                  </a:lnTo>
                  <a:lnTo>
                    <a:pt x="82281" y="6106"/>
                  </a:lnTo>
                  <a:lnTo>
                    <a:pt x="82812" y="5575"/>
                  </a:lnTo>
                  <a:lnTo>
                    <a:pt x="83476" y="4911"/>
                  </a:lnTo>
                  <a:lnTo>
                    <a:pt x="83874" y="4248"/>
                  </a:lnTo>
                  <a:lnTo>
                    <a:pt x="84272" y="3451"/>
                  </a:lnTo>
                  <a:lnTo>
                    <a:pt x="84537" y="2655"/>
                  </a:lnTo>
                  <a:lnTo>
                    <a:pt x="84803" y="1992"/>
                  </a:lnTo>
                  <a:lnTo>
                    <a:pt x="84803" y="1195"/>
                  </a:lnTo>
                  <a:lnTo>
                    <a:pt x="84670" y="532"/>
                  </a:lnTo>
                  <a:lnTo>
                    <a:pt x="84537" y="266"/>
                  </a:lnTo>
                  <a:lnTo>
                    <a:pt x="8440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8"/>
            <p:cNvSpPr/>
            <p:nvPr/>
          </p:nvSpPr>
          <p:spPr>
            <a:xfrm>
              <a:off x="5062812" y="2406271"/>
              <a:ext cx="1406034" cy="875756"/>
            </a:xfrm>
            <a:custGeom>
              <a:rect b="b" l="l" r="r" t="t"/>
              <a:pathLst>
                <a:path extrusionOk="0" fill="none" h="52820" w="84803">
                  <a:moveTo>
                    <a:pt x="930" y="52820"/>
                  </a:moveTo>
                  <a:lnTo>
                    <a:pt x="930" y="52820"/>
                  </a:lnTo>
                  <a:lnTo>
                    <a:pt x="1461" y="52687"/>
                  </a:lnTo>
                  <a:lnTo>
                    <a:pt x="2124" y="52422"/>
                  </a:lnTo>
                  <a:lnTo>
                    <a:pt x="81618" y="6504"/>
                  </a:lnTo>
                  <a:lnTo>
                    <a:pt x="81618" y="6504"/>
                  </a:lnTo>
                  <a:lnTo>
                    <a:pt x="82281" y="6106"/>
                  </a:lnTo>
                  <a:lnTo>
                    <a:pt x="82812" y="5575"/>
                  </a:lnTo>
                  <a:lnTo>
                    <a:pt x="83476" y="4911"/>
                  </a:lnTo>
                  <a:lnTo>
                    <a:pt x="83874" y="4248"/>
                  </a:lnTo>
                  <a:lnTo>
                    <a:pt x="84272" y="3451"/>
                  </a:lnTo>
                  <a:lnTo>
                    <a:pt x="84537" y="2655"/>
                  </a:lnTo>
                  <a:lnTo>
                    <a:pt x="84803" y="1992"/>
                  </a:lnTo>
                  <a:lnTo>
                    <a:pt x="84803" y="1195"/>
                  </a:lnTo>
                  <a:lnTo>
                    <a:pt x="84803" y="1195"/>
                  </a:lnTo>
                  <a:lnTo>
                    <a:pt x="84670" y="532"/>
                  </a:lnTo>
                  <a:lnTo>
                    <a:pt x="84537" y="266"/>
                  </a:lnTo>
                  <a:lnTo>
                    <a:pt x="84405" y="1"/>
                  </a:lnTo>
                  <a:lnTo>
                    <a:pt x="84405" y="1"/>
                  </a:lnTo>
                  <a:lnTo>
                    <a:pt x="84007" y="1"/>
                  </a:lnTo>
                  <a:lnTo>
                    <a:pt x="84007" y="1"/>
                  </a:lnTo>
                  <a:lnTo>
                    <a:pt x="83476" y="1"/>
                  </a:lnTo>
                  <a:lnTo>
                    <a:pt x="82812" y="266"/>
                  </a:lnTo>
                  <a:lnTo>
                    <a:pt x="3053" y="46450"/>
                  </a:lnTo>
                  <a:lnTo>
                    <a:pt x="3053" y="46450"/>
                  </a:lnTo>
                  <a:lnTo>
                    <a:pt x="2390" y="46848"/>
                  </a:lnTo>
                  <a:lnTo>
                    <a:pt x="1859" y="47379"/>
                  </a:lnTo>
                  <a:lnTo>
                    <a:pt x="1328" y="48042"/>
                  </a:lnTo>
                  <a:lnTo>
                    <a:pt x="797" y="48706"/>
                  </a:lnTo>
                  <a:lnTo>
                    <a:pt x="399" y="49369"/>
                  </a:lnTo>
                  <a:lnTo>
                    <a:pt x="134" y="50166"/>
                  </a:lnTo>
                  <a:lnTo>
                    <a:pt x="1" y="50829"/>
                  </a:lnTo>
                  <a:lnTo>
                    <a:pt x="1" y="51493"/>
                  </a:lnTo>
                  <a:lnTo>
                    <a:pt x="1" y="51493"/>
                  </a:lnTo>
                  <a:lnTo>
                    <a:pt x="134" y="52156"/>
                  </a:lnTo>
                  <a:lnTo>
                    <a:pt x="266" y="52422"/>
                  </a:lnTo>
                  <a:lnTo>
                    <a:pt x="399" y="52687"/>
                  </a:lnTo>
                  <a:lnTo>
                    <a:pt x="399" y="52687"/>
                  </a:lnTo>
                  <a:lnTo>
                    <a:pt x="930" y="5282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8"/>
            <p:cNvSpPr/>
            <p:nvPr/>
          </p:nvSpPr>
          <p:spPr>
            <a:xfrm>
              <a:off x="5122218" y="3178600"/>
              <a:ext cx="37438" cy="50619"/>
            </a:xfrm>
            <a:custGeom>
              <a:rect b="b" l="l" r="r" t="t"/>
              <a:pathLst>
                <a:path extrusionOk="0" h="3053" w="2258">
                  <a:moveTo>
                    <a:pt x="1594" y="0"/>
                  </a:moveTo>
                  <a:lnTo>
                    <a:pt x="1063" y="266"/>
                  </a:lnTo>
                  <a:lnTo>
                    <a:pt x="665" y="531"/>
                  </a:lnTo>
                  <a:lnTo>
                    <a:pt x="266" y="1062"/>
                  </a:lnTo>
                  <a:lnTo>
                    <a:pt x="1" y="1726"/>
                  </a:lnTo>
                  <a:lnTo>
                    <a:pt x="1" y="2256"/>
                  </a:lnTo>
                  <a:lnTo>
                    <a:pt x="1" y="2787"/>
                  </a:lnTo>
                  <a:lnTo>
                    <a:pt x="266" y="3053"/>
                  </a:lnTo>
                  <a:lnTo>
                    <a:pt x="665" y="3053"/>
                  </a:lnTo>
                  <a:lnTo>
                    <a:pt x="1063" y="2920"/>
                  </a:lnTo>
                  <a:lnTo>
                    <a:pt x="1594" y="2522"/>
                  </a:lnTo>
                  <a:lnTo>
                    <a:pt x="1992" y="2124"/>
                  </a:lnTo>
                  <a:lnTo>
                    <a:pt x="2257" y="1460"/>
                  </a:lnTo>
                  <a:lnTo>
                    <a:pt x="2257" y="929"/>
                  </a:lnTo>
                  <a:lnTo>
                    <a:pt x="2257" y="398"/>
                  </a:lnTo>
                  <a:lnTo>
                    <a:pt x="1992" y="133"/>
                  </a:lnTo>
                  <a:lnTo>
                    <a:pt x="159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8"/>
            <p:cNvSpPr/>
            <p:nvPr/>
          </p:nvSpPr>
          <p:spPr>
            <a:xfrm>
              <a:off x="5122218" y="3178600"/>
              <a:ext cx="37438" cy="50619"/>
            </a:xfrm>
            <a:custGeom>
              <a:rect b="b" l="l" r="r" t="t"/>
              <a:pathLst>
                <a:path extrusionOk="0" h="3053" w="2258">
                  <a:moveTo>
                    <a:pt x="1594" y="0"/>
                  </a:moveTo>
                  <a:lnTo>
                    <a:pt x="1063" y="266"/>
                  </a:lnTo>
                  <a:lnTo>
                    <a:pt x="665" y="531"/>
                  </a:lnTo>
                  <a:lnTo>
                    <a:pt x="266" y="1062"/>
                  </a:lnTo>
                  <a:lnTo>
                    <a:pt x="1" y="1726"/>
                  </a:lnTo>
                  <a:lnTo>
                    <a:pt x="1" y="2256"/>
                  </a:lnTo>
                  <a:lnTo>
                    <a:pt x="1" y="2787"/>
                  </a:lnTo>
                  <a:lnTo>
                    <a:pt x="266" y="3053"/>
                  </a:lnTo>
                  <a:lnTo>
                    <a:pt x="665" y="3053"/>
                  </a:lnTo>
                  <a:lnTo>
                    <a:pt x="1063" y="2920"/>
                  </a:lnTo>
                  <a:lnTo>
                    <a:pt x="1594" y="2522"/>
                  </a:lnTo>
                  <a:lnTo>
                    <a:pt x="1992" y="2124"/>
                  </a:lnTo>
                  <a:lnTo>
                    <a:pt x="2257" y="1460"/>
                  </a:lnTo>
                  <a:lnTo>
                    <a:pt x="2257" y="929"/>
                  </a:lnTo>
                  <a:lnTo>
                    <a:pt x="2257" y="398"/>
                  </a:lnTo>
                  <a:lnTo>
                    <a:pt x="1992" y="133"/>
                  </a:lnTo>
                  <a:lnTo>
                    <a:pt x="159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8"/>
            <p:cNvSpPr/>
            <p:nvPr/>
          </p:nvSpPr>
          <p:spPr>
            <a:xfrm>
              <a:off x="5300453" y="3077380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1593" y="1"/>
                  </a:moveTo>
                  <a:lnTo>
                    <a:pt x="1062" y="133"/>
                  </a:lnTo>
                  <a:lnTo>
                    <a:pt x="664" y="531"/>
                  </a:lnTo>
                  <a:lnTo>
                    <a:pt x="266" y="1062"/>
                  </a:lnTo>
                  <a:lnTo>
                    <a:pt x="1" y="1593"/>
                  </a:lnTo>
                  <a:lnTo>
                    <a:pt x="1" y="2124"/>
                  </a:lnTo>
                  <a:lnTo>
                    <a:pt x="1" y="2655"/>
                  </a:lnTo>
                  <a:lnTo>
                    <a:pt x="266" y="2920"/>
                  </a:lnTo>
                  <a:lnTo>
                    <a:pt x="664" y="3053"/>
                  </a:lnTo>
                  <a:lnTo>
                    <a:pt x="1062" y="2788"/>
                  </a:lnTo>
                  <a:lnTo>
                    <a:pt x="1593" y="2522"/>
                  </a:lnTo>
                  <a:lnTo>
                    <a:pt x="1991" y="1991"/>
                  </a:lnTo>
                  <a:lnTo>
                    <a:pt x="2257" y="1328"/>
                  </a:lnTo>
                  <a:lnTo>
                    <a:pt x="2257" y="797"/>
                  </a:lnTo>
                  <a:lnTo>
                    <a:pt x="2257" y="266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8"/>
            <p:cNvSpPr/>
            <p:nvPr/>
          </p:nvSpPr>
          <p:spPr>
            <a:xfrm>
              <a:off x="5478688" y="2973970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1593" y="0"/>
                  </a:moveTo>
                  <a:lnTo>
                    <a:pt x="1062" y="133"/>
                  </a:lnTo>
                  <a:lnTo>
                    <a:pt x="664" y="531"/>
                  </a:lnTo>
                  <a:lnTo>
                    <a:pt x="266" y="1062"/>
                  </a:lnTo>
                  <a:lnTo>
                    <a:pt x="0" y="1593"/>
                  </a:lnTo>
                  <a:lnTo>
                    <a:pt x="0" y="2256"/>
                  </a:lnTo>
                  <a:lnTo>
                    <a:pt x="0" y="2654"/>
                  </a:lnTo>
                  <a:lnTo>
                    <a:pt x="266" y="2920"/>
                  </a:lnTo>
                  <a:lnTo>
                    <a:pt x="664" y="3053"/>
                  </a:lnTo>
                  <a:lnTo>
                    <a:pt x="1062" y="2920"/>
                  </a:lnTo>
                  <a:lnTo>
                    <a:pt x="1593" y="2522"/>
                  </a:lnTo>
                  <a:lnTo>
                    <a:pt x="1991" y="1991"/>
                  </a:lnTo>
                  <a:lnTo>
                    <a:pt x="2256" y="1460"/>
                  </a:lnTo>
                  <a:lnTo>
                    <a:pt x="2256" y="797"/>
                  </a:lnTo>
                  <a:lnTo>
                    <a:pt x="2256" y="398"/>
                  </a:lnTo>
                  <a:lnTo>
                    <a:pt x="1991" y="133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8"/>
            <p:cNvSpPr/>
            <p:nvPr/>
          </p:nvSpPr>
          <p:spPr>
            <a:xfrm>
              <a:off x="5656907" y="2870544"/>
              <a:ext cx="37421" cy="50635"/>
            </a:xfrm>
            <a:custGeom>
              <a:rect b="b" l="l" r="r" t="t"/>
              <a:pathLst>
                <a:path extrusionOk="0" h="3054" w="2257">
                  <a:moveTo>
                    <a:pt x="1593" y="1"/>
                  </a:moveTo>
                  <a:lnTo>
                    <a:pt x="1062" y="134"/>
                  </a:lnTo>
                  <a:lnTo>
                    <a:pt x="664" y="532"/>
                  </a:lnTo>
                  <a:lnTo>
                    <a:pt x="266" y="1063"/>
                  </a:lnTo>
                  <a:lnTo>
                    <a:pt x="1" y="1593"/>
                  </a:lnTo>
                  <a:lnTo>
                    <a:pt x="1" y="2257"/>
                  </a:lnTo>
                  <a:lnTo>
                    <a:pt x="1" y="2655"/>
                  </a:lnTo>
                  <a:lnTo>
                    <a:pt x="266" y="3053"/>
                  </a:lnTo>
                  <a:lnTo>
                    <a:pt x="664" y="3053"/>
                  </a:lnTo>
                  <a:lnTo>
                    <a:pt x="1062" y="2920"/>
                  </a:lnTo>
                  <a:lnTo>
                    <a:pt x="1593" y="2522"/>
                  </a:lnTo>
                  <a:lnTo>
                    <a:pt x="1991" y="1992"/>
                  </a:lnTo>
                  <a:lnTo>
                    <a:pt x="2257" y="1461"/>
                  </a:lnTo>
                  <a:lnTo>
                    <a:pt x="2257" y="930"/>
                  </a:lnTo>
                  <a:lnTo>
                    <a:pt x="2257" y="399"/>
                  </a:lnTo>
                  <a:lnTo>
                    <a:pt x="1991" y="134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8"/>
            <p:cNvSpPr/>
            <p:nvPr/>
          </p:nvSpPr>
          <p:spPr>
            <a:xfrm>
              <a:off x="5835142" y="2767135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1593" y="0"/>
                  </a:moveTo>
                  <a:lnTo>
                    <a:pt x="1062" y="266"/>
                  </a:lnTo>
                  <a:lnTo>
                    <a:pt x="664" y="531"/>
                  </a:lnTo>
                  <a:lnTo>
                    <a:pt x="266" y="1062"/>
                  </a:lnTo>
                  <a:lnTo>
                    <a:pt x="0" y="1726"/>
                  </a:lnTo>
                  <a:lnTo>
                    <a:pt x="0" y="2257"/>
                  </a:lnTo>
                  <a:lnTo>
                    <a:pt x="0" y="2787"/>
                  </a:lnTo>
                  <a:lnTo>
                    <a:pt x="266" y="3053"/>
                  </a:lnTo>
                  <a:lnTo>
                    <a:pt x="664" y="3053"/>
                  </a:lnTo>
                  <a:lnTo>
                    <a:pt x="1062" y="2920"/>
                  </a:lnTo>
                  <a:lnTo>
                    <a:pt x="1593" y="2522"/>
                  </a:lnTo>
                  <a:lnTo>
                    <a:pt x="1991" y="2124"/>
                  </a:lnTo>
                  <a:lnTo>
                    <a:pt x="2256" y="1460"/>
                  </a:lnTo>
                  <a:lnTo>
                    <a:pt x="2256" y="929"/>
                  </a:lnTo>
                  <a:lnTo>
                    <a:pt x="2256" y="399"/>
                  </a:lnTo>
                  <a:lnTo>
                    <a:pt x="1991" y="133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8"/>
            <p:cNvSpPr/>
            <p:nvPr/>
          </p:nvSpPr>
          <p:spPr>
            <a:xfrm>
              <a:off x="6013360" y="2665914"/>
              <a:ext cx="37421" cy="50635"/>
            </a:xfrm>
            <a:custGeom>
              <a:rect b="b" l="l" r="r" t="t"/>
              <a:pathLst>
                <a:path extrusionOk="0" h="3054" w="2257">
                  <a:moveTo>
                    <a:pt x="1593" y="1"/>
                  </a:moveTo>
                  <a:lnTo>
                    <a:pt x="1062" y="133"/>
                  </a:lnTo>
                  <a:lnTo>
                    <a:pt x="664" y="532"/>
                  </a:lnTo>
                  <a:lnTo>
                    <a:pt x="266" y="1062"/>
                  </a:lnTo>
                  <a:lnTo>
                    <a:pt x="1" y="1593"/>
                  </a:lnTo>
                  <a:lnTo>
                    <a:pt x="1" y="2124"/>
                  </a:lnTo>
                  <a:lnTo>
                    <a:pt x="1" y="2655"/>
                  </a:lnTo>
                  <a:lnTo>
                    <a:pt x="266" y="2920"/>
                  </a:lnTo>
                  <a:lnTo>
                    <a:pt x="664" y="3053"/>
                  </a:lnTo>
                  <a:lnTo>
                    <a:pt x="1062" y="2788"/>
                  </a:lnTo>
                  <a:lnTo>
                    <a:pt x="1593" y="2522"/>
                  </a:lnTo>
                  <a:lnTo>
                    <a:pt x="1991" y="1991"/>
                  </a:lnTo>
                  <a:lnTo>
                    <a:pt x="2257" y="1328"/>
                  </a:lnTo>
                  <a:lnTo>
                    <a:pt x="2257" y="797"/>
                  </a:lnTo>
                  <a:lnTo>
                    <a:pt x="2257" y="266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8"/>
            <p:cNvSpPr/>
            <p:nvPr/>
          </p:nvSpPr>
          <p:spPr>
            <a:xfrm>
              <a:off x="6191595" y="2562504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1593" y="0"/>
                  </a:moveTo>
                  <a:lnTo>
                    <a:pt x="1062" y="133"/>
                  </a:lnTo>
                  <a:lnTo>
                    <a:pt x="664" y="531"/>
                  </a:lnTo>
                  <a:lnTo>
                    <a:pt x="266" y="1062"/>
                  </a:lnTo>
                  <a:lnTo>
                    <a:pt x="0" y="1593"/>
                  </a:lnTo>
                  <a:lnTo>
                    <a:pt x="0" y="2256"/>
                  </a:lnTo>
                  <a:lnTo>
                    <a:pt x="0" y="2655"/>
                  </a:lnTo>
                  <a:lnTo>
                    <a:pt x="266" y="2920"/>
                  </a:lnTo>
                  <a:lnTo>
                    <a:pt x="664" y="3053"/>
                  </a:lnTo>
                  <a:lnTo>
                    <a:pt x="1062" y="2920"/>
                  </a:lnTo>
                  <a:lnTo>
                    <a:pt x="1593" y="2522"/>
                  </a:lnTo>
                  <a:lnTo>
                    <a:pt x="1991" y="1991"/>
                  </a:lnTo>
                  <a:lnTo>
                    <a:pt x="2256" y="1460"/>
                  </a:lnTo>
                  <a:lnTo>
                    <a:pt x="2256" y="797"/>
                  </a:lnTo>
                  <a:lnTo>
                    <a:pt x="2256" y="399"/>
                  </a:lnTo>
                  <a:lnTo>
                    <a:pt x="1991" y="133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8"/>
            <p:cNvSpPr/>
            <p:nvPr/>
          </p:nvSpPr>
          <p:spPr>
            <a:xfrm>
              <a:off x="6369814" y="2459078"/>
              <a:ext cx="37421" cy="50635"/>
            </a:xfrm>
            <a:custGeom>
              <a:rect b="b" l="l" r="r" t="t"/>
              <a:pathLst>
                <a:path extrusionOk="0" h="3054" w="2257">
                  <a:moveTo>
                    <a:pt x="1593" y="1"/>
                  </a:moveTo>
                  <a:lnTo>
                    <a:pt x="1063" y="134"/>
                  </a:lnTo>
                  <a:lnTo>
                    <a:pt x="664" y="532"/>
                  </a:lnTo>
                  <a:lnTo>
                    <a:pt x="266" y="1063"/>
                  </a:lnTo>
                  <a:lnTo>
                    <a:pt x="1" y="1594"/>
                  </a:lnTo>
                  <a:lnTo>
                    <a:pt x="1" y="2257"/>
                  </a:lnTo>
                  <a:lnTo>
                    <a:pt x="1" y="2655"/>
                  </a:lnTo>
                  <a:lnTo>
                    <a:pt x="266" y="3053"/>
                  </a:lnTo>
                  <a:lnTo>
                    <a:pt x="664" y="3053"/>
                  </a:lnTo>
                  <a:lnTo>
                    <a:pt x="1063" y="2921"/>
                  </a:lnTo>
                  <a:lnTo>
                    <a:pt x="1593" y="2522"/>
                  </a:lnTo>
                  <a:lnTo>
                    <a:pt x="1992" y="1992"/>
                  </a:lnTo>
                  <a:lnTo>
                    <a:pt x="2257" y="1461"/>
                  </a:lnTo>
                  <a:lnTo>
                    <a:pt x="2257" y="930"/>
                  </a:lnTo>
                  <a:lnTo>
                    <a:pt x="2257" y="399"/>
                  </a:lnTo>
                  <a:lnTo>
                    <a:pt x="1992" y="134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8"/>
            <p:cNvSpPr/>
            <p:nvPr/>
          </p:nvSpPr>
          <p:spPr>
            <a:xfrm>
              <a:off x="5210242" y="3108185"/>
              <a:ext cx="17625" cy="11026"/>
            </a:xfrm>
            <a:custGeom>
              <a:rect b="b" l="l" r="r" t="t"/>
              <a:pathLst>
                <a:path extrusionOk="0" h="665" w="1063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062" y="133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8"/>
            <p:cNvSpPr/>
            <p:nvPr/>
          </p:nvSpPr>
          <p:spPr>
            <a:xfrm>
              <a:off x="5210242" y="3086184"/>
              <a:ext cx="17625" cy="33027"/>
            </a:xfrm>
            <a:custGeom>
              <a:rect b="b" l="l" r="r" t="t"/>
              <a:pathLst>
                <a:path extrusionOk="0" fill="none" h="1992" w="1063">
                  <a:moveTo>
                    <a:pt x="1062" y="0"/>
                  </a:moveTo>
                  <a:lnTo>
                    <a:pt x="1062" y="133"/>
                  </a:lnTo>
                  <a:lnTo>
                    <a:pt x="1062" y="1460"/>
                  </a:lnTo>
                  <a:lnTo>
                    <a:pt x="0" y="1991"/>
                  </a:lnTo>
                  <a:lnTo>
                    <a:pt x="0" y="1991"/>
                  </a:lnTo>
                  <a:lnTo>
                    <a:pt x="1062" y="1328"/>
                  </a:lnTo>
                  <a:lnTo>
                    <a:pt x="106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8"/>
            <p:cNvSpPr/>
            <p:nvPr/>
          </p:nvSpPr>
          <p:spPr>
            <a:xfrm>
              <a:off x="5210242" y="3108185"/>
              <a:ext cx="17625" cy="11026"/>
            </a:xfrm>
            <a:custGeom>
              <a:rect b="b" l="l" r="r" t="t"/>
              <a:pathLst>
                <a:path extrusionOk="0" h="665" w="1063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8"/>
            <p:cNvSpPr/>
            <p:nvPr/>
          </p:nvSpPr>
          <p:spPr>
            <a:xfrm>
              <a:off x="5210242" y="3108185"/>
              <a:ext cx="17625" cy="11026"/>
            </a:xfrm>
            <a:custGeom>
              <a:rect b="b" l="l" r="r" t="t"/>
              <a:pathLst>
                <a:path extrusionOk="0" fill="none" h="665" w="1063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8"/>
            <p:cNvSpPr/>
            <p:nvPr/>
          </p:nvSpPr>
          <p:spPr>
            <a:xfrm>
              <a:off x="5208036" y="3097193"/>
              <a:ext cx="2222" cy="2205"/>
            </a:xfrm>
            <a:custGeom>
              <a:rect b="b" l="l" r="r" t="t"/>
              <a:pathLst>
                <a:path extrusionOk="0" h="133" w="134">
                  <a:moveTo>
                    <a:pt x="133" y="0"/>
                  </a:moveTo>
                  <a:lnTo>
                    <a:pt x="1" y="133"/>
                  </a:lnTo>
                  <a:lnTo>
                    <a:pt x="1" y="133"/>
                  </a:lnTo>
                  <a:lnTo>
                    <a:pt x="133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8"/>
            <p:cNvSpPr/>
            <p:nvPr/>
          </p:nvSpPr>
          <p:spPr>
            <a:xfrm>
              <a:off x="5208036" y="3097193"/>
              <a:ext cx="2222" cy="2205"/>
            </a:xfrm>
            <a:custGeom>
              <a:rect b="b" l="l" r="r" t="t"/>
              <a:pathLst>
                <a:path extrusionOk="0" fill="none" h="133" w="134">
                  <a:moveTo>
                    <a:pt x="133" y="0"/>
                  </a:moveTo>
                  <a:lnTo>
                    <a:pt x="1" y="133"/>
                  </a:lnTo>
                  <a:lnTo>
                    <a:pt x="1" y="133"/>
                  </a:lnTo>
                  <a:lnTo>
                    <a:pt x="133" y="0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8"/>
            <p:cNvSpPr/>
            <p:nvPr/>
          </p:nvSpPr>
          <p:spPr>
            <a:xfrm>
              <a:off x="5208036" y="3088389"/>
              <a:ext cx="19830" cy="33011"/>
            </a:xfrm>
            <a:custGeom>
              <a:rect b="b" l="l" r="r" t="t"/>
              <a:pathLst>
                <a:path extrusionOk="0" h="1991" w="1196">
                  <a:moveTo>
                    <a:pt x="1195" y="0"/>
                  </a:moveTo>
                  <a:lnTo>
                    <a:pt x="133" y="531"/>
                  </a:lnTo>
                  <a:lnTo>
                    <a:pt x="1" y="664"/>
                  </a:lnTo>
                  <a:lnTo>
                    <a:pt x="1" y="1991"/>
                  </a:lnTo>
                  <a:lnTo>
                    <a:pt x="133" y="1858"/>
                  </a:lnTo>
                  <a:lnTo>
                    <a:pt x="1195" y="132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8"/>
            <p:cNvSpPr/>
            <p:nvPr/>
          </p:nvSpPr>
          <p:spPr>
            <a:xfrm>
              <a:off x="5208036" y="3088389"/>
              <a:ext cx="19830" cy="33011"/>
            </a:xfrm>
            <a:custGeom>
              <a:rect b="b" l="l" r="r" t="t"/>
              <a:pathLst>
                <a:path extrusionOk="0" fill="none" h="1991" w="1196">
                  <a:moveTo>
                    <a:pt x="1195" y="0"/>
                  </a:moveTo>
                  <a:lnTo>
                    <a:pt x="133" y="531"/>
                  </a:lnTo>
                  <a:lnTo>
                    <a:pt x="1" y="664"/>
                  </a:lnTo>
                  <a:lnTo>
                    <a:pt x="1" y="1991"/>
                  </a:lnTo>
                  <a:lnTo>
                    <a:pt x="133" y="1858"/>
                  </a:lnTo>
                  <a:lnTo>
                    <a:pt x="1195" y="1327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8"/>
            <p:cNvSpPr/>
            <p:nvPr/>
          </p:nvSpPr>
          <p:spPr>
            <a:xfrm>
              <a:off x="5384066" y="2984963"/>
              <a:ext cx="19813" cy="11026"/>
            </a:xfrm>
            <a:custGeom>
              <a:rect b="b" l="l" r="r" t="t"/>
              <a:pathLst>
                <a:path extrusionOk="0" h="665" w="1195">
                  <a:moveTo>
                    <a:pt x="1195" y="1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195" y="1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8"/>
            <p:cNvSpPr/>
            <p:nvPr/>
          </p:nvSpPr>
          <p:spPr>
            <a:xfrm>
              <a:off x="5384066" y="2984963"/>
              <a:ext cx="19813" cy="11026"/>
            </a:xfrm>
            <a:custGeom>
              <a:rect b="b" l="l" r="r" t="t"/>
              <a:pathLst>
                <a:path extrusionOk="0" fill="none" h="665" w="1195">
                  <a:moveTo>
                    <a:pt x="1195" y="1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195" y="1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8"/>
            <p:cNvSpPr/>
            <p:nvPr/>
          </p:nvSpPr>
          <p:spPr>
            <a:xfrm>
              <a:off x="5384066" y="2984963"/>
              <a:ext cx="19813" cy="33027"/>
            </a:xfrm>
            <a:custGeom>
              <a:rect b="b" l="l" r="r" t="t"/>
              <a:pathLst>
                <a:path extrusionOk="0" h="1992" w="1195">
                  <a:moveTo>
                    <a:pt x="1195" y="1"/>
                  </a:moveTo>
                  <a:lnTo>
                    <a:pt x="1" y="664"/>
                  </a:lnTo>
                  <a:lnTo>
                    <a:pt x="1" y="1991"/>
                  </a:lnTo>
                  <a:lnTo>
                    <a:pt x="1195" y="1328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8"/>
            <p:cNvSpPr/>
            <p:nvPr/>
          </p:nvSpPr>
          <p:spPr>
            <a:xfrm>
              <a:off x="5384066" y="2984963"/>
              <a:ext cx="19813" cy="33027"/>
            </a:xfrm>
            <a:custGeom>
              <a:rect b="b" l="l" r="r" t="t"/>
              <a:pathLst>
                <a:path extrusionOk="0" fill="none" h="1992" w="1195">
                  <a:moveTo>
                    <a:pt x="1195" y="1"/>
                  </a:moveTo>
                  <a:lnTo>
                    <a:pt x="1" y="664"/>
                  </a:lnTo>
                  <a:lnTo>
                    <a:pt x="1" y="1991"/>
                  </a:lnTo>
                  <a:lnTo>
                    <a:pt x="1195" y="1328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8"/>
            <p:cNvSpPr/>
            <p:nvPr/>
          </p:nvSpPr>
          <p:spPr>
            <a:xfrm>
              <a:off x="5562301" y="2883758"/>
              <a:ext cx="19813" cy="11009"/>
            </a:xfrm>
            <a:custGeom>
              <a:rect b="b" l="l" r="r" t="t"/>
              <a:pathLst>
                <a:path extrusionOk="0" h="664" w="1195">
                  <a:moveTo>
                    <a:pt x="1194" y="0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194" y="0"/>
                  </a:lnTo>
                  <a:lnTo>
                    <a:pt x="1194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8"/>
            <p:cNvSpPr/>
            <p:nvPr/>
          </p:nvSpPr>
          <p:spPr>
            <a:xfrm>
              <a:off x="5562301" y="2883758"/>
              <a:ext cx="19813" cy="11009"/>
            </a:xfrm>
            <a:custGeom>
              <a:rect b="b" l="l" r="r" t="t"/>
              <a:pathLst>
                <a:path extrusionOk="0" fill="none" h="664" w="1195">
                  <a:moveTo>
                    <a:pt x="1194" y="0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194" y="0"/>
                  </a:lnTo>
                  <a:lnTo>
                    <a:pt x="11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8"/>
            <p:cNvSpPr/>
            <p:nvPr/>
          </p:nvSpPr>
          <p:spPr>
            <a:xfrm>
              <a:off x="5562301" y="2883758"/>
              <a:ext cx="19813" cy="33011"/>
            </a:xfrm>
            <a:custGeom>
              <a:rect b="b" l="l" r="r" t="t"/>
              <a:pathLst>
                <a:path extrusionOk="0" h="1991" w="1195">
                  <a:moveTo>
                    <a:pt x="1194" y="0"/>
                  </a:moveTo>
                  <a:lnTo>
                    <a:pt x="0" y="664"/>
                  </a:lnTo>
                  <a:lnTo>
                    <a:pt x="0" y="1991"/>
                  </a:lnTo>
                  <a:lnTo>
                    <a:pt x="1194" y="1327"/>
                  </a:lnTo>
                  <a:lnTo>
                    <a:pt x="1194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8"/>
            <p:cNvSpPr/>
            <p:nvPr/>
          </p:nvSpPr>
          <p:spPr>
            <a:xfrm>
              <a:off x="5562301" y="2883758"/>
              <a:ext cx="19813" cy="33011"/>
            </a:xfrm>
            <a:custGeom>
              <a:rect b="b" l="l" r="r" t="t"/>
              <a:pathLst>
                <a:path extrusionOk="0" fill="none" h="1991" w="1195">
                  <a:moveTo>
                    <a:pt x="1194" y="0"/>
                  </a:moveTo>
                  <a:lnTo>
                    <a:pt x="0" y="664"/>
                  </a:lnTo>
                  <a:lnTo>
                    <a:pt x="0" y="1991"/>
                  </a:lnTo>
                  <a:lnTo>
                    <a:pt x="1194" y="1327"/>
                  </a:lnTo>
                  <a:lnTo>
                    <a:pt x="11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8"/>
            <p:cNvSpPr/>
            <p:nvPr/>
          </p:nvSpPr>
          <p:spPr>
            <a:xfrm>
              <a:off x="5738315" y="2780332"/>
              <a:ext cx="19830" cy="11026"/>
            </a:xfrm>
            <a:custGeom>
              <a:rect b="b" l="l" r="r" t="t"/>
              <a:pathLst>
                <a:path extrusionOk="0" h="665" w="1196">
                  <a:moveTo>
                    <a:pt x="1195" y="1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195" y="1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8"/>
            <p:cNvSpPr/>
            <p:nvPr/>
          </p:nvSpPr>
          <p:spPr>
            <a:xfrm>
              <a:off x="5738315" y="2780332"/>
              <a:ext cx="19830" cy="11026"/>
            </a:xfrm>
            <a:custGeom>
              <a:rect b="b" l="l" r="r" t="t"/>
              <a:pathLst>
                <a:path extrusionOk="0" fill="none" h="665" w="1196">
                  <a:moveTo>
                    <a:pt x="1195" y="1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195" y="1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8"/>
            <p:cNvSpPr/>
            <p:nvPr/>
          </p:nvSpPr>
          <p:spPr>
            <a:xfrm>
              <a:off x="5738315" y="2780332"/>
              <a:ext cx="19830" cy="33027"/>
            </a:xfrm>
            <a:custGeom>
              <a:rect b="b" l="l" r="r" t="t"/>
              <a:pathLst>
                <a:path extrusionOk="0" h="1992" w="1196">
                  <a:moveTo>
                    <a:pt x="1195" y="1"/>
                  </a:moveTo>
                  <a:lnTo>
                    <a:pt x="1" y="664"/>
                  </a:lnTo>
                  <a:lnTo>
                    <a:pt x="1" y="1991"/>
                  </a:lnTo>
                  <a:lnTo>
                    <a:pt x="1195" y="1328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8"/>
            <p:cNvSpPr/>
            <p:nvPr/>
          </p:nvSpPr>
          <p:spPr>
            <a:xfrm>
              <a:off x="5738315" y="2780332"/>
              <a:ext cx="19830" cy="33027"/>
            </a:xfrm>
            <a:custGeom>
              <a:rect b="b" l="l" r="r" t="t"/>
              <a:pathLst>
                <a:path extrusionOk="0" fill="none" h="1992" w="1196">
                  <a:moveTo>
                    <a:pt x="1195" y="1"/>
                  </a:moveTo>
                  <a:lnTo>
                    <a:pt x="1" y="664"/>
                  </a:lnTo>
                  <a:lnTo>
                    <a:pt x="1" y="1991"/>
                  </a:lnTo>
                  <a:lnTo>
                    <a:pt x="1195" y="1328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8"/>
            <p:cNvSpPr/>
            <p:nvPr/>
          </p:nvSpPr>
          <p:spPr>
            <a:xfrm>
              <a:off x="5916550" y="2676923"/>
              <a:ext cx="19813" cy="13214"/>
            </a:xfrm>
            <a:custGeom>
              <a:rect b="b" l="l" r="r" t="t"/>
              <a:pathLst>
                <a:path extrusionOk="0" h="797" w="1195">
                  <a:moveTo>
                    <a:pt x="1195" y="0"/>
                  </a:moveTo>
                  <a:lnTo>
                    <a:pt x="0" y="797"/>
                  </a:lnTo>
                  <a:lnTo>
                    <a:pt x="0" y="797"/>
                  </a:lnTo>
                  <a:lnTo>
                    <a:pt x="1195" y="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8"/>
            <p:cNvSpPr/>
            <p:nvPr/>
          </p:nvSpPr>
          <p:spPr>
            <a:xfrm>
              <a:off x="5916550" y="2676923"/>
              <a:ext cx="19813" cy="13214"/>
            </a:xfrm>
            <a:custGeom>
              <a:rect b="b" l="l" r="r" t="t"/>
              <a:pathLst>
                <a:path extrusionOk="0" fill="none" h="797" w="1195">
                  <a:moveTo>
                    <a:pt x="1195" y="0"/>
                  </a:moveTo>
                  <a:lnTo>
                    <a:pt x="0" y="797"/>
                  </a:lnTo>
                  <a:lnTo>
                    <a:pt x="0" y="797"/>
                  </a:lnTo>
                  <a:lnTo>
                    <a:pt x="1195" y="0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8"/>
            <p:cNvSpPr/>
            <p:nvPr/>
          </p:nvSpPr>
          <p:spPr>
            <a:xfrm>
              <a:off x="5916550" y="2676923"/>
              <a:ext cx="19813" cy="35216"/>
            </a:xfrm>
            <a:custGeom>
              <a:rect b="b" l="l" r="r" t="t"/>
              <a:pathLst>
                <a:path extrusionOk="0" h="2124" w="1195">
                  <a:moveTo>
                    <a:pt x="1195" y="0"/>
                  </a:moveTo>
                  <a:lnTo>
                    <a:pt x="0" y="797"/>
                  </a:lnTo>
                  <a:lnTo>
                    <a:pt x="0" y="2124"/>
                  </a:lnTo>
                  <a:lnTo>
                    <a:pt x="1195" y="146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8"/>
            <p:cNvSpPr/>
            <p:nvPr/>
          </p:nvSpPr>
          <p:spPr>
            <a:xfrm>
              <a:off x="5916550" y="2676923"/>
              <a:ext cx="19813" cy="35216"/>
            </a:xfrm>
            <a:custGeom>
              <a:rect b="b" l="l" r="r" t="t"/>
              <a:pathLst>
                <a:path extrusionOk="0" fill="none" h="2124" w="1195">
                  <a:moveTo>
                    <a:pt x="1195" y="0"/>
                  </a:moveTo>
                  <a:lnTo>
                    <a:pt x="0" y="797"/>
                  </a:lnTo>
                  <a:lnTo>
                    <a:pt x="0" y="2124"/>
                  </a:lnTo>
                  <a:lnTo>
                    <a:pt x="1195" y="1460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8"/>
            <p:cNvSpPr/>
            <p:nvPr/>
          </p:nvSpPr>
          <p:spPr>
            <a:xfrm>
              <a:off x="6094785" y="2575702"/>
              <a:ext cx="17608" cy="11026"/>
            </a:xfrm>
            <a:custGeom>
              <a:rect b="b" l="l" r="r" t="t"/>
              <a:pathLst>
                <a:path extrusionOk="0" h="665" w="1062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8"/>
            <p:cNvSpPr/>
            <p:nvPr/>
          </p:nvSpPr>
          <p:spPr>
            <a:xfrm>
              <a:off x="6094785" y="2575702"/>
              <a:ext cx="17608" cy="11026"/>
            </a:xfrm>
            <a:custGeom>
              <a:rect b="b" l="l" r="r" t="t"/>
              <a:pathLst>
                <a:path extrusionOk="0" fill="none" h="665" w="1062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8"/>
            <p:cNvSpPr/>
            <p:nvPr/>
          </p:nvSpPr>
          <p:spPr>
            <a:xfrm>
              <a:off x="6094785" y="2575702"/>
              <a:ext cx="17608" cy="33027"/>
            </a:xfrm>
            <a:custGeom>
              <a:rect b="b" l="l" r="r" t="t"/>
              <a:pathLst>
                <a:path extrusionOk="0" h="1992" w="1062">
                  <a:moveTo>
                    <a:pt x="1062" y="1"/>
                  </a:moveTo>
                  <a:lnTo>
                    <a:pt x="0" y="664"/>
                  </a:lnTo>
                  <a:lnTo>
                    <a:pt x="0" y="1991"/>
                  </a:lnTo>
                  <a:lnTo>
                    <a:pt x="1062" y="1328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8"/>
            <p:cNvSpPr/>
            <p:nvPr/>
          </p:nvSpPr>
          <p:spPr>
            <a:xfrm>
              <a:off x="6094785" y="2575702"/>
              <a:ext cx="17608" cy="33027"/>
            </a:xfrm>
            <a:custGeom>
              <a:rect b="b" l="l" r="r" t="t"/>
              <a:pathLst>
                <a:path extrusionOk="0" fill="none" h="1992" w="1062">
                  <a:moveTo>
                    <a:pt x="1062" y="1"/>
                  </a:moveTo>
                  <a:lnTo>
                    <a:pt x="0" y="664"/>
                  </a:lnTo>
                  <a:lnTo>
                    <a:pt x="0" y="1991"/>
                  </a:lnTo>
                  <a:lnTo>
                    <a:pt x="1062" y="1328"/>
                  </a:lnTo>
                  <a:lnTo>
                    <a:pt x="10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8"/>
            <p:cNvSpPr/>
            <p:nvPr/>
          </p:nvSpPr>
          <p:spPr>
            <a:xfrm>
              <a:off x="6270798" y="2472292"/>
              <a:ext cx="19830" cy="13214"/>
            </a:xfrm>
            <a:custGeom>
              <a:rect b="b" l="l" r="r" t="t"/>
              <a:pathLst>
                <a:path extrusionOk="0" h="797" w="1196">
                  <a:moveTo>
                    <a:pt x="1195" y="0"/>
                  </a:moveTo>
                  <a:lnTo>
                    <a:pt x="1" y="797"/>
                  </a:lnTo>
                  <a:lnTo>
                    <a:pt x="1195" y="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8"/>
            <p:cNvSpPr/>
            <p:nvPr/>
          </p:nvSpPr>
          <p:spPr>
            <a:xfrm>
              <a:off x="6270798" y="2472292"/>
              <a:ext cx="19830" cy="13214"/>
            </a:xfrm>
            <a:custGeom>
              <a:rect b="b" l="l" r="r" t="t"/>
              <a:pathLst>
                <a:path extrusionOk="0" fill="none" h="797" w="1196">
                  <a:moveTo>
                    <a:pt x="1195" y="0"/>
                  </a:moveTo>
                  <a:lnTo>
                    <a:pt x="1" y="797"/>
                  </a:lnTo>
                  <a:lnTo>
                    <a:pt x="1195" y="0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8"/>
            <p:cNvSpPr/>
            <p:nvPr/>
          </p:nvSpPr>
          <p:spPr>
            <a:xfrm>
              <a:off x="6270798" y="2472292"/>
              <a:ext cx="19830" cy="35216"/>
            </a:xfrm>
            <a:custGeom>
              <a:rect b="b" l="l" r="r" t="t"/>
              <a:pathLst>
                <a:path extrusionOk="0" h="2124" w="1196">
                  <a:moveTo>
                    <a:pt x="1195" y="0"/>
                  </a:moveTo>
                  <a:lnTo>
                    <a:pt x="1" y="797"/>
                  </a:lnTo>
                  <a:lnTo>
                    <a:pt x="1" y="2124"/>
                  </a:lnTo>
                  <a:lnTo>
                    <a:pt x="1195" y="146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8"/>
            <p:cNvSpPr/>
            <p:nvPr/>
          </p:nvSpPr>
          <p:spPr>
            <a:xfrm>
              <a:off x="6270798" y="2472292"/>
              <a:ext cx="19830" cy="35216"/>
            </a:xfrm>
            <a:custGeom>
              <a:rect b="b" l="l" r="r" t="t"/>
              <a:pathLst>
                <a:path extrusionOk="0" fill="none" h="2124" w="1196">
                  <a:moveTo>
                    <a:pt x="1195" y="0"/>
                  </a:moveTo>
                  <a:lnTo>
                    <a:pt x="1" y="797"/>
                  </a:lnTo>
                  <a:lnTo>
                    <a:pt x="1" y="2124"/>
                  </a:lnTo>
                  <a:lnTo>
                    <a:pt x="1195" y="1460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8"/>
            <p:cNvSpPr/>
            <p:nvPr/>
          </p:nvSpPr>
          <p:spPr>
            <a:xfrm>
              <a:off x="4836180" y="2859551"/>
              <a:ext cx="2222" cy="2222"/>
            </a:xfrm>
            <a:custGeom>
              <a:rect b="b" l="l" r="r" t="t"/>
              <a:pathLst>
                <a:path extrusionOk="0" h="134" w="134">
                  <a:moveTo>
                    <a:pt x="133" y="0"/>
                  </a:moveTo>
                  <a:lnTo>
                    <a:pt x="1" y="133"/>
                  </a:lnTo>
                  <a:lnTo>
                    <a:pt x="1" y="133"/>
                  </a:lnTo>
                  <a:lnTo>
                    <a:pt x="133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8"/>
            <p:cNvSpPr/>
            <p:nvPr/>
          </p:nvSpPr>
          <p:spPr>
            <a:xfrm>
              <a:off x="4836180" y="2859551"/>
              <a:ext cx="2222" cy="2222"/>
            </a:xfrm>
            <a:custGeom>
              <a:rect b="b" l="l" r="r" t="t"/>
              <a:pathLst>
                <a:path extrusionOk="0" fill="none" h="134" w="134">
                  <a:moveTo>
                    <a:pt x="133" y="0"/>
                  </a:moveTo>
                  <a:lnTo>
                    <a:pt x="1" y="133"/>
                  </a:lnTo>
                  <a:lnTo>
                    <a:pt x="1" y="133"/>
                  </a:lnTo>
                  <a:lnTo>
                    <a:pt x="133" y="0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8"/>
            <p:cNvSpPr/>
            <p:nvPr/>
          </p:nvSpPr>
          <p:spPr>
            <a:xfrm>
              <a:off x="4836180" y="2859551"/>
              <a:ext cx="391686" cy="228854"/>
            </a:xfrm>
            <a:custGeom>
              <a:rect b="b" l="l" r="r" t="t"/>
              <a:pathLst>
                <a:path extrusionOk="0" h="13803" w="23624">
                  <a:moveTo>
                    <a:pt x="133" y="0"/>
                  </a:moveTo>
                  <a:lnTo>
                    <a:pt x="1" y="133"/>
                  </a:lnTo>
                  <a:lnTo>
                    <a:pt x="23623" y="13802"/>
                  </a:lnTo>
                  <a:lnTo>
                    <a:pt x="23623" y="13669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8"/>
            <p:cNvSpPr/>
            <p:nvPr/>
          </p:nvSpPr>
          <p:spPr>
            <a:xfrm>
              <a:off x="4836180" y="2859551"/>
              <a:ext cx="391686" cy="237658"/>
            </a:xfrm>
            <a:custGeom>
              <a:rect b="b" l="l" r="r" t="t"/>
              <a:pathLst>
                <a:path extrusionOk="0" fill="none" h="14334" w="23624">
                  <a:moveTo>
                    <a:pt x="133" y="0"/>
                  </a:moveTo>
                  <a:lnTo>
                    <a:pt x="1" y="133"/>
                  </a:lnTo>
                  <a:lnTo>
                    <a:pt x="23623" y="13802"/>
                  </a:lnTo>
                  <a:lnTo>
                    <a:pt x="22561" y="14333"/>
                  </a:lnTo>
                  <a:lnTo>
                    <a:pt x="23623" y="13802"/>
                  </a:lnTo>
                  <a:lnTo>
                    <a:pt x="23623" y="13802"/>
                  </a:lnTo>
                  <a:lnTo>
                    <a:pt x="23623" y="13669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58"/>
            <p:cNvSpPr/>
            <p:nvPr/>
          </p:nvSpPr>
          <p:spPr>
            <a:xfrm>
              <a:off x="5227849" y="3086184"/>
              <a:ext cx="17" cy="2222"/>
            </a:xfrm>
            <a:custGeom>
              <a:rect b="b" l="l" r="r" t="t"/>
              <a:pathLst>
                <a:path extrusionOk="0" h="134" w="1">
                  <a:moveTo>
                    <a:pt x="0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58"/>
            <p:cNvSpPr/>
            <p:nvPr/>
          </p:nvSpPr>
          <p:spPr>
            <a:xfrm>
              <a:off x="5227849" y="3086184"/>
              <a:ext cx="17" cy="2222"/>
            </a:xfrm>
            <a:custGeom>
              <a:rect b="b" l="l" r="r" t="t"/>
              <a:pathLst>
                <a:path extrusionOk="0" fill="none" h="134" w="1">
                  <a:moveTo>
                    <a:pt x="0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8"/>
            <p:cNvSpPr/>
            <p:nvPr/>
          </p:nvSpPr>
          <p:spPr>
            <a:xfrm>
              <a:off x="5210242" y="3088389"/>
              <a:ext cx="17625" cy="8821"/>
            </a:xfrm>
            <a:custGeom>
              <a:rect b="b" l="l" r="r" t="t"/>
              <a:pathLst>
                <a:path extrusionOk="0" h="532" w="1063">
                  <a:moveTo>
                    <a:pt x="1062" y="0"/>
                  </a:moveTo>
                  <a:lnTo>
                    <a:pt x="0" y="531"/>
                  </a:lnTo>
                  <a:lnTo>
                    <a:pt x="0" y="531"/>
                  </a:lnTo>
                  <a:lnTo>
                    <a:pt x="1062" y="0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8"/>
            <p:cNvSpPr/>
            <p:nvPr/>
          </p:nvSpPr>
          <p:spPr>
            <a:xfrm>
              <a:off x="5210242" y="3088389"/>
              <a:ext cx="17625" cy="8821"/>
            </a:xfrm>
            <a:custGeom>
              <a:rect b="b" l="l" r="r" t="t"/>
              <a:pathLst>
                <a:path extrusionOk="0" fill="none" h="532" w="1063">
                  <a:moveTo>
                    <a:pt x="1062" y="0"/>
                  </a:moveTo>
                  <a:lnTo>
                    <a:pt x="0" y="531"/>
                  </a:lnTo>
                  <a:lnTo>
                    <a:pt x="0" y="531"/>
                  </a:lnTo>
                  <a:lnTo>
                    <a:pt x="1062" y="0"/>
                  </a:lnTo>
                  <a:lnTo>
                    <a:pt x="106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8"/>
            <p:cNvSpPr/>
            <p:nvPr/>
          </p:nvSpPr>
          <p:spPr>
            <a:xfrm>
              <a:off x="5210242" y="3088389"/>
              <a:ext cx="17625" cy="8821"/>
            </a:xfrm>
            <a:custGeom>
              <a:rect b="b" l="l" r="r" t="t"/>
              <a:pathLst>
                <a:path extrusionOk="0" h="532" w="1063">
                  <a:moveTo>
                    <a:pt x="1062" y="0"/>
                  </a:moveTo>
                  <a:lnTo>
                    <a:pt x="0" y="531"/>
                  </a:lnTo>
                  <a:lnTo>
                    <a:pt x="0" y="531"/>
                  </a:lnTo>
                  <a:lnTo>
                    <a:pt x="1062" y="0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7C29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8"/>
            <p:cNvSpPr/>
            <p:nvPr/>
          </p:nvSpPr>
          <p:spPr>
            <a:xfrm>
              <a:off x="5210242" y="3088389"/>
              <a:ext cx="17625" cy="8821"/>
            </a:xfrm>
            <a:custGeom>
              <a:rect b="b" l="l" r="r" t="t"/>
              <a:pathLst>
                <a:path extrusionOk="0" fill="none" h="532" w="1063">
                  <a:moveTo>
                    <a:pt x="1062" y="0"/>
                  </a:moveTo>
                  <a:lnTo>
                    <a:pt x="0" y="531"/>
                  </a:lnTo>
                  <a:lnTo>
                    <a:pt x="0" y="531"/>
                  </a:lnTo>
                  <a:lnTo>
                    <a:pt x="1062" y="0"/>
                  </a:lnTo>
                  <a:lnTo>
                    <a:pt x="106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8"/>
            <p:cNvSpPr/>
            <p:nvPr/>
          </p:nvSpPr>
          <p:spPr>
            <a:xfrm>
              <a:off x="4816384" y="2861757"/>
              <a:ext cx="19813" cy="11009"/>
            </a:xfrm>
            <a:custGeom>
              <a:rect b="b" l="l" r="r" t="t"/>
              <a:pathLst>
                <a:path extrusionOk="0" h="664" w="1195">
                  <a:moveTo>
                    <a:pt x="1195" y="0"/>
                  </a:moveTo>
                  <a:lnTo>
                    <a:pt x="0" y="664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8"/>
            <p:cNvSpPr/>
            <p:nvPr/>
          </p:nvSpPr>
          <p:spPr>
            <a:xfrm>
              <a:off x="4816384" y="2861757"/>
              <a:ext cx="19813" cy="11009"/>
            </a:xfrm>
            <a:custGeom>
              <a:rect b="b" l="l" r="r" t="t"/>
              <a:pathLst>
                <a:path extrusionOk="0" fill="none" h="664" w="1195">
                  <a:moveTo>
                    <a:pt x="1195" y="0"/>
                  </a:moveTo>
                  <a:lnTo>
                    <a:pt x="0" y="664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8"/>
            <p:cNvSpPr/>
            <p:nvPr/>
          </p:nvSpPr>
          <p:spPr>
            <a:xfrm>
              <a:off x="4816384" y="2861757"/>
              <a:ext cx="411482" cy="237641"/>
            </a:xfrm>
            <a:custGeom>
              <a:rect b="b" l="l" r="r" t="t"/>
              <a:pathLst>
                <a:path extrusionOk="0" h="14333" w="24818">
                  <a:moveTo>
                    <a:pt x="1195" y="0"/>
                  </a:moveTo>
                  <a:lnTo>
                    <a:pt x="0" y="664"/>
                  </a:lnTo>
                  <a:lnTo>
                    <a:pt x="23623" y="14333"/>
                  </a:lnTo>
                  <a:lnTo>
                    <a:pt x="23755" y="14200"/>
                  </a:lnTo>
                  <a:lnTo>
                    <a:pt x="24817" y="13669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8"/>
            <p:cNvSpPr/>
            <p:nvPr/>
          </p:nvSpPr>
          <p:spPr>
            <a:xfrm>
              <a:off x="5296060" y="2934360"/>
              <a:ext cx="107820" cy="61628"/>
            </a:xfrm>
            <a:custGeom>
              <a:rect b="b" l="l" r="r" t="t"/>
              <a:pathLst>
                <a:path extrusionOk="0" h="3717" w="6503">
                  <a:moveTo>
                    <a:pt x="1195" y="0"/>
                  </a:moveTo>
                  <a:lnTo>
                    <a:pt x="0" y="664"/>
                  </a:lnTo>
                  <a:lnTo>
                    <a:pt x="5309" y="3716"/>
                  </a:lnTo>
                  <a:lnTo>
                    <a:pt x="6503" y="3053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8"/>
            <p:cNvSpPr/>
            <p:nvPr/>
          </p:nvSpPr>
          <p:spPr>
            <a:xfrm>
              <a:off x="5432480" y="2797940"/>
              <a:ext cx="149635" cy="96827"/>
            </a:xfrm>
            <a:custGeom>
              <a:rect b="b" l="l" r="r" t="t"/>
              <a:pathLst>
                <a:path extrusionOk="0" h="5840" w="9025">
                  <a:moveTo>
                    <a:pt x="0" y="0"/>
                  </a:moveTo>
                  <a:lnTo>
                    <a:pt x="0" y="1328"/>
                  </a:lnTo>
                  <a:lnTo>
                    <a:pt x="7830" y="5840"/>
                  </a:lnTo>
                  <a:lnTo>
                    <a:pt x="9024" y="5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8"/>
            <p:cNvSpPr/>
            <p:nvPr/>
          </p:nvSpPr>
          <p:spPr>
            <a:xfrm>
              <a:off x="5348867" y="2553700"/>
              <a:ext cx="17608" cy="11026"/>
            </a:xfrm>
            <a:custGeom>
              <a:rect b="b" l="l" r="r" t="t"/>
              <a:pathLst>
                <a:path extrusionOk="0" h="665" w="1062">
                  <a:moveTo>
                    <a:pt x="1062" y="1"/>
                  </a:move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74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8"/>
            <p:cNvSpPr/>
            <p:nvPr/>
          </p:nvSpPr>
          <p:spPr>
            <a:xfrm>
              <a:off x="5348867" y="2553700"/>
              <a:ext cx="17608" cy="11026"/>
            </a:xfrm>
            <a:custGeom>
              <a:rect b="b" l="l" r="r" t="t"/>
              <a:pathLst>
                <a:path extrusionOk="0" fill="none" h="665" w="1062">
                  <a:moveTo>
                    <a:pt x="1062" y="1"/>
                  </a:moveTo>
                  <a:lnTo>
                    <a:pt x="0" y="664"/>
                  </a:lnTo>
                  <a:lnTo>
                    <a:pt x="1062" y="1"/>
                  </a:lnTo>
                  <a:lnTo>
                    <a:pt x="10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8"/>
            <p:cNvSpPr/>
            <p:nvPr/>
          </p:nvSpPr>
          <p:spPr>
            <a:xfrm>
              <a:off x="5348867" y="2553700"/>
              <a:ext cx="409277" cy="237658"/>
            </a:xfrm>
            <a:custGeom>
              <a:rect b="b" l="l" r="r" t="t"/>
              <a:pathLst>
                <a:path extrusionOk="0" h="14334" w="24685">
                  <a:moveTo>
                    <a:pt x="1062" y="1"/>
                  </a:moveTo>
                  <a:lnTo>
                    <a:pt x="0" y="664"/>
                  </a:lnTo>
                  <a:lnTo>
                    <a:pt x="23490" y="14333"/>
                  </a:lnTo>
                  <a:lnTo>
                    <a:pt x="24684" y="13670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8"/>
            <p:cNvSpPr/>
            <p:nvPr/>
          </p:nvSpPr>
          <p:spPr>
            <a:xfrm>
              <a:off x="5828543" y="2628509"/>
              <a:ext cx="107820" cy="61628"/>
            </a:xfrm>
            <a:custGeom>
              <a:rect b="b" l="l" r="r" t="t"/>
              <a:pathLst>
                <a:path extrusionOk="0" h="3717" w="6503">
                  <a:moveTo>
                    <a:pt x="1194" y="1"/>
                  </a:moveTo>
                  <a:lnTo>
                    <a:pt x="0" y="664"/>
                  </a:lnTo>
                  <a:lnTo>
                    <a:pt x="5308" y="3717"/>
                  </a:lnTo>
                  <a:lnTo>
                    <a:pt x="6503" y="2920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8"/>
            <p:cNvSpPr/>
            <p:nvPr/>
          </p:nvSpPr>
          <p:spPr>
            <a:xfrm>
              <a:off x="5969357" y="2492089"/>
              <a:ext cx="143036" cy="94639"/>
            </a:xfrm>
            <a:custGeom>
              <a:rect b="b" l="l" r="r" t="t"/>
              <a:pathLst>
                <a:path extrusionOk="0" h="5708" w="8627">
                  <a:moveTo>
                    <a:pt x="1" y="1"/>
                  </a:moveTo>
                  <a:lnTo>
                    <a:pt x="1" y="1460"/>
                  </a:lnTo>
                  <a:lnTo>
                    <a:pt x="7565" y="5707"/>
                  </a:lnTo>
                  <a:lnTo>
                    <a:pt x="8627" y="50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58"/>
            <p:cNvSpPr/>
            <p:nvPr/>
          </p:nvSpPr>
          <p:spPr>
            <a:xfrm>
              <a:off x="5885744" y="2247849"/>
              <a:ext cx="13214" cy="8821"/>
            </a:xfrm>
            <a:custGeom>
              <a:rect b="b" l="l" r="r" t="t"/>
              <a:pathLst>
                <a:path extrusionOk="0" h="532" w="797">
                  <a:moveTo>
                    <a:pt x="797" y="1"/>
                  </a:moveTo>
                  <a:lnTo>
                    <a:pt x="1" y="532"/>
                  </a:lnTo>
                  <a:lnTo>
                    <a:pt x="797" y="1"/>
                  </a:lnTo>
                  <a:lnTo>
                    <a:pt x="79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58"/>
            <p:cNvSpPr/>
            <p:nvPr/>
          </p:nvSpPr>
          <p:spPr>
            <a:xfrm>
              <a:off x="5885744" y="2247849"/>
              <a:ext cx="13214" cy="8821"/>
            </a:xfrm>
            <a:custGeom>
              <a:rect b="b" l="l" r="r" t="t"/>
              <a:pathLst>
                <a:path extrusionOk="0" fill="none" h="532" w="797">
                  <a:moveTo>
                    <a:pt x="797" y="1"/>
                  </a:moveTo>
                  <a:lnTo>
                    <a:pt x="1" y="532"/>
                  </a:lnTo>
                  <a:lnTo>
                    <a:pt x="797" y="1"/>
                  </a:lnTo>
                  <a:lnTo>
                    <a:pt x="79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58"/>
            <p:cNvSpPr/>
            <p:nvPr/>
          </p:nvSpPr>
          <p:spPr>
            <a:xfrm>
              <a:off x="5879145" y="2247849"/>
              <a:ext cx="411482" cy="237658"/>
            </a:xfrm>
            <a:custGeom>
              <a:rect b="b" l="l" r="r" t="t"/>
              <a:pathLst>
                <a:path extrusionOk="0" h="14334" w="24818">
                  <a:moveTo>
                    <a:pt x="1195" y="1"/>
                  </a:moveTo>
                  <a:lnTo>
                    <a:pt x="399" y="532"/>
                  </a:lnTo>
                  <a:lnTo>
                    <a:pt x="0" y="664"/>
                  </a:lnTo>
                  <a:lnTo>
                    <a:pt x="23623" y="14334"/>
                  </a:lnTo>
                  <a:lnTo>
                    <a:pt x="24817" y="13537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58"/>
            <p:cNvSpPr/>
            <p:nvPr/>
          </p:nvSpPr>
          <p:spPr>
            <a:xfrm>
              <a:off x="7553609" y="3924518"/>
              <a:ext cx="149635" cy="118829"/>
            </a:xfrm>
            <a:custGeom>
              <a:rect b="b" l="l" r="r" t="t"/>
              <a:pathLst>
                <a:path extrusionOk="0" h="7167" w="9025">
                  <a:moveTo>
                    <a:pt x="0" y="0"/>
                  </a:moveTo>
                  <a:lnTo>
                    <a:pt x="0" y="1991"/>
                  </a:lnTo>
                  <a:lnTo>
                    <a:pt x="9024" y="7167"/>
                  </a:lnTo>
                  <a:lnTo>
                    <a:pt x="9024" y="5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58"/>
            <p:cNvSpPr/>
            <p:nvPr/>
          </p:nvSpPr>
          <p:spPr>
            <a:xfrm>
              <a:off x="7553609" y="3924518"/>
              <a:ext cx="149635" cy="118829"/>
            </a:xfrm>
            <a:custGeom>
              <a:rect b="b" l="l" r="r" t="t"/>
              <a:pathLst>
                <a:path extrusionOk="0" fill="none" h="7167" w="9025">
                  <a:moveTo>
                    <a:pt x="0" y="0"/>
                  </a:moveTo>
                  <a:lnTo>
                    <a:pt x="9024" y="5309"/>
                  </a:lnTo>
                  <a:lnTo>
                    <a:pt x="9024" y="7167"/>
                  </a:lnTo>
                  <a:lnTo>
                    <a:pt x="0" y="199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8"/>
            <p:cNvSpPr/>
            <p:nvPr/>
          </p:nvSpPr>
          <p:spPr>
            <a:xfrm>
              <a:off x="7553609" y="3924518"/>
              <a:ext cx="149635" cy="118829"/>
            </a:xfrm>
            <a:custGeom>
              <a:rect b="b" l="l" r="r" t="t"/>
              <a:pathLst>
                <a:path extrusionOk="0" h="7167" w="9025">
                  <a:moveTo>
                    <a:pt x="0" y="0"/>
                  </a:moveTo>
                  <a:lnTo>
                    <a:pt x="0" y="1991"/>
                  </a:lnTo>
                  <a:lnTo>
                    <a:pt x="9024" y="7167"/>
                  </a:lnTo>
                  <a:lnTo>
                    <a:pt x="9024" y="5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8"/>
            <p:cNvSpPr/>
            <p:nvPr/>
          </p:nvSpPr>
          <p:spPr>
            <a:xfrm>
              <a:off x="7553609" y="3924518"/>
              <a:ext cx="149635" cy="118829"/>
            </a:xfrm>
            <a:custGeom>
              <a:rect b="b" l="l" r="r" t="t"/>
              <a:pathLst>
                <a:path extrusionOk="0" fill="none" h="7167" w="9025">
                  <a:moveTo>
                    <a:pt x="0" y="0"/>
                  </a:moveTo>
                  <a:lnTo>
                    <a:pt x="0" y="1991"/>
                  </a:lnTo>
                  <a:lnTo>
                    <a:pt x="9024" y="7167"/>
                  </a:lnTo>
                  <a:lnTo>
                    <a:pt x="9024" y="530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8"/>
            <p:cNvSpPr/>
            <p:nvPr/>
          </p:nvSpPr>
          <p:spPr>
            <a:xfrm>
              <a:off x="7703227" y="3763891"/>
              <a:ext cx="429074" cy="279456"/>
            </a:xfrm>
            <a:custGeom>
              <a:rect b="b" l="l" r="r" t="t"/>
              <a:pathLst>
                <a:path extrusionOk="0" h="16855" w="25879">
                  <a:moveTo>
                    <a:pt x="25879" y="0"/>
                  </a:moveTo>
                  <a:lnTo>
                    <a:pt x="0" y="14997"/>
                  </a:lnTo>
                  <a:lnTo>
                    <a:pt x="0" y="16855"/>
                  </a:lnTo>
                  <a:lnTo>
                    <a:pt x="25879" y="1991"/>
                  </a:lnTo>
                  <a:lnTo>
                    <a:pt x="2587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8"/>
            <p:cNvSpPr/>
            <p:nvPr/>
          </p:nvSpPr>
          <p:spPr>
            <a:xfrm>
              <a:off x="7703227" y="3763891"/>
              <a:ext cx="429074" cy="279456"/>
            </a:xfrm>
            <a:custGeom>
              <a:rect b="b" l="l" r="r" t="t"/>
              <a:pathLst>
                <a:path extrusionOk="0" fill="none" h="16855" w="25879">
                  <a:moveTo>
                    <a:pt x="0" y="14997"/>
                  </a:moveTo>
                  <a:lnTo>
                    <a:pt x="25879" y="0"/>
                  </a:lnTo>
                  <a:lnTo>
                    <a:pt x="25879" y="1991"/>
                  </a:lnTo>
                  <a:lnTo>
                    <a:pt x="0" y="16855"/>
                  </a:lnTo>
                  <a:lnTo>
                    <a:pt x="0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8"/>
            <p:cNvSpPr/>
            <p:nvPr/>
          </p:nvSpPr>
          <p:spPr>
            <a:xfrm>
              <a:off x="7703227" y="3763891"/>
              <a:ext cx="429074" cy="279456"/>
            </a:xfrm>
            <a:custGeom>
              <a:rect b="b" l="l" r="r" t="t"/>
              <a:pathLst>
                <a:path extrusionOk="0" h="16855" w="25879">
                  <a:moveTo>
                    <a:pt x="25879" y="0"/>
                  </a:moveTo>
                  <a:lnTo>
                    <a:pt x="0" y="14997"/>
                  </a:lnTo>
                  <a:lnTo>
                    <a:pt x="0" y="16855"/>
                  </a:lnTo>
                  <a:lnTo>
                    <a:pt x="25879" y="1991"/>
                  </a:lnTo>
                  <a:lnTo>
                    <a:pt x="25879" y="0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8"/>
            <p:cNvSpPr/>
            <p:nvPr/>
          </p:nvSpPr>
          <p:spPr>
            <a:xfrm>
              <a:off x="7703227" y="3763891"/>
              <a:ext cx="429074" cy="279456"/>
            </a:xfrm>
            <a:custGeom>
              <a:rect b="b" l="l" r="r" t="t"/>
              <a:pathLst>
                <a:path extrusionOk="0" fill="none" h="16855" w="25879">
                  <a:moveTo>
                    <a:pt x="25879" y="0"/>
                  </a:moveTo>
                  <a:lnTo>
                    <a:pt x="0" y="14997"/>
                  </a:lnTo>
                  <a:lnTo>
                    <a:pt x="0" y="16855"/>
                  </a:lnTo>
                  <a:lnTo>
                    <a:pt x="25879" y="1991"/>
                  </a:lnTo>
                  <a:lnTo>
                    <a:pt x="2587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8"/>
            <p:cNvSpPr/>
            <p:nvPr/>
          </p:nvSpPr>
          <p:spPr>
            <a:xfrm>
              <a:off x="7553609" y="3678073"/>
              <a:ext cx="578692" cy="334468"/>
            </a:xfrm>
            <a:custGeom>
              <a:rect b="b" l="l" r="r" t="t"/>
              <a:pathLst>
                <a:path extrusionOk="0" h="20173" w="34903">
                  <a:moveTo>
                    <a:pt x="25879" y="1"/>
                  </a:moveTo>
                  <a:lnTo>
                    <a:pt x="0" y="14864"/>
                  </a:lnTo>
                  <a:lnTo>
                    <a:pt x="9024" y="20173"/>
                  </a:lnTo>
                  <a:lnTo>
                    <a:pt x="34903" y="5176"/>
                  </a:lnTo>
                  <a:lnTo>
                    <a:pt x="2587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8"/>
            <p:cNvSpPr/>
            <p:nvPr/>
          </p:nvSpPr>
          <p:spPr>
            <a:xfrm>
              <a:off x="7553609" y="3678073"/>
              <a:ext cx="578692" cy="334468"/>
            </a:xfrm>
            <a:custGeom>
              <a:rect b="b" l="l" r="r" t="t"/>
              <a:pathLst>
                <a:path extrusionOk="0" fill="none" h="20173" w="34903">
                  <a:moveTo>
                    <a:pt x="9024" y="20173"/>
                  </a:moveTo>
                  <a:lnTo>
                    <a:pt x="0" y="14864"/>
                  </a:lnTo>
                  <a:lnTo>
                    <a:pt x="25879" y="1"/>
                  </a:lnTo>
                  <a:lnTo>
                    <a:pt x="34903" y="5176"/>
                  </a:lnTo>
                  <a:lnTo>
                    <a:pt x="9024" y="2017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8"/>
            <p:cNvSpPr/>
            <p:nvPr/>
          </p:nvSpPr>
          <p:spPr>
            <a:xfrm>
              <a:off x="7553609" y="3728675"/>
              <a:ext cx="578692" cy="283866"/>
            </a:xfrm>
            <a:custGeom>
              <a:rect b="b" l="l" r="r" t="t"/>
              <a:pathLst>
                <a:path extrusionOk="0" h="17121" w="34903">
                  <a:moveTo>
                    <a:pt x="31187" y="1"/>
                  </a:moveTo>
                  <a:lnTo>
                    <a:pt x="23224" y="4513"/>
                  </a:lnTo>
                  <a:lnTo>
                    <a:pt x="22694" y="4779"/>
                  </a:lnTo>
                  <a:lnTo>
                    <a:pt x="22163" y="4779"/>
                  </a:lnTo>
                  <a:lnTo>
                    <a:pt x="21234" y="4646"/>
                  </a:lnTo>
                  <a:lnTo>
                    <a:pt x="20305" y="4248"/>
                  </a:lnTo>
                  <a:lnTo>
                    <a:pt x="16722" y="2124"/>
                  </a:lnTo>
                  <a:lnTo>
                    <a:pt x="8494" y="6902"/>
                  </a:lnTo>
                  <a:lnTo>
                    <a:pt x="8494" y="12476"/>
                  </a:lnTo>
                  <a:lnTo>
                    <a:pt x="6901" y="13405"/>
                  </a:lnTo>
                  <a:lnTo>
                    <a:pt x="6901" y="7831"/>
                  </a:lnTo>
                  <a:lnTo>
                    <a:pt x="0" y="11812"/>
                  </a:lnTo>
                  <a:lnTo>
                    <a:pt x="9024" y="17121"/>
                  </a:lnTo>
                  <a:lnTo>
                    <a:pt x="34903" y="2124"/>
                  </a:lnTo>
                  <a:lnTo>
                    <a:pt x="31187" y="1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8"/>
            <p:cNvSpPr/>
            <p:nvPr/>
          </p:nvSpPr>
          <p:spPr>
            <a:xfrm>
              <a:off x="7553609" y="3728675"/>
              <a:ext cx="578692" cy="283866"/>
            </a:xfrm>
            <a:custGeom>
              <a:rect b="b" l="l" r="r" t="t"/>
              <a:pathLst>
                <a:path extrusionOk="0" fill="none" h="17121" w="34903">
                  <a:moveTo>
                    <a:pt x="31187" y="1"/>
                  </a:moveTo>
                  <a:lnTo>
                    <a:pt x="23224" y="4513"/>
                  </a:lnTo>
                  <a:lnTo>
                    <a:pt x="23224" y="4513"/>
                  </a:lnTo>
                  <a:lnTo>
                    <a:pt x="22694" y="4779"/>
                  </a:lnTo>
                  <a:lnTo>
                    <a:pt x="22163" y="4779"/>
                  </a:lnTo>
                  <a:lnTo>
                    <a:pt x="22163" y="4779"/>
                  </a:lnTo>
                  <a:lnTo>
                    <a:pt x="21234" y="4646"/>
                  </a:lnTo>
                  <a:lnTo>
                    <a:pt x="20305" y="4248"/>
                  </a:lnTo>
                  <a:lnTo>
                    <a:pt x="20305" y="4248"/>
                  </a:lnTo>
                  <a:lnTo>
                    <a:pt x="16722" y="2124"/>
                  </a:lnTo>
                  <a:lnTo>
                    <a:pt x="8494" y="6902"/>
                  </a:lnTo>
                  <a:lnTo>
                    <a:pt x="8494" y="12476"/>
                  </a:lnTo>
                  <a:lnTo>
                    <a:pt x="6901" y="13405"/>
                  </a:lnTo>
                  <a:lnTo>
                    <a:pt x="6901" y="7831"/>
                  </a:lnTo>
                  <a:lnTo>
                    <a:pt x="0" y="11812"/>
                  </a:lnTo>
                  <a:lnTo>
                    <a:pt x="9024" y="17121"/>
                  </a:lnTo>
                  <a:lnTo>
                    <a:pt x="34903" y="2124"/>
                  </a:lnTo>
                  <a:lnTo>
                    <a:pt x="3118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8"/>
            <p:cNvSpPr/>
            <p:nvPr/>
          </p:nvSpPr>
          <p:spPr>
            <a:xfrm>
              <a:off x="7643821" y="3686877"/>
              <a:ext cx="24223" cy="264053"/>
            </a:xfrm>
            <a:custGeom>
              <a:rect b="b" l="l" r="r" t="t"/>
              <a:pathLst>
                <a:path extrusionOk="0" h="15926" w="1461">
                  <a:moveTo>
                    <a:pt x="0" y="0"/>
                  </a:moveTo>
                  <a:lnTo>
                    <a:pt x="0" y="14997"/>
                  </a:lnTo>
                  <a:lnTo>
                    <a:pt x="1460" y="15926"/>
                  </a:lnTo>
                  <a:lnTo>
                    <a:pt x="1460" y="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8"/>
            <p:cNvSpPr/>
            <p:nvPr/>
          </p:nvSpPr>
          <p:spPr>
            <a:xfrm>
              <a:off x="7668028" y="3686877"/>
              <a:ext cx="26412" cy="264053"/>
            </a:xfrm>
            <a:custGeom>
              <a:rect b="b" l="l" r="r" t="t"/>
              <a:pathLst>
                <a:path extrusionOk="0" h="15926" w="1593">
                  <a:moveTo>
                    <a:pt x="1593" y="0"/>
                  </a:moveTo>
                  <a:lnTo>
                    <a:pt x="0" y="929"/>
                  </a:lnTo>
                  <a:lnTo>
                    <a:pt x="0" y="15926"/>
                  </a:lnTo>
                  <a:lnTo>
                    <a:pt x="1593" y="14997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8"/>
            <p:cNvSpPr/>
            <p:nvPr/>
          </p:nvSpPr>
          <p:spPr>
            <a:xfrm>
              <a:off x="7668028" y="3686877"/>
              <a:ext cx="26412" cy="264053"/>
            </a:xfrm>
            <a:custGeom>
              <a:rect b="b" l="l" r="r" t="t"/>
              <a:pathLst>
                <a:path extrusionOk="0" fill="none" h="15926" w="1593">
                  <a:moveTo>
                    <a:pt x="1593" y="0"/>
                  </a:moveTo>
                  <a:lnTo>
                    <a:pt x="1593" y="14997"/>
                  </a:lnTo>
                  <a:lnTo>
                    <a:pt x="0" y="15926"/>
                  </a:lnTo>
                  <a:lnTo>
                    <a:pt x="0" y="929"/>
                  </a:lnTo>
                  <a:lnTo>
                    <a:pt x="15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8"/>
            <p:cNvSpPr/>
            <p:nvPr/>
          </p:nvSpPr>
          <p:spPr>
            <a:xfrm>
              <a:off x="7588808" y="3625266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0" y="1"/>
                  </a:moveTo>
                  <a:lnTo>
                    <a:pt x="0" y="1859"/>
                  </a:lnTo>
                  <a:lnTo>
                    <a:pt x="9157" y="7167"/>
                  </a:lnTo>
                  <a:lnTo>
                    <a:pt x="9157" y="53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8"/>
            <p:cNvSpPr/>
            <p:nvPr/>
          </p:nvSpPr>
          <p:spPr>
            <a:xfrm>
              <a:off x="7588808" y="3625266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0" y="1"/>
                  </a:moveTo>
                  <a:lnTo>
                    <a:pt x="9157" y="5309"/>
                  </a:lnTo>
                  <a:lnTo>
                    <a:pt x="9157" y="7167"/>
                  </a:lnTo>
                  <a:lnTo>
                    <a:pt x="0" y="185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8"/>
            <p:cNvSpPr/>
            <p:nvPr/>
          </p:nvSpPr>
          <p:spPr>
            <a:xfrm>
              <a:off x="7740631" y="3713289"/>
              <a:ext cx="26429" cy="30806"/>
            </a:xfrm>
            <a:custGeom>
              <a:rect b="b" l="l" r="r" t="t"/>
              <a:pathLst>
                <a:path extrusionOk="0" h="1858" w="1594">
                  <a:moveTo>
                    <a:pt x="0" y="0"/>
                  </a:moveTo>
                  <a:lnTo>
                    <a:pt x="0" y="1858"/>
                  </a:lnTo>
                  <a:lnTo>
                    <a:pt x="1593" y="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8"/>
            <p:cNvSpPr/>
            <p:nvPr/>
          </p:nvSpPr>
          <p:spPr>
            <a:xfrm>
              <a:off x="7740631" y="3713289"/>
              <a:ext cx="26429" cy="30806"/>
            </a:xfrm>
            <a:custGeom>
              <a:rect b="b" l="l" r="r" t="t"/>
              <a:pathLst>
                <a:path extrusionOk="0" fill="none" h="1858" w="1594">
                  <a:moveTo>
                    <a:pt x="0" y="1858"/>
                  </a:moveTo>
                  <a:lnTo>
                    <a:pt x="1593" y="929"/>
                  </a:lnTo>
                  <a:lnTo>
                    <a:pt x="0" y="0"/>
                  </a:lnTo>
                  <a:lnTo>
                    <a:pt x="0" y="185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8"/>
            <p:cNvSpPr/>
            <p:nvPr/>
          </p:nvSpPr>
          <p:spPr>
            <a:xfrm>
              <a:off x="6926504" y="3563654"/>
              <a:ext cx="151840" cy="118845"/>
            </a:xfrm>
            <a:custGeom>
              <a:rect b="b" l="l" r="r" t="t"/>
              <a:pathLst>
                <a:path extrusionOk="0" h="7168" w="9158">
                  <a:moveTo>
                    <a:pt x="1" y="1"/>
                  </a:moveTo>
                  <a:lnTo>
                    <a:pt x="1" y="1859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8"/>
            <p:cNvSpPr/>
            <p:nvPr/>
          </p:nvSpPr>
          <p:spPr>
            <a:xfrm>
              <a:off x="6926504" y="3563654"/>
              <a:ext cx="151840" cy="118845"/>
            </a:xfrm>
            <a:custGeom>
              <a:rect b="b" l="l" r="r" t="t"/>
              <a:pathLst>
                <a:path extrusionOk="0" fill="none" h="7168" w="9158">
                  <a:moveTo>
                    <a:pt x="1" y="1"/>
                  </a:moveTo>
                  <a:lnTo>
                    <a:pt x="9158" y="5309"/>
                  </a:lnTo>
                  <a:lnTo>
                    <a:pt x="9158" y="7167"/>
                  </a:lnTo>
                  <a:lnTo>
                    <a:pt x="1" y="185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8"/>
            <p:cNvSpPr/>
            <p:nvPr/>
          </p:nvSpPr>
          <p:spPr>
            <a:xfrm>
              <a:off x="6926504" y="3563654"/>
              <a:ext cx="151840" cy="118845"/>
            </a:xfrm>
            <a:custGeom>
              <a:rect b="b" l="l" r="r" t="t"/>
              <a:pathLst>
                <a:path extrusionOk="0" h="7168" w="9158">
                  <a:moveTo>
                    <a:pt x="1" y="1"/>
                  </a:moveTo>
                  <a:lnTo>
                    <a:pt x="1" y="1859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8"/>
            <p:cNvSpPr/>
            <p:nvPr/>
          </p:nvSpPr>
          <p:spPr>
            <a:xfrm>
              <a:off x="6926504" y="3563654"/>
              <a:ext cx="151840" cy="118845"/>
            </a:xfrm>
            <a:custGeom>
              <a:rect b="b" l="l" r="r" t="t"/>
              <a:pathLst>
                <a:path extrusionOk="0" fill="none" h="7168" w="9158">
                  <a:moveTo>
                    <a:pt x="1" y="1"/>
                  </a:moveTo>
                  <a:lnTo>
                    <a:pt x="1" y="1859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8"/>
            <p:cNvSpPr/>
            <p:nvPr/>
          </p:nvSpPr>
          <p:spPr>
            <a:xfrm>
              <a:off x="7078327" y="3403027"/>
              <a:ext cx="429090" cy="279472"/>
            </a:xfrm>
            <a:custGeom>
              <a:rect b="b" l="l" r="r" t="t"/>
              <a:pathLst>
                <a:path extrusionOk="0" h="16856" w="25880">
                  <a:moveTo>
                    <a:pt x="25879" y="1"/>
                  </a:moveTo>
                  <a:lnTo>
                    <a:pt x="1" y="14997"/>
                  </a:lnTo>
                  <a:lnTo>
                    <a:pt x="1" y="16855"/>
                  </a:lnTo>
                  <a:lnTo>
                    <a:pt x="25879" y="1991"/>
                  </a:lnTo>
                  <a:lnTo>
                    <a:pt x="2587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8"/>
            <p:cNvSpPr/>
            <p:nvPr/>
          </p:nvSpPr>
          <p:spPr>
            <a:xfrm>
              <a:off x="7078327" y="3403027"/>
              <a:ext cx="429090" cy="279472"/>
            </a:xfrm>
            <a:custGeom>
              <a:rect b="b" l="l" r="r" t="t"/>
              <a:pathLst>
                <a:path extrusionOk="0" fill="none" h="16856" w="25880">
                  <a:moveTo>
                    <a:pt x="1" y="14997"/>
                  </a:moveTo>
                  <a:lnTo>
                    <a:pt x="25879" y="1"/>
                  </a:lnTo>
                  <a:lnTo>
                    <a:pt x="25879" y="1991"/>
                  </a:lnTo>
                  <a:lnTo>
                    <a:pt x="1" y="16855"/>
                  </a:lnTo>
                  <a:lnTo>
                    <a:pt x="1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8"/>
            <p:cNvSpPr/>
            <p:nvPr/>
          </p:nvSpPr>
          <p:spPr>
            <a:xfrm>
              <a:off x="7078327" y="3491051"/>
              <a:ext cx="305868" cy="191449"/>
            </a:xfrm>
            <a:custGeom>
              <a:rect b="b" l="l" r="r" t="t"/>
              <a:pathLst>
                <a:path extrusionOk="0" h="11547" w="18448">
                  <a:moveTo>
                    <a:pt x="16722" y="0"/>
                  </a:moveTo>
                  <a:lnTo>
                    <a:pt x="1" y="9688"/>
                  </a:lnTo>
                  <a:lnTo>
                    <a:pt x="1" y="11546"/>
                  </a:lnTo>
                  <a:lnTo>
                    <a:pt x="18447" y="929"/>
                  </a:lnTo>
                  <a:lnTo>
                    <a:pt x="16722" y="0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8"/>
            <p:cNvSpPr/>
            <p:nvPr/>
          </p:nvSpPr>
          <p:spPr>
            <a:xfrm>
              <a:off x="7078327" y="3491051"/>
              <a:ext cx="305868" cy="191449"/>
            </a:xfrm>
            <a:custGeom>
              <a:rect b="b" l="l" r="r" t="t"/>
              <a:pathLst>
                <a:path extrusionOk="0" fill="none" h="11547" w="18448">
                  <a:moveTo>
                    <a:pt x="16722" y="0"/>
                  </a:moveTo>
                  <a:lnTo>
                    <a:pt x="1" y="9688"/>
                  </a:lnTo>
                  <a:lnTo>
                    <a:pt x="1" y="11546"/>
                  </a:lnTo>
                  <a:lnTo>
                    <a:pt x="18447" y="929"/>
                  </a:lnTo>
                  <a:lnTo>
                    <a:pt x="1672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8"/>
            <p:cNvSpPr/>
            <p:nvPr/>
          </p:nvSpPr>
          <p:spPr>
            <a:xfrm>
              <a:off x="6926504" y="3315021"/>
              <a:ext cx="580913" cy="336673"/>
            </a:xfrm>
            <a:custGeom>
              <a:rect b="b" l="l" r="r" t="t"/>
              <a:pathLst>
                <a:path extrusionOk="0" h="20306" w="35037">
                  <a:moveTo>
                    <a:pt x="25879" y="0"/>
                  </a:moveTo>
                  <a:lnTo>
                    <a:pt x="1" y="14997"/>
                  </a:lnTo>
                  <a:lnTo>
                    <a:pt x="9158" y="20305"/>
                  </a:lnTo>
                  <a:lnTo>
                    <a:pt x="35036" y="5309"/>
                  </a:lnTo>
                  <a:lnTo>
                    <a:pt x="2587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8"/>
            <p:cNvSpPr/>
            <p:nvPr/>
          </p:nvSpPr>
          <p:spPr>
            <a:xfrm>
              <a:off x="6926504" y="3315021"/>
              <a:ext cx="580913" cy="336673"/>
            </a:xfrm>
            <a:custGeom>
              <a:rect b="b" l="l" r="r" t="t"/>
              <a:pathLst>
                <a:path extrusionOk="0" fill="none" h="20306" w="35037">
                  <a:moveTo>
                    <a:pt x="9158" y="20305"/>
                  </a:moveTo>
                  <a:lnTo>
                    <a:pt x="1" y="14997"/>
                  </a:lnTo>
                  <a:lnTo>
                    <a:pt x="25879" y="0"/>
                  </a:lnTo>
                  <a:lnTo>
                    <a:pt x="35036" y="5309"/>
                  </a:lnTo>
                  <a:lnTo>
                    <a:pt x="9158" y="2030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8"/>
            <p:cNvSpPr/>
            <p:nvPr/>
          </p:nvSpPr>
          <p:spPr>
            <a:xfrm>
              <a:off x="6926504" y="3403027"/>
              <a:ext cx="429090" cy="248667"/>
            </a:xfrm>
            <a:custGeom>
              <a:rect b="b" l="l" r="r" t="t"/>
              <a:pathLst>
                <a:path extrusionOk="0" h="14998" w="25880">
                  <a:moveTo>
                    <a:pt x="16722" y="1"/>
                  </a:moveTo>
                  <a:lnTo>
                    <a:pt x="8494" y="4778"/>
                  </a:lnTo>
                  <a:lnTo>
                    <a:pt x="8494" y="10352"/>
                  </a:lnTo>
                  <a:lnTo>
                    <a:pt x="7034" y="11281"/>
                  </a:lnTo>
                  <a:lnTo>
                    <a:pt x="7034" y="5707"/>
                  </a:lnTo>
                  <a:lnTo>
                    <a:pt x="1" y="9689"/>
                  </a:lnTo>
                  <a:lnTo>
                    <a:pt x="9158" y="14997"/>
                  </a:lnTo>
                  <a:lnTo>
                    <a:pt x="25879" y="5309"/>
                  </a:lnTo>
                  <a:lnTo>
                    <a:pt x="16722" y="1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8"/>
            <p:cNvSpPr/>
            <p:nvPr/>
          </p:nvSpPr>
          <p:spPr>
            <a:xfrm>
              <a:off x="6926504" y="3403027"/>
              <a:ext cx="429090" cy="248667"/>
            </a:xfrm>
            <a:custGeom>
              <a:rect b="b" l="l" r="r" t="t"/>
              <a:pathLst>
                <a:path extrusionOk="0" fill="none" h="14998" w="25880">
                  <a:moveTo>
                    <a:pt x="16722" y="1"/>
                  </a:moveTo>
                  <a:lnTo>
                    <a:pt x="8494" y="4778"/>
                  </a:lnTo>
                  <a:lnTo>
                    <a:pt x="8494" y="10352"/>
                  </a:lnTo>
                  <a:lnTo>
                    <a:pt x="7034" y="11281"/>
                  </a:lnTo>
                  <a:lnTo>
                    <a:pt x="7034" y="5707"/>
                  </a:lnTo>
                  <a:lnTo>
                    <a:pt x="1" y="9689"/>
                  </a:lnTo>
                  <a:lnTo>
                    <a:pt x="9158" y="14997"/>
                  </a:lnTo>
                  <a:lnTo>
                    <a:pt x="25879" y="5309"/>
                  </a:lnTo>
                  <a:lnTo>
                    <a:pt x="1672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8"/>
            <p:cNvSpPr/>
            <p:nvPr/>
          </p:nvSpPr>
          <p:spPr>
            <a:xfrm>
              <a:off x="7016715" y="3326013"/>
              <a:ext cx="26429" cy="264070"/>
            </a:xfrm>
            <a:custGeom>
              <a:rect b="b" l="l" r="r" t="t"/>
              <a:pathLst>
                <a:path extrusionOk="0" h="15927" w="1594">
                  <a:moveTo>
                    <a:pt x="1" y="1"/>
                  </a:moveTo>
                  <a:lnTo>
                    <a:pt x="1" y="14997"/>
                  </a:lnTo>
                  <a:lnTo>
                    <a:pt x="1593" y="15926"/>
                  </a:lnTo>
                  <a:lnTo>
                    <a:pt x="1593" y="9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8"/>
            <p:cNvSpPr/>
            <p:nvPr/>
          </p:nvSpPr>
          <p:spPr>
            <a:xfrm>
              <a:off x="7043127" y="3326013"/>
              <a:ext cx="24223" cy="264070"/>
            </a:xfrm>
            <a:custGeom>
              <a:rect b="b" l="l" r="r" t="t"/>
              <a:pathLst>
                <a:path extrusionOk="0" h="15927" w="1461">
                  <a:moveTo>
                    <a:pt x="1460" y="1"/>
                  </a:moveTo>
                  <a:lnTo>
                    <a:pt x="0" y="930"/>
                  </a:lnTo>
                  <a:lnTo>
                    <a:pt x="0" y="15926"/>
                  </a:lnTo>
                  <a:lnTo>
                    <a:pt x="1460" y="14997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8"/>
            <p:cNvSpPr/>
            <p:nvPr/>
          </p:nvSpPr>
          <p:spPr>
            <a:xfrm>
              <a:off x="7043127" y="3326013"/>
              <a:ext cx="24223" cy="264070"/>
            </a:xfrm>
            <a:custGeom>
              <a:rect b="b" l="l" r="r" t="t"/>
              <a:pathLst>
                <a:path extrusionOk="0" fill="none" h="15927" w="1461">
                  <a:moveTo>
                    <a:pt x="1460" y="1"/>
                  </a:moveTo>
                  <a:lnTo>
                    <a:pt x="1460" y="14997"/>
                  </a:lnTo>
                  <a:lnTo>
                    <a:pt x="0" y="15926"/>
                  </a:lnTo>
                  <a:lnTo>
                    <a:pt x="0" y="930"/>
                  </a:lnTo>
                  <a:lnTo>
                    <a:pt x="146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8"/>
            <p:cNvSpPr/>
            <p:nvPr/>
          </p:nvSpPr>
          <p:spPr>
            <a:xfrm>
              <a:off x="6963908" y="3264419"/>
              <a:ext cx="149635" cy="118829"/>
            </a:xfrm>
            <a:custGeom>
              <a:rect b="b" l="l" r="r" t="t"/>
              <a:pathLst>
                <a:path extrusionOk="0" h="7167" w="9025">
                  <a:moveTo>
                    <a:pt x="1" y="0"/>
                  </a:moveTo>
                  <a:lnTo>
                    <a:pt x="1" y="1858"/>
                  </a:lnTo>
                  <a:lnTo>
                    <a:pt x="9025" y="7166"/>
                  </a:lnTo>
                  <a:lnTo>
                    <a:pt x="9025" y="517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8"/>
            <p:cNvSpPr/>
            <p:nvPr/>
          </p:nvSpPr>
          <p:spPr>
            <a:xfrm>
              <a:off x="6963908" y="3264419"/>
              <a:ext cx="149635" cy="118829"/>
            </a:xfrm>
            <a:custGeom>
              <a:rect b="b" l="l" r="r" t="t"/>
              <a:pathLst>
                <a:path extrusionOk="0" fill="none" h="7167" w="9025">
                  <a:moveTo>
                    <a:pt x="1" y="0"/>
                  </a:moveTo>
                  <a:lnTo>
                    <a:pt x="9025" y="5176"/>
                  </a:lnTo>
                  <a:lnTo>
                    <a:pt x="9025" y="7166"/>
                  </a:lnTo>
                  <a:lnTo>
                    <a:pt x="1" y="185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8"/>
            <p:cNvSpPr/>
            <p:nvPr/>
          </p:nvSpPr>
          <p:spPr>
            <a:xfrm>
              <a:off x="7113543" y="3350220"/>
              <a:ext cx="28617" cy="33027"/>
            </a:xfrm>
            <a:custGeom>
              <a:rect b="b" l="l" r="r" t="t"/>
              <a:pathLst>
                <a:path extrusionOk="0" h="1992" w="1726">
                  <a:moveTo>
                    <a:pt x="0" y="1"/>
                  </a:moveTo>
                  <a:lnTo>
                    <a:pt x="0" y="1991"/>
                  </a:lnTo>
                  <a:lnTo>
                    <a:pt x="1725" y="10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8"/>
            <p:cNvSpPr/>
            <p:nvPr/>
          </p:nvSpPr>
          <p:spPr>
            <a:xfrm>
              <a:off x="7113543" y="3350220"/>
              <a:ext cx="28617" cy="33027"/>
            </a:xfrm>
            <a:custGeom>
              <a:rect b="b" l="l" r="r" t="t"/>
              <a:pathLst>
                <a:path extrusionOk="0" fill="none" h="1992" w="1726">
                  <a:moveTo>
                    <a:pt x="0" y="1991"/>
                  </a:moveTo>
                  <a:lnTo>
                    <a:pt x="1725" y="1062"/>
                  </a:lnTo>
                  <a:lnTo>
                    <a:pt x="0" y="1"/>
                  </a:lnTo>
                  <a:lnTo>
                    <a:pt x="0" y="199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8"/>
            <p:cNvSpPr/>
            <p:nvPr/>
          </p:nvSpPr>
          <p:spPr>
            <a:xfrm>
              <a:off x="6301603" y="3202807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1" y="0"/>
                  </a:moveTo>
                  <a:lnTo>
                    <a:pt x="1" y="1858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8"/>
            <p:cNvSpPr/>
            <p:nvPr/>
          </p:nvSpPr>
          <p:spPr>
            <a:xfrm>
              <a:off x="6301603" y="3202807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1" y="0"/>
                  </a:moveTo>
                  <a:lnTo>
                    <a:pt x="9158" y="5309"/>
                  </a:lnTo>
                  <a:lnTo>
                    <a:pt x="9158" y="7167"/>
                  </a:lnTo>
                  <a:lnTo>
                    <a:pt x="1" y="185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8"/>
            <p:cNvSpPr/>
            <p:nvPr/>
          </p:nvSpPr>
          <p:spPr>
            <a:xfrm>
              <a:off x="6301603" y="3202807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1" y="0"/>
                  </a:moveTo>
                  <a:lnTo>
                    <a:pt x="1" y="1858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D2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8"/>
            <p:cNvSpPr/>
            <p:nvPr/>
          </p:nvSpPr>
          <p:spPr>
            <a:xfrm>
              <a:off x="6301603" y="3202807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1" y="0"/>
                  </a:moveTo>
                  <a:lnTo>
                    <a:pt x="1" y="1858"/>
                  </a:lnTo>
                  <a:lnTo>
                    <a:pt x="9158" y="7167"/>
                  </a:lnTo>
                  <a:lnTo>
                    <a:pt x="9158" y="530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8"/>
            <p:cNvSpPr/>
            <p:nvPr/>
          </p:nvSpPr>
          <p:spPr>
            <a:xfrm>
              <a:off x="6453427" y="3042180"/>
              <a:ext cx="429090" cy="279456"/>
            </a:xfrm>
            <a:custGeom>
              <a:rect b="b" l="l" r="r" t="t"/>
              <a:pathLst>
                <a:path extrusionOk="0" h="16855" w="25880">
                  <a:moveTo>
                    <a:pt x="25879" y="0"/>
                  </a:moveTo>
                  <a:lnTo>
                    <a:pt x="1" y="14997"/>
                  </a:lnTo>
                  <a:lnTo>
                    <a:pt x="1" y="16855"/>
                  </a:lnTo>
                  <a:lnTo>
                    <a:pt x="25879" y="1858"/>
                  </a:lnTo>
                  <a:lnTo>
                    <a:pt x="2587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8"/>
            <p:cNvSpPr/>
            <p:nvPr/>
          </p:nvSpPr>
          <p:spPr>
            <a:xfrm>
              <a:off x="6453427" y="3042180"/>
              <a:ext cx="429090" cy="279456"/>
            </a:xfrm>
            <a:custGeom>
              <a:rect b="b" l="l" r="r" t="t"/>
              <a:pathLst>
                <a:path extrusionOk="0" fill="none" h="16855" w="25880">
                  <a:moveTo>
                    <a:pt x="1" y="14997"/>
                  </a:moveTo>
                  <a:lnTo>
                    <a:pt x="25879" y="0"/>
                  </a:lnTo>
                  <a:lnTo>
                    <a:pt x="25879" y="1858"/>
                  </a:lnTo>
                  <a:lnTo>
                    <a:pt x="1" y="16855"/>
                  </a:lnTo>
                  <a:lnTo>
                    <a:pt x="1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8"/>
            <p:cNvSpPr/>
            <p:nvPr/>
          </p:nvSpPr>
          <p:spPr>
            <a:xfrm>
              <a:off x="6453427" y="3130187"/>
              <a:ext cx="303663" cy="191449"/>
            </a:xfrm>
            <a:custGeom>
              <a:rect b="b" l="l" r="r" t="t"/>
              <a:pathLst>
                <a:path extrusionOk="0" h="11547" w="18315">
                  <a:moveTo>
                    <a:pt x="16722" y="1"/>
                  </a:moveTo>
                  <a:lnTo>
                    <a:pt x="1" y="9689"/>
                  </a:lnTo>
                  <a:lnTo>
                    <a:pt x="1" y="11547"/>
                  </a:lnTo>
                  <a:lnTo>
                    <a:pt x="18315" y="930"/>
                  </a:lnTo>
                  <a:lnTo>
                    <a:pt x="16722" y="1"/>
                  </a:lnTo>
                  <a:close/>
                </a:path>
              </a:pathLst>
            </a:custGeom>
            <a:solidFill>
              <a:srgbClr val="852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8"/>
            <p:cNvSpPr/>
            <p:nvPr/>
          </p:nvSpPr>
          <p:spPr>
            <a:xfrm>
              <a:off x="6453427" y="3130187"/>
              <a:ext cx="303663" cy="191449"/>
            </a:xfrm>
            <a:custGeom>
              <a:rect b="b" l="l" r="r" t="t"/>
              <a:pathLst>
                <a:path extrusionOk="0" fill="none" h="11547" w="18315">
                  <a:moveTo>
                    <a:pt x="16722" y="1"/>
                  </a:moveTo>
                  <a:lnTo>
                    <a:pt x="1" y="9689"/>
                  </a:lnTo>
                  <a:lnTo>
                    <a:pt x="1" y="11547"/>
                  </a:lnTo>
                  <a:lnTo>
                    <a:pt x="18315" y="930"/>
                  </a:lnTo>
                  <a:lnTo>
                    <a:pt x="1672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8"/>
            <p:cNvSpPr/>
            <p:nvPr/>
          </p:nvSpPr>
          <p:spPr>
            <a:xfrm>
              <a:off x="6301603" y="2954157"/>
              <a:ext cx="580913" cy="336673"/>
            </a:xfrm>
            <a:custGeom>
              <a:rect b="b" l="l" r="r" t="t"/>
              <a:pathLst>
                <a:path extrusionOk="0" h="20306" w="35037">
                  <a:moveTo>
                    <a:pt x="25879" y="1"/>
                  </a:moveTo>
                  <a:lnTo>
                    <a:pt x="1" y="14997"/>
                  </a:lnTo>
                  <a:lnTo>
                    <a:pt x="9158" y="20306"/>
                  </a:lnTo>
                  <a:lnTo>
                    <a:pt x="35036" y="5309"/>
                  </a:lnTo>
                  <a:lnTo>
                    <a:pt x="25879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8"/>
            <p:cNvSpPr/>
            <p:nvPr/>
          </p:nvSpPr>
          <p:spPr>
            <a:xfrm>
              <a:off x="6301603" y="2954157"/>
              <a:ext cx="580913" cy="336673"/>
            </a:xfrm>
            <a:custGeom>
              <a:rect b="b" l="l" r="r" t="t"/>
              <a:pathLst>
                <a:path extrusionOk="0" fill="none" h="20306" w="35037">
                  <a:moveTo>
                    <a:pt x="9158" y="20306"/>
                  </a:moveTo>
                  <a:lnTo>
                    <a:pt x="1" y="14997"/>
                  </a:lnTo>
                  <a:lnTo>
                    <a:pt x="25879" y="1"/>
                  </a:lnTo>
                  <a:lnTo>
                    <a:pt x="35036" y="5309"/>
                  </a:lnTo>
                  <a:lnTo>
                    <a:pt x="9158" y="203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8"/>
            <p:cNvSpPr/>
            <p:nvPr/>
          </p:nvSpPr>
          <p:spPr>
            <a:xfrm>
              <a:off x="6301603" y="3042180"/>
              <a:ext cx="429090" cy="248650"/>
            </a:xfrm>
            <a:custGeom>
              <a:rect b="b" l="l" r="r" t="t"/>
              <a:pathLst>
                <a:path extrusionOk="0" h="14997" w="25880">
                  <a:moveTo>
                    <a:pt x="16722" y="0"/>
                  </a:moveTo>
                  <a:lnTo>
                    <a:pt x="8494" y="4778"/>
                  </a:lnTo>
                  <a:lnTo>
                    <a:pt x="8494" y="10352"/>
                  </a:lnTo>
                  <a:lnTo>
                    <a:pt x="6902" y="11148"/>
                  </a:lnTo>
                  <a:lnTo>
                    <a:pt x="6902" y="5707"/>
                  </a:lnTo>
                  <a:lnTo>
                    <a:pt x="1" y="9688"/>
                  </a:lnTo>
                  <a:lnTo>
                    <a:pt x="9158" y="14997"/>
                  </a:lnTo>
                  <a:lnTo>
                    <a:pt x="25879" y="5309"/>
                  </a:lnTo>
                  <a:lnTo>
                    <a:pt x="16722" y="0"/>
                  </a:lnTo>
                  <a:close/>
                </a:path>
              </a:pathLst>
            </a:custGeom>
            <a:solidFill>
              <a:srgbClr val="9E34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8"/>
            <p:cNvSpPr/>
            <p:nvPr/>
          </p:nvSpPr>
          <p:spPr>
            <a:xfrm>
              <a:off x="6301603" y="3042180"/>
              <a:ext cx="429090" cy="248650"/>
            </a:xfrm>
            <a:custGeom>
              <a:rect b="b" l="l" r="r" t="t"/>
              <a:pathLst>
                <a:path extrusionOk="0" fill="none" h="14997" w="25880">
                  <a:moveTo>
                    <a:pt x="16722" y="0"/>
                  </a:moveTo>
                  <a:lnTo>
                    <a:pt x="8494" y="4778"/>
                  </a:lnTo>
                  <a:lnTo>
                    <a:pt x="8494" y="10352"/>
                  </a:lnTo>
                  <a:lnTo>
                    <a:pt x="6902" y="11148"/>
                  </a:lnTo>
                  <a:lnTo>
                    <a:pt x="6902" y="5707"/>
                  </a:lnTo>
                  <a:lnTo>
                    <a:pt x="1" y="9688"/>
                  </a:lnTo>
                  <a:lnTo>
                    <a:pt x="9158" y="14997"/>
                  </a:lnTo>
                  <a:lnTo>
                    <a:pt x="25879" y="5309"/>
                  </a:lnTo>
                  <a:lnTo>
                    <a:pt x="1672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8"/>
            <p:cNvSpPr/>
            <p:nvPr/>
          </p:nvSpPr>
          <p:spPr>
            <a:xfrm>
              <a:off x="6391815" y="2965166"/>
              <a:ext cx="24223" cy="261848"/>
            </a:xfrm>
            <a:custGeom>
              <a:rect b="b" l="l" r="r" t="t"/>
              <a:pathLst>
                <a:path extrusionOk="0" h="15793" w="1461">
                  <a:moveTo>
                    <a:pt x="1" y="0"/>
                  </a:moveTo>
                  <a:lnTo>
                    <a:pt x="1" y="14997"/>
                  </a:lnTo>
                  <a:lnTo>
                    <a:pt x="1461" y="15793"/>
                  </a:lnTo>
                  <a:lnTo>
                    <a:pt x="1461" y="9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8"/>
            <p:cNvSpPr/>
            <p:nvPr/>
          </p:nvSpPr>
          <p:spPr>
            <a:xfrm>
              <a:off x="6416022" y="2965166"/>
              <a:ext cx="26429" cy="261848"/>
            </a:xfrm>
            <a:custGeom>
              <a:rect b="b" l="l" r="r" t="t"/>
              <a:pathLst>
                <a:path extrusionOk="0" h="15793" w="1594">
                  <a:moveTo>
                    <a:pt x="1593" y="0"/>
                  </a:moveTo>
                  <a:lnTo>
                    <a:pt x="1" y="929"/>
                  </a:lnTo>
                  <a:lnTo>
                    <a:pt x="1" y="15793"/>
                  </a:lnTo>
                  <a:lnTo>
                    <a:pt x="1593" y="14997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8"/>
            <p:cNvSpPr/>
            <p:nvPr/>
          </p:nvSpPr>
          <p:spPr>
            <a:xfrm>
              <a:off x="6416022" y="2965166"/>
              <a:ext cx="26429" cy="261848"/>
            </a:xfrm>
            <a:custGeom>
              <a:rect b="b" l="l" r="r" t="t"/>
              <a:pathLst>
                <a:path extrusionOk="0" fill="none" h="15793" w="1594">
                  <a:moveTo>
                    <a:pt x="1593" y="0"/>
                  </a:moveTo>
                  <a:lnTo>
                    <a:pt x="1593" y="14997"/>
                  </a:lnTo>
                  <a:lnTo>
                    <a:pt x="1" y="15793"/>
                  </a:lnTo>
                  <a:lnTo>
                    <a:pt x="1" y="929"/>
                  </a:lnTo>
                  <a:lnTo>
                    <a:pt x="15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8"/>
            <p:cNvSpPr/>
            <p:nvPr/>
          </p:nvSpPr>
          <p:spPr>
            <a:xfrm>
              <a:off x="6336819" y="2903555"/>
              <a:ext cx="151840" cy="118829"/>
            </a:xfrm>
            <a:custGeom>
              <a:rect b="b" l="l" r="r" t="t"/>
              <a:pathLst>
                <a:path extrusionOk="0" h="7167" w="9158">
                  <a:moveTo>
                    <a:pt x="0" y="1"/>
                  </a:moveTo>
                  <a:lnTo>
                    <a:pt x="0" y="1858"/>
                  </a:lnTo>
                  <a:lnTo>
                    <a:pt x="9157" y="7167"/>
                  </a:lnTo>
                  <a:lnTo>
                    <a:pt x="9157" y="51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8"/>
            <p:cNvSpPr/>
            <p:nvPr/>
          </p:nvSpPr>
          <p:spPr>
            <a:xfrm>
              <a:off x="6336819" y="2903555"/>
              <a:ext cx="151840" cy="118829"/>
            </a:xfrm>
            <a:custGeom>
              <a:rect b="b" l="l" r="r" t="t"/>
              <a:pathLst>
                <a:path extrusionOk="0" fill="none" h="7167" w="9158">
                  <a:moveTo>
                    <a:pt x="0" y="1"/>
                  </a:moveTo>
                  <a:lnTo>
                    <a:pt x="9157" y="5176"/>
                  </a:lnTo>
                  <a:lnTo>
                    <a:pt x="9157" y="7167"/>
                  </a:lnTo>
                  <a:lnTo>
                    <a:pt x="0" y="1858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8"/>
            <p:cNvSpPr/>
            <p:nvPr/>
          </p:nvSpPr>
          <p:spPr>
            <a:xfrm>
              <a:off x="6488642" y="2989373"/>
              <a:ext cx="26412" cy="33011"/>
            </a:xfrm>
            <a:custGeom>
              <a:rect b="b" l="l" r="r" t="t"/>
              <a:pathLst>
                <a:path extrusionOk="0" h="1991" w="1593">
                  <a:moveTo>
                    <a:pt x="0" y="0"/>
                  </a:moveTo>
                  <a:lnTo>
                    <a:pt x="0" y="1991"/>
                  </a:lnTo>
                  <a:lnTo>
                    <a:pt x="1593" y="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8"/>
            <p:cNvSpPr/>
            <p:nvPr/>
          </p:nvSpPr>
          <p:spPr>
            <a:xfrm>
              <a:off x="6488642" y="2989373"/>
              <a:ext cx="26412" cy="33011"/>
            </a:xfrm>
            <a:custGeom>
              <a:rect b="b" l="l" r="r" t="t"/>
              <a:pathLst>
                <a:path extrusionOk="0" fill="none" h="1991" w="1593">
                  <a:moveTo>
                    <a:pt x="0" y="1991"/>
                  </a:moveTo>
                  <a:lnTo>
                    <a:pt x="1593" y="929"/>
                  </a:lnTo>
                  <a:lnTo>
                    <a:pt x="0" y="0"/>
                  </a:lnTo>
                  <a:lnTo>
                    <a:pt x="0" y="199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8"/>
            <p:cNvSpPr/>
            <p:nvPr/>
          </p:nvSpPr>
          <p:spPr>
            <a:xfrm>
              <a:off x="6154191" y="2463488"/>
              <a:ext cx="2193750" cy="1344422"/>
            </a:xfrm>
            <a:custGeom>
              <a:rect b="b" l="l" r="r" t="t"/>
              <a:pathLst>
                <a:path extrusionOk="0" h="81087" w="132313">
                  <a:moveTo>
                    <a:pt x="25215" y="0"/>
                  </a:moveTo>
                  <a:lnTo>
                    <a:pt x="24552" y="133"/>
                  </a:lnTo>
                  <a:lnTo>
                    <a:pt x="1062" y="13802"/>
                  </a:lnTo>
                  <a:lnTo>
                    <a:pt x="531" y="14200"/>
                  </a:lnTo>
                  <a:lnTo>
                    <a:pt x="266" y="14599"/>
                  </a:lnTo>
                  <a:lnTo>
                    <a:pt x="0" y="15262"/>
                  </a:lnTo>
                  <a:lnTo>
                    <a:pt x="0" y="16058"/>
                  </a:lnTo>
                  <a:lnTo>
                    <a:pt x="0" y="16855"/>
                  </a:lnTo>
                  <a:lnTo>
                    <a:pt x="266" y="17784"/>
                  </a:lnTo>
                  <a:lnTo>
                    <a:pt x="664" y="18713"/>
                  </a:lnTo>
                  <a:lnTo>
                    <a:pt x="1062" y="19509"/>
                  </a:lnTo>
                  <a:lnTo>
                    <a:pt x="1593" y="20305"/>
                  </a:lnTo>
                  <a:lnTo>
                    <a:pt x="2256" y="21101"/>
                  </a:lnTo>
                  <a:lnTo>
                    <a:pt x="3053" y="21765"/>
                  </a:lnTo>
                  <a:lnTo>
                    <a:pt x="3716" y="22296"/>
                  </a:lnTo>
                  <a:lnTo>
                    <a:pt x="104709" y="80556"/>
                  </a:lnTo>
                  <a:lnTo>
                    <a:pt x="105505" y="80954"/>
                  </a:lnTo>
                  <a:lnTo>
                    <a:pt x="106301" y="81087"/>
                  </a:lnTo>
                  <a:lnTo>
                    <a:pt x="106965" y="81087"/>
                  </a:lnTo>
                  <a:lnTo>
                    <a:pt x="107628" y="80821"/>
                  </a:lnTo>
                  <a:lnTo>
                    <a:pt x="131251" y="67285"/>
                  </a:lnTo>
                  <a:lnTo>
                    <a:pt x="131649" y="66887"/>
                  </a:lnTo>
                  <a:lnTo>
                    <a:pt x="131914" y="66488"/>
                  </a:lnTo>
                  <a:lnTo>
                    <a:pt x="132180" y="65825"/>
                  </a:lnTo>
                  <a:lnTo>
                    <a:pt x="132313" y="65161"/>
                  </a:lnTo>
                  <a:lnTo>
                    <a:pt x="132180" y="64232"/>
                  </a:lnTo>
                  <a:lnTo>
                    <a:pt x="132047" y="63436"/>
                  </a:lnTo>
                  <a:lnTo>
                    <a:pt x="131649" y="62507"/>
                  </a:lnTo>
                  <a:lnTo>
                    <a:pt x="131251" y="61711"/>
                  </a:lnTo>
                  <a:lnTo>
                    <a:pt x="130720" y="60915"/>
                  </a:lnTo>
                  <a:lnTo>
                    <a:pt x="130057" y="60118"/>
                  </a:lnTo>
                  <a:lnTo>
                    <a:pt x="129393" y="59455"/>
                  </a:lnTo>
                  <a:lnTo>
                    <a:pt x="128597" y="58924"/>
                  </a:lnTo>
                  <a:lnTo>
                    <a:pt x="27339" y="531"/>
                  </a:lnTo>
                  <a:lnTo>
                    <a:pt x="26542" y="133"/>
                  </a:lnTo>
                  <a:lnTo>
                    <a:pt x="25879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8"/>
            <p:cNvSpPr/>
            <p:nvPr/>
          </p:nvSpPr>
          <p:spPr>
            <a:xfrm>
              <a:off x="6154191" y="2463488"/>
              <a:ext cx="2193750" cy="1344422"/>
            </a:xfrm>
            <a:custGeom>
              <a:rect b="b" l="l" r="r" t="t"/>
              <a:pathLst>
                <a:path extrusionOk="0" fill="none" h="81087" w="132313">
                  <a:moveTo>
                    <a:pt x="128597" y="58924"/>
                  </a:moveTo>
                  <a:lnTo>
                    <a:pt x="27339" y="531"/>
                  </a:lnTo>
                  <a:lnTo>
                    <a:pt x="27339" y="531"/>
                  </a:lnTo>
                  <a:lnTo>
                    <a:pt x="26542" y="133"/>
                  </a:lnTo>
                  <a:lnTo>
                    <a:pt x="25879" y="0"/>
                  </a:lnTo>
                  <a:lnTo>
                    <a:pt x="25215" y="0"/>
                  </a:lnTo>
                  <a:lnTo>
                    <a:pt x="24552" y="133"/>
                  </a:lnTo>
                  <a:lnTo>
                    <a:pt x="1062" y="13802"/>
                  </a:lnTo>
                  <a:lnTo>
                    <a:pt x="1062" y="13802"/>
                  </a:lnTo>
                  <a:lnTo>
                    <a:pt x="531" y="14200"/>
                  </a:lnTo>
                  <a:lnTo>
                    <a:pt x="266" y="14599"/>
                  </a:lnTo>
                  <a:lnTo>
                    <a:pt x="0" y="15262"/>
                  </a:lnTo>
                  <a:lnTo>
                    <a:pt x="0" y="16058"/>
                  </a:lnTo>
                  <a:lnTo>
                    <a:pt x="0" y="16058"/>
                  </a:lnTo>
                  <a:lnTo>
                    <a:pt x="0" y="16855"/>
                  </a:lnTo>
                  <a:lnTo>
                    <a:pt x="266" y="17784"/>
                  </a:lnTo>
                  <a:lnTo>
                    <a:pt x="664" y="18713"/>
                  </a:lnTo>
                  <a:lnTo>
                    <a:pt x="1062" y="19509"/>
                  </a:lnTo>
                  <a:lnTo>
                    <a:pt x="1593" y="20305"/>
                  </a:lnTo>
                  <a:lnTo>
                    <a:pt x="2256" y="21101"/>
                  </a:lnTo>
                  <a:lnTo>
                    <a:pt x="3053" y="21765"/>
                  </a:lnTo>
                  <a:lnTo>
                    <a:pt x="3716" y="22296"/>
                  </a:lnTo>
                  <a:lnTo>
                    <a:pt x="104709" y="80556"/>
                  </a:lnTo>
                  <a:lnTo>
                    <a:pt x="104709" y="80556"/>
                  </a:lnTo>
                  <a:lnTo>
                    <a:pt x="105505" y="80954"/>
                  </a:lnTo>
                  <a:lnTo>
                    <a:pt x="106301" y="81087"/>
                  </a:lnTo>
                  <a:lnTo>
                    <a:pt x="106965" y="81087"/>
                  </a:lnTo>
                  <a:lnTo>
                    <a:pt x="107628" y="80821"/>
                  </a:lnTo>
                  <a:lnTo>
                    <a:pt x="131251" y="67285"/>
                  </a:lnTo>
                  <a:lnTo>
                    <a:pt x="131251" y="67285"/>
                  </a:lnTo>
                  <a:lnTo>
                    <a:pt x="131649" y="66887"/>
                  </a:lnTo>
                  <a:lnTo>
                    <a:pt x="131914" y="66488"/>
                  </a:lnTo>
                  <a:lnTo>
                    <a:pt x="132180" y="65825"/>
                  </a:lnTo>
                  <a:lnTo>
                    <a:pt x="132313" y="65161"/>
                  </a:lnTo>
                  <a:lnTo>
                    <a:pt x="132313" y="65161"/>
                  </a:lnTo>
                  <a:lnTo>
                    <a:pt x="132180" y="64232"/>
                  </a:lnTo>
                  <a:lnTo>
                    <a:pt x="132047" y="63436"/>
                  </a:lnTo>
                  <a:lnTo>
                    <a:pt x="131649" y="62507"/>
                  </a:lnTo>
                  <a:lnTo>
                    <a:pt x="131251" y="61711"/>
                  </a:lnTo>
                  <a:lnTo>
                    <a:pt x="130720" y="60915"/>
                  </a:lnTo>
                  <a:lnTo>
                    <a:pt x="130057" y="60118"/>
                  </a:lnTo>
                  <a:lnTo>
                    <a:pt x="129393" y="59455"/>
                  </a:lnTo>
                  <a:lnTo>
                    <a:pt x="128597" y="5892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8"/>
            <p:cNvSpPr/>
            <p:nvPr/>
          </p:nvSpPr>
          <p:spPr>
            <a:xfrm>
              <a:off x="6154191" y="2687915"/>
              <a:ext cx="1802097" cy="1119996"/>
            </a:xfrm>
            <a:custGeom>
              <a:rect b="b" l="l" r="r" t="t"/>
              <a:pathLst>
                <a:path extrusionOk="0" h="67551" w="108691">
                  <a:moveTo>
                    <a:pt x="1593" y="1"/>
                  </a:moveTo>
                  <a:lnTo>
                    <a:pt x="1062" y="266"/>
                  </a:lnTo>
                  <a:lnTo>
                    <a:pt x="531" y="664"/>
                  </a:lnTo>
                  <a:lnTo>
                    <a:pt x="266" y="1063"/>
                  </a:lnTo>
                  <a:lnTo>
                    <a:pt x="0" y="1726"/>
                  </a:lnTo>
                  <a:lnTo>
                    <a:pt x="0" y="2522"/>
                  </a:lnTo>
                  <a:lnTo>
                    <a:pt x="0" y="3319"/>
                  </a:lnTo>
                  <a:lnTo>
                    <a:pt x="266" y="4248"/>
                  </a:lnTo>
                  <a:lnTo>
                    <a:pt x="664" y="5177"/>
                  </a:lnTo>
                  <a:lnTo>
                    <a:pt x="1062" y="5973"/>
                  </a:lnTo>
                  <a:lnTo>
                    <a:pt x="1593" y="6769"/>
                  </a:lnTo>
                  <a:lnTo>
                    <a:pt x="2256" y="7565"/>
                  </a:lnTo>
                  <a:lnTo>
                    <a:pt x="3053" y="8229"/>
                  </a:lnTo>
                  <a:lnTo>
                    <a:pt x="3716" y="8760"/>
                  </a:lnTo>
                  <a:lnTo>
                    <a:pt x="104709" y="67020"/>
                  </a:lnTo>
                  <a:lnTo>
                    <a:pt x="105505" y="67418"/>
                  </a:lnTo>
                  <a:lnTo>
                    <a:pt x="106301" y="67551"/>
                  </a:lnTo>
                  <a:lnTo>
                    <a:pt x="106965" y="67551"/>
                  </a:lnTo>
                  <a:lnTo>
                    <a:pt x="107628" y="67285"/>
                  </a:lnTo>
                  <a:lnTo>
                    <a:pt x="108027" y="67020"/>
                  </a:lnTo>
                  <a:lnTo>
                    <a:pt x="108425" y="66489"/>
                  </a:lnTo>
                  <a:lnTo>
                    <a:pt x="108557" y="65958"/>
                  </a:lnTo>
                  <a:lnTo>
                    <a:pt x="108690" y="65162"/>
                  </a:lnTo>
                  <a:lnTo>
                    <a:pt x="108557" y="64366"/>
                  </a:lnTo>
                  <a:lnTo>
                    <a:pt x="108425" y="63437"/>
                  </a:lnTo>
                  <a:lnTo>
                    <a:pt x="108159" y="62640"/>
                  </a:lnTo>
                  <a:lnTo>
                    <a:pt x="107628" y="61711"/>
                  </a:lnTo>
                  <a:lnTo>
                    <a:pt x="107098" y="60915"/>
                  </a:lnTo>
                  <a:lnTo>
                    <a:pt x="106434" y="60251"/>
                  </a:lnTo>
                  <a:lnTo>
                    <a:pt x="105770" y="59588"/>
                  </a:lnTo>
                  <a:lnTo>
                    <a:pt x="104974" y="59057"/>
                  </a:lnTo>
                  <a:lnTo>
                    <a:pt x="3716" y="532"/>
                  </a:lnTo>
                  <a:lnTo>
                    <a:pt x="2920" y="266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8"/>
            <p:cNvSpPr/>
            <p:nvPr/>
          </p:nvSpPr>
          <p:spPr>
            <a:xfrm>
              <a:off x="6154191" y="2687915"/>
              <a:ext cx="1802097" cy="1119996"/>
            </a:xfrm>
            <a:custGeom>
              <a:rect b="b" l="l" r="r" t="t"/>
              <a:pathLst>
                <a:path extrusionOk="0" fill="none" h="67551" w="108691">
                  <a:moveTo>
                    <a:pt x="3716" y="8760"/>
                  </a:moveTo>
                  <a:lnTo>
                    <a:pt x="104709" y="67020"/>
                  </a:lnTo>
                  <a:lnTo>
                    <a:pt x="104709" y="67020"/>
                  </a:lnTo>
                  <a:lnTo>
                    <a:pt x="105505" y="67418"/>
                  </a:lnTo>
                  <a:lnTo>
                    <a:pt x="106301" y="67551"/>
                  </a:lnTo>
                  <a:lnTo>
                    <a:pt x="106965" y="67551"/>
                  </a:lnTo>
                  <a:lnTo>
                    <a:pt x="107628" y="67285"/>
                  </a:lnTo>
                  <a:lnTo>
                    <a:pt x="107628" y="67285"/>
                  </a:lnTo>
                  <a:lnTo>
                    <a:pt x="108027" y="67020"/>
                  </a:lnTo>
                  <a:lnTo>
                    <a:pt x="108425" y="66489"/>
                  </a:lnTo>
                  <a:lnTo>
                    <a:pt x="108557" y="65958"/>
                  </a:lnTo>
                  <a:lnTo>
                    <a:pt x="108690" y="65162"/>
                  </a:lnTo>
                  <a:lnTo>
                    <a:pt x="108690" y="65162"/>
                  </a:lnTo>
                  <a:lnTo>
                    <a:pt x="108557" y="64366"/>
                  </a:lnTo>
                  <a:lnTo>
                    <a:pt x="108425" y="63437"/>
                  </a:lnTo>
                  <a:lnTo>
                    <a:pt x="108159" y="62640"/>
                  </a:lnTo>
                  <a:lnTo>
                    <a:pt x="107628" y="61711"/>
                  </a:lnTo>
                  <a:lnTo>
                    <a:pt x="107098" y="60915"/>
                  </a:lnTo>
                  <a:lnTo>
                    <a:pt x="106434" y="60251"/>
                  </a:lnTo>
                  <a:lnTo>
                    <a:pt x="105770" y="59588"/>
                  </a:lnTo>
                  <a:lnTo>
                    <a:pt x="104974" y="59057"/>
                  </a:lnTo>
                  <a:lnTo>
                    <a:pt x="3716" y="532"/>
                  </a:lnTo>
                  <a:lnTo>
                    <a:pt x="3716" y="532"/>
                  </a:lnTo>
                  <a:lnTo>
                    <a:pt x="2920" y="266"/>
                  </a:lnTo>
                  <a:lnTo>
                    <a:pt x="2256" y="1"/>
                  </a:lnTo>
                  <a:lnTo>
                    <a:pt x="1593" y="1"/>
                  </a:lnTo>
                  <a:lnTo>
                    <a:pt x="1062" y="266"/>
                  </a:lnTo>
                  <a:lnTo>
                    <a:pt x="1062" y="266"/>
                  </a:lnTo>
                  <a:lnTo>
                    <a:pt x="531" y="664"/>
                  </a:lnTo>
                  <a:lnTo>
                    <a:pt x="266" y="1063"/>
                  </a:lnTo>
                  <a:lnTo>
                    <a:pt x="0" y="1726"/>
                  </a:lnTo>
                  <a:lnTo>
                    <a:pt x="0" y="2522"/>
                  </a:lnTo>
                  <a:lnTo>
                    <a:pt x="0" y="2522"/>
                  </a:lnTo>
                  <a:lnTo>
                    <a:pt x="0" y="3319"/>
                  </a:lnTo>
                  <a:lnTo>
                    <a:pt x="266" y="4248"/>
                  </a:lnTo>
                  <a:lnTo>
                    <a:pt x="664" y="5177"/>
                  </a:lnTo>
                  <a:lnTo>
                    <a:pt x="1062" y="5973"/>
                  </a:lnTo>
                  <a:lnTo>
                    <a:pt x="1593" y="6769"/>
                  </a:lnTo>
                  <a:lnTo>
                    <a:pt x="2256" y="7565"/>
                  </a:lnTo>
                  <a:lnTo>
                    <a:pt x="3053" y="8229"/>
                  </a:lnTo>
                  <a:lnTo>
                    <a:pt x="3716" y="87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8"/>
            <p:cNvSpPr/>
            <p:nvPr/>
          </p:nvSpPr>
          <p:spPr>
            <a:xfrm>
              <a:off x="6154191" y="2687915"/>
              <a:ext cx="1802097" cy="1119996"/>
            </a:xfrm>
            <a:custGeom>
              <a:rect b="b" l="l" r="r" t="t"/>
              <a:pathLst>
                <a:path extrusionOk="0" h="67551" w="108691">
                  <a:moveTo>
                    <a:pt x="22990" y="13027"/>
                  </a:moveTo>
                  <a:lnTo>
                    <a:pt x="23755" y="13537"/>
                  </a:lnTo>
                  <a:lnTo>
                    <a:pt x="23755" y="13469"/>
                  </a:lnTo>
                  <a:lnTo>
                    <a:pt x="22990" y="13027"/>
                  </a:lnTo>
                  <a:close/>
                  <a:moveTo>
                    <a:pt x="23755" y="12078"/>
                  </a:moveTo>
                  <a:lnTo>
                    <a:pt x="23755" y="13469"/>
                  </a:lnTo>
                  <a:lnTo>
                    <a:pt x="44686" y="25553"/>
                  </a:lnTo>
                  <a:lnTo>
                    <a:pt x="44060" y="25083"/>
                  </a:lnTo>
                  <a:lnTo>
                    <a:pt x="44060" y="23756"/>
                  </a:lnTo>
                  <a:lnTo>
                    <a:pt x="34505" y="18315"/>
                  </a:lnTo>
                  <a:lnTo>
                    <a:pt x="34505" y="19642"/>
                  </a:lnTo>
                  <a:lnTo>
                    <a:pt x="33311" y="18978"/>
                  </a:lnTo>
                  <a:lnTo>
                    <a:pt x="33311" y="17651"/>
                  </a:lnTo>
                  <a:lnTo>
                    <a:pt x="23755" y="12078"/>
                  </a:lnTo>
                  <a:close/>
                  <a:moveTo>
                    <a:pt x="44686" y="25553"/>
                  </a:moveTo>
                  <a:lnTo>
                    <a:pt x="45122" y="25879"/>
                  </a:lnTo>
                  <a:lnTo>
                    <a:pt x="45122" y="25804"/>
                  </a:lnTo>
                  <a:lnTo>
                    <a:pt x="44686" y="25553"/>
                  </a:lnTo>
                  <a:close/>
                  <a:moveTo>
                    <a:pt x="45122" y="24420"/>
                  </a:moveTo>
                  <a:lnTo>
                    <a:pt x="45122" y="25804"/>
                  </a:lnTo>
                  <a:lnTo>
                    <a:pt x="54677" y="31321"/>
                  </a:lnTo>
                  <a:lnTo>
                    <a:pt x="54677" y="29993"/>
                  </a:lnTo>
                  <a:lnTo>
                    <a:pt x="45122" y="24420"/>
                  </a:lnTo>
                  <a:close/>
                  <a:moveTo>
                    <a:pt x="55871" y="30657"/>
                  </a:moveTo>
                  <a:lnTo>
                    <a:pt x="55871" y="31984"/>
                  </a:lnTo>
                  <a:lnTo>
                    <a:pt x="55075" y="31586"/>
                  </a:lnTo>
                  <a:lnTo>
                    <a:pt x="76043" y="43663"/>
                  </a:lnTo>
                  <a:lnTo>
                    <a:pt x="76043" y="42336"/>
                  </a:lnTo>
                  <a:lnTo>
                    <a:pt x="66621" y="36894"/>
                  </a:lnTo>
                  <a:lnTo>
                    <a:pt x="66621" y="38222"/>
                  </a:lnTo>
                  <a:lnTo>
                    <a:pt x="65426" y="37425"/>
                  </a:lnTo>
                  <a:lnTo>
                    <a:pt x="65426" y="36098"/>
                  </a:lnTo>
                  <a:lnTo>
                    <a:pt x="55871" y="30657"/>
                  </a:lnTo>
                  <a:close/>
                  <a:moveTo>
                    <a:pt x="77238" y="42999"/>
                  </a:moveTo>
                  <a:lnTo>
                    <a:pt x="77238" y="44326"/>
                  </a:lnTo>
                  <a:lnTo>
                    <a:pt x="76840" y="44194"/>
                  </a:lnTo>
                  <a:lnTo>
                    <a:pt x="86793" y="49900"/>
                  </a:lnTo>
                  <a:lnTo>
                    <a:pt x="86793" y="48440"/>
                  </a:lnTo>
                  <a:lnTo>
                    <a:pt x="77238" y="42999"/>
                  </a:lnTo>
                  <a:close/>
                  <a:moveTo>
                    <a:pt x="87324" y="50165"/>
                  </a:moveTo>
                  <a:lnTo>
                    <a:pt x="87987" y="50564"/>
                  </a:lnTo>
                  <a:lnTo>
                    <a:pt x="87987" y="50550"/>
                  </a:lnTo>
                  <a:lnTo>
                    <a:pt x="87324" y="50165"/>
                  </a:lnTo>
                  <a:close/>
                  <a:moveTo>
                    <a:pt x="87987" y="49237"/>
                  </a:moveTo>
                  <a:lnTo>
                    <a:pt x="87987" y="50550"/>
                  </a:lnTo>
                  <a:lnTo>
                    <a:pt x="97410" y="56005"/>
                  </a:lnTo>
                  <a:lnTo>
                    <a:pt x="97410" y="54678"/>
                  </a:lnTo>
                  <a:lnTo>
                    <a:pt x="87987" y="49237"/>
                  </a:lnTo>
                  <a:close/>
                  <a:moveTo>
                    <a:pt x="1991" y="1"/>
                  </a:moveTo>
                  <a:lnTo>
                    <a:pt x="1460" y="134"/>
                  </a:lnTo>
                  <a:lnTo>
                    <a:pt x="1062" y="266"/>
                  </a:lnTo>
                  <a:lnTo>
                    <a:pt x="531" y="664"/>
                  </a:lnTo>
                  <a:lnTo>
                    <a:pt x="266" y="1063"/>
                  </a:lnTo>
                  <a:lnTo>
                    <a:pt x="0" y="1726"/>
                  </a:lnTo>
                  <a:lnTo>
                    <a:pt x="0" y="2522"/>
                  </a:lnTo>
                  <a:lnTo>
                    <a:pt x="0" y="3319"/>
                  </a:lnTo>
                  <a:lnTo>
                    <a:pt x="266" y="4248"/>
                  </a:lnTo>
                  <a:lnTo>
                    <a:pt x="664" y="5177"/>
                  </a:lnTo>
                  <a:lnTo>
                    <a:pt x="1062" y="5973"/>
                  </a:lnTo>
                  <a:lnTo>
                    <a:pt x="1593" y="6769"/>
                  </a:lnTo>
                  <a:lnTo>
                    <a:pt x="2256" y="7565"/>
                  </a:lnTo>
                  <a:lnTo>
                    <a:pt x="3053" y="8229"/>
                  </a:lnTo>
                  <a:lnTo>
                    <a:pt x="3716" y="8760"/>
                  </a:lnTo>
                  <a:lnTo>
                    <a:pt x="104709" y="67020"/>
                  </a:lnTo>
                  <a:lnTo>
                    <a:pt x="105638" y="67418"/>
                  </a:lnTo>
                  <a:lnTo>
                    <a:pt x="106567" y="67551"/>
                  </a:lnTo>
                  <a:lnTo>
                    <a:pt x="107098" y="67551"/>
                  </a:lnTo>
                  <a:lnTo>
                    <a:pt x="107628" y="67285"/>
                  </a:lnTo>
                  <a:lnTo>
                    <a:pt x="108027" y="67020"/>
                  </a:lnTo>
                  <a:lnTo>
                    <a:pt x="108425" y="66489"/>
                  </a:lnTo>
                  <a:lnTo>
                    <a:pt x="108557" y="65958"/>
                  </a:lnTo>
                  <a:lnTo>
                    <a:pt x="108690" y="65162"/>
                  </a:lnTo>
                  <a:lnTo>
                    <a:pt x="108690" y="65029"/>
                  </a:lnTo>
                  <a:lnTo>
                    <a:pt x="108557" y="64233"/>
                  </a:lnTo>
                  <a:lnTo>
                    <a:pt x="108425" y="63304"/>
                  </a:lnTo>
                  <a:lnTo>
                    <a:pt x="108027" y="62508"/>
                  </a:lnTo>
                  <a:lnTo>
                    <a:pt x="107628" y="61711"/>
                  </a:lnTo>
                  <a:lnTo>
                    <a:pt x="107098" y="60915"/>
                  </a:lnTo>
                  <a:lnTo>
                    <a:pt x="106434" y="60119"/>
                  </a:lnTo>
                  <a:lnTo>
                    <a:pt x="105770" y="59588"/>
                  </a:lnTo>
                  <a:lnTo>
                    <a:pt x="104974" y="59057"/>
                  </a:lnTo>
                  <a:lnTo>
                    <a:pt x="98604" y="55341"/>
                  </a:lnTo>
                  <a:lnTo>
                    <a:pt x="98604" y="56668"/>
                  </a:lnTo>
                  <a:lnTo>
                    <a:pt x="97808" y="56270"/>
                  </a:lnTo>
                  <a:lnTo>
                    <a:pt x="97808" y="56270"/>
                  </a:lnTo>
                  <a:lnTo>
                    <a:pt x="104443" y="59986"/>
                  </a:lnTo>
                  <a:lnTo>
                    <a:pt x="105107" y="60517"/>
                  </a:lnTo>
                  <a:lnTo>
                    <a:pt x="105638" y="61048"/>
                  </a:lnTo>
                  <a:lnTo>
                    <a:pt x="106169" y="61579"/>
                  </a:lnTo>
                  <a:lnTo>
                    <a:pt x="106699" y="62375"/>
                  </a:lnTo>
                  <a:lnTo>
                    <a:pt x="106965" y="63038"/>
                  </a:lnTo>
                  <a:lnTo>
                    <a:pt x="107363" y="63702"/>
                  </a:lnTo>
                  <a:lnTo>
                    <a:pt x="107496" y="64498"/>
                  </a:lnTo>
                  <a:lnTo>
                    <a:pt x="107496" y="65162"/>
                  </a:lnTo>
                  <a:lnTo>
                    <a:pt x="107363" y="65825"/>
                  </a:lnTo>
                  <a:lnTo>
                    <a:pt x="107230" y="66091"/>
                  </a:lnTo>
                  <a:lnTo>
                    <a:pt x="106965" y="66356"/>
                  </a:lnTo>
                  <a:lnTo>
                    <a:pt x="106567" y="66489"/>
                  </a:lnTo>
                  <a:lnTo>
                    <a:pt x="106036" y="66356"/>
                  </a:lnTo>
                  <a:lnTo>
                    <a:pt x="105372" y="66091"/>
                  </a:lnTo>
                  <a:lnTo>
                    <a:pt x="4380" y="7698"/>
                  </a:lnTo>
                  <a:lnTo>
                    <a:pt x="3716" y="7300"/>
                  </a:lnTo>
                  <a:lnTo>
                    <a:pt x="3053" y="6769"/>
                  </a:lnTo>
                  <a:lnTo>
                    <a:pt x="2522" y="6106"/>
                  </a:lnTo>
                  <a:lnTo>
                    <a:pt x="2124" y="5442"/>
                  </a:lnTo>
                  <a:lnTo>
                    <a:pt x="1725" y="4646"/>
                  </a:lnTo>
                  <a:lnTo>
                    <a:pt x="1460" y="3982"/>
                  </a:lnTo>
                  <a:lnTo>
                    <a:pt x="1195" y="3186"/>
                  </a:lnTo>
                  <a:lnTo>
                    <a:pt x="1195" y="2522"/>
                  </a:lnTo>
                  <a:lnTo>
                    <a:pt x="1327" y="1726"/>
                  </a:lnTo>
                  <a:lnTo>
                    <a:pt x="1460" y="1461"/>
                  </a:lnTo>
                  <a:lnTo>
                    <a:pt x="1593" y="1328"/>
                  </a:lnTo>
                  <a:lnTo>
                    <a:pt x="1991" y="1195"/>
                  </a:lnTo>
                  <a:lnTo>
                    <a:pt x="2522" y="1195"/>
                  </a:lnTo>
                  <a:lnTo>
                    <a:pt x="3185" y="1593"/>
                  </a:lnTo>
                  <a:lnTo>
                    <a:pt x="22990" y="13027"/>
                  </a:lnTo>
                  <a:lnTo>
                    <a:pt x="22561" y="12741"/>
                  </a:lnTo>
                  <a:lnTo>
                    <a:pt x="22561" y="11414"/>
                  </a:lnTo>
                  <a:lnTo>
                    <a:pt x="13139" y="5973"/>
                  </a:lnTo>
                  <a:lnTo>
                    <a:pt x="13139" y="7300"/>
                  </a:lnTo>
                  <a:lnTo>
                    <a:pt x="11944" y="6636"/>
                  </a:lnTo>
                  <a:lnTo>
                    <a:pt x="11944" y="5309"/>
                  </a:lnTo>
                  <a:lnTo>
                    <a:pt x="3716" y="532"/>
                  </a:lnTo>
                  <a:lnTo>
                    <a:pt x="2787" y="134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8"/>
            <p:cNvSpPr/>
            <p:nvPr/>
          </p:nvSpPr>
          <p:spPr>
            <a:xfrm>
              <a:off x="7238954" y="3286420"/>
              <a:ext cx="19813" cy="35216"/>
            </a:xfrm>
            <a:custGeom>
              <a:rect b="b" l="l" r="r" t="t"/>
              <a:pathLst>
                <a:path extrusionOk="0" fill="none" h="2124" w="1195">
                  <a:moveTo>
                    <a:pt x="1195" y="2124"/>
                  </a:moveTo>
                  <a:lnTo>
                    <a:pt x="0" y="1327"/>
                  </a:lnTo>
                  <a:lnTo>
                    <a:pt x="0" y="0"/>
                  </a:lnTo>
                  <a:lnTo>
                    <a:pt x="1195" y="796"/>
                  </a:lnTo>
                  <a:lnTo>
                    <a:pt x="1195" y="212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8"/>
            <p:cNvSpPr/>
            <p:nvPr/>
          </p:nvSpPr>
          <p:spPr>
            <a:xfrm>
              <a:off x="6884705" y="3081790"/>
              <a:ext cx="17608" cy="35216"/>
            </a:xfrm>
            <a:custGeom>
              <a:rect b="b" l="l" r="r" t="t"/>
              <a:pathLst>
                <a:path extrusionOk="0" fill="none" h="2124" w="1062">
                  <a:moveTo>
                    <a:pt x="1062" y="2123"/>
                  </a:moveTo>
                  <a:lnTo>
                    <a:pt x="0" y="1327"/>
                  </a:lnTo>
                  <a:lnTo>
                    <a:pt x="0" y="0"/>
                  </a:lnTo>
                  <a:lnTo>
                    <a:pt x="1062" y="664"/>
                  </a:lnTo>
                  <a:lnTo>
                    <a:pt x="1062" y="212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58"/>
            <p:cNvSpPr/>
            <p:nvPr/>
          </p:nvSpPr>
          <p:spPr>
            <a:xfrm>
              <a:off x="6706470" y="2980569"/>
              <a:ext cx="19813" cy="33027"/>
            </a:xfrm>
            <a:custGeom>
              <a:rect b="b" l="l" r="r" t="t"/>
              <a:pathLst>
                <a:path extrusionOk="0" fill="none" h="1992" w="1195">
                  <a:moveTo>
                    <a:pt x="1195" y="1991"/>
                  </a:moveTo>
                  <a:lnTo>
                    <a:pt x="1" y="1327"/>
                  </a:lnTo>
                  <a:lnTo>
                    <a:pt x="1" y="0"/>
                  </a:lnTo>
                  <a:lnTo>
                    <a:pt x="1195" y="664"/>
                  </a:lnTo>
                  <a:lnTo>
                    <a:pt x="1195" y="199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58"/>
            <p:cNvSpPr/>
            <p:nvPr/>
          </p:nvSpPr>
          <p:spPr>
            <a:xfrm>
              <a:off x="6173987" y="2707728"/>
              <a:ext cx="1762487" cy="1082575"/>
            </a:xfrm>
            <a:custGeom>
              <a:rect b="b" l="l" r="r" t="t"/>
              <a:pathLst>
                <a:path extrusionOk="0" fill="none" h="65294" w="106302">
                  <a:moveTo>
                    <a:pt x="105373" y="65294"/>
                  </a:moveTo>
                  <a:lnTo>
                    <a:pt x="105373" y="65294"/>
                  </a:lnTo>
                  <a:lnTo>
                    <a:pt x="104842" y="65161"/>
                  </a:lnTo>
                  <a:lnTo>
                    <a:pt x="104178" y="64896"/>
                  </a:lnTo>
                  <a:lnTo>
                    <a:pt x="3186" y="6503"/>
                  </a:lnTo>
                  <a:lnTo>
                    <a:pt x="3186" y="6503"/>
                  </a:lnTo>
                  <a:lnTo>
                    <a:pt x="2522" y="6105"/>
                  </a:lnTo>
                  <a:lnTo>
                    <a:pt x="1859" y="5574"/>
                  </a:lnTo>
                  <a:lnTo>
                    <a:pt x="1328" y="4911"/>
                  </a:lnTo>
                  <a:lnTo>
                    <a:pt x="930" y="4247"/>
                  </a:lnTo>
                  <a:lnTo>
                    <a:pt x="531" y="3451"/>
                  </a:lnTo>
                  <a:lnTo>
                    <a:pt x="266" y="2787"/>
                  </a:lnTo>
                  <a:lnTo>
                    <a:pt x="1" y="1991"/>
                  </a:lnTo>
                  <a:lnTo>
                    <a:pt x="1" y="1327"/>
                  </a:lnTo>
                  <a:lnTo>
                    <a:pt x="1" y="1327"/>
                  </a:lnTo>
                  <a:lnTo>
                    <a:pt x="133" y="531"/>
                  </a:lnTo>
                  <a:lnTo>
                    <a:pt x="266" y="266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1328" y="0"/>
                  </a:lnTo>
                  <a:lnTo>
                    <a:pt x="1991" y="398"/>
                  </a:lnTo>
                  <a:lnTo>
                    <a:pt x="53483" y="30126"/>
                  </a:lnTo>
                  <a:lnTo>
                    <a:pt x="53483" y="28798"/>
                  </a:lnTo>
                  <a:lnTo>
                    <a:pt x="54677" y="29462"/>
                  </a:lnTo>
                  <a:lnTo>
                    <a:pt x="54677" y="30789"/>
                  </a:lnTo>
                  <a:lnTo>
                    <a:pt x="53881" y="30391"/>
                  </a:lnTo>
                  <a:lnTo>
                    <a:pt x="74849" y="42468"/>
                  </a:lnTo>
                  <a:lnTo>
                    <a:pt x="74849" y="41141"/>
                  </a:lnTo>
                  <a:lnTo>
                    <a:pt x="76044" y="41804"/>
                  </a:lnTo>
                  <a:lnTo>
                    <a:pt x="76044" y="43131"/>
                  </a:lnTo>
                  <a:lnTo>
                    <a:pt x="75646" y="42999"/>
                  </a:lnTo>
                  <a:lnTo>
                    <a:pt x="85599" y="48705"/>
                  </a:lnTo>
                  <a:lnTo>
                    <a:pt x="85599" y="47245"/>
                  </a:lnTo>
                  <a:lnTo>
                    <a:pt x="86793" y="48042"/>
                  </a:lnTo>
                  <a:lnTo>
                    <a:pt x="86793" y="49369"/>
                  </a:lnTo>
                  <a:lnTo>
                    <a:pt x="86130" y="48970"/>
                  </a:lnTo>
                  <a:lnTo>
                    <a:pt x="96216" y="54810"/>
                  </a:lnTo>
                  <a:lnTo>
                    <a:pt x="96216" y="53483"/>
                  </a:lnTo>
                  <a:lnTo>
                    <a:pt x="97410" y="54146"/>
                  </a:lnTo>
                  <a:lnTo>
                    <a:pt x="97410" y="55473"/>
                  </a:lnTo>
                  <a:lnTo>
                    <a:pt x="96614" y="55075"/>
                  </a:lnTo>
                  <a:lnTo>
                    <a:pt x="103249" y="58791"/>
                  </a:lnTo>
                  <a:lnTo>
                    <a:pt x="103249" y="58791"/>
                  </a:lnTo>
                  <a:lnTo>
                    <a:pt x="103913" y="59322"/>
                  </a:lnTo>
                  <a:lnTo>
                    <a:pt x="104444" y="59853"/>
                  </a:lnTo>
                  <a:lnTo>
                    <a:pt x="104975" y="60384"/>
                  </a:lnTo>
                  <a:lnTo>
                    <a:pt x="105505" y="61180"/>
                  </a:lnTo>
                  <a:lnTo>
                    <a:pt x="105771" y="61843"/>
                  </a:lnTo>
                  <a:lnTo>
                    <a:pt x="106169" y="62507"/>
                  </a:lnTo>
                  <a:lnTo>
                    <a:pt x="106302" y="63303"/>
                  </a:lnTo>
                  <a:lnTo>
                    <a:pt x="106302" y="63967"/>
                  </a:lnTo>
                  <a:lnTo>
                    <a:pt x="106302" y="63967"/>
                  </a:lnTo>
                  <a:lnTo>
                    <a:pt x="106169" y="64630"/>
                  </a:lnTo>
                  <a:lnTo>
                    <a:pt x="106036" y="64896"/>
                  </a:lnTo>
                  <a:lnTo>
                    <a:pt x="105771" y="65161"/>
                  </a:lnTo>
                  <a:lnTo>
                    <a:pt x="105771" y="65161"/>
                  </a:lnTo>
                  <a:lnTo>
                    <a:pt x="105373" y="6529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8"/>
            <p:cNvSpPr/>
            <p:nvPr/>
          </p:nvSpPr>
          <p:spPr>
            <a:xfrm>
              <a:off x="6154191" y="2687915"/>
              <a:ext cx="1802097" cy="1119996"/>
            </a:xfrm>
            <a:custGeom>
              <a:rect b="b" l="l" r="r" t="t"/>
              <a:pathLst>
                <a:path extrusionOk="0" fill="none" h="67551" w="108691">
                  <a:moveTo>
                    <a:pt x="1991" y="1"/>
                  </a:moveTo>
                  <a:lnTo>
                    <a:pt x="1991" y="1"/>
                  </a:lnTo>
                  <a:lnTo>
                    <a:pt x="1460" y="134"/>
                  </a:lnTo>
                  <a:lnTo>
                    <a:pt x="1062" y="266"/>
                  </a:lnTo>
                  <a:lnTo>
                    <a:pt x="1062" y="266"/>
                  </a:lnTo>
                  <a:lnTo>
                    <a:pt x="531" y="664"/>
                  </a:lnTo>
                  <a:lnTo>
                    <a:pt x="266" y="1063"/>
                  </a:lnTo>
                  <a:lnTo>
                    <a:pt x="0" y="1726"/>
                  </a:lnTo>
                  <a:lnTo>
                    <a:pt x="0" y="2522"/>
                  </a:lnTo>
                  <a:lnTo>
                    <a:pt x="0" y="2522"/>
                  </a:lnTo>
                  <a:lnTo>
                    <a:pt x="0" y="3319"/>
                  </a:lnTo>
                  <a:lnTo>
                    <a:pt x="266" y="4248"/>
                  </a:lnTo>
                  <a:lnTo>
                    <a:pt x="664" y="5177"/>
                  </a:lnTo>
                  <a:lnTo>
                    <a:pt x="1062" y="5973"/>
                  </a:lnTo>
                  <a:lnTo>
                    <a:pt x="1593" y="6769"/>
                  </a:lnTo>
                  <a:lnTo>
                    <a:pt x="2256" y="7565"/>
                  </a:lnTo>
                  <a:lnTo>
                    <a:pt x="3053" y="8229"/>
                  </a:lnTo>
                  <a:lnTo>
                    <a:pt x="3716" y="8760"/>
                  </a:lnTo>
                  <a:lnTo>
                    <a:pt x="104709" y="67020"/>
                  </a:lnTo>
                  <a:lnTo>
                    <a:pt x="104709" y="67020"/>
                  </a:lnTo>
                  <a:lnTo>
                    <a:pt x="105638" y="67418"/>
                  </a:lnTo>
                  <a:lnTo>
                    <a:pt x="106567" y="67551"/>
                  </a:lnTo>
                  <a:lnTo>
                    <a:pt x="106567" y="67551"/>
                  </a:lnTo>
                  <a:lnTo>
                    <a:pt x="107098" y="67551"/>
                  </a:lnTo>
                  <a:lnTo>
                    <a:pt x="107628" y="67285"/>
                  </a:lnTo>
                  <a:lnTo>
                    <a:pt x="107628" y="67285"/>
                  </a:lnTo>
                  <a:lnTo>
                    <a:pt x="108027" y="67020"/>
                  </a:lnTo>
                  <a:lnTo>
                    <a:pt x="108425" y="66489"/>
                  </a:lnTo>
                  <a:lnTo>
                    <a:pt x="108557" y="65958"/>
                  </a:lnTo>
                  <a:lnTo>
                    <a:pt x="108690" y="65162"/>
                  </a:lnTo>
                  <a:lnTo>
                    <a:pt x="108690" y="65162"/>
                  </a:lnTo>
                  <a:lnTo>
                    <a:pt x="108690" y="65029"/>
                  </a:lnTo>
                  <a:lnTo>
                    <a:pt x="108690" y="65029"/>
                  </a:lnTo>
                  <a:lnTo>
                    <a:pt x="108557" y="64233"/>
                  </a:lnTo>
                  <a:lnTo>
                    <a:pt x="108425" y="63304"/>
                  </a:lnTo>
                  <a:lnTo>
                    <a:pt x="108027" y="62508"/>
                  </a:lnTo>
                  <a:lnTo>
                    <a:pt x="107628" y="61711"/>
                  </a:lnTo>
                  <a:lnTo>
                    <a:pt x="107098" y="60915"/>
                  </a:lnTo>
                  <a:lnTo>
                    <a:pt x="106434" y="60119"/>
                  </a:lnTo>
                  <a:lnTo>
                    <a:pt x="105770" y="59588"/>
                  </a:lnTo>
                  <a:lnTo>
                    <a:pt x="104974" y="59057"/>
                  </a:lnTo>
                  <a:lnTo>
                    <a:pt x="98604" y="55341"/>
                  </a:lnTo>
                  <a:lnTo>
                    <a:pt x="98604" y="55341"/>
                  </a:lnTo>
                  <a:lnTo>
                    <a:pt x="97410" y="54678"/>
                  </a:lnTo>
                  <a:lnTo>
                    <a:pt x="87987" y="49237"/>
                  </a:lnTo>
                  <a:lnTo>
                    <a:pt x="87987" y="49237"/>
                  </a:lnTo>
                  <a:lnTo>
                    <a:pt x="86793" y="48440"/>
                  </a:lnTo>
                  <a:lnTo>
                    <a:pt x="77238" y="42999"/>
                  </a:lnTo>
                  <a:lnTo>
                    <a:pt x="77238" y="42999"/>
                  </a:lnTo>
                  <a:lnTo>
                    <a:pt x="76043" y="42336"/>
                  </a:lnTo>
                  <a:lnTo>
                    <a:pt x="66621" y="36894"/>
                  </a:lnTo>
                  <a:lnTo>
                    <a:pt x="66621" y="36894"/>
                  </a:lnTo>
                  <a:lnTo>
                    <a:pt x="65426" y="36098"/>
                  </a:lnTo>
                  <a:lnTo>
                    <a:pt x="55871" y="30657"/>
                  </a:lnTo>
                  <a:lnTo>
                    <a:pt x="55871" y="30657"/>
                  </a:lnTo>
                  <a:lnTo>
                    <a:pt x="54677" y="29993"/>
                  </a:lnTo>
                  <a:lnTo>
                    <a:pt x="45122" y="24420"/>
                  </a:lnTo>
                  <a:lnTo>
                    <a:pt x="45122" y="24420"/>
                  </a:lnTo>
                  <a:lnTo>
                    <a:pt x="44060" y="23756"/>
                  </a:lnTo>
                  <a:lnTo>
                    <a:pt x="34505" y="18315"/>
                  </a:lnTo>
                  <a:lnTo>
                    <a:pt x="34505" y="18315"/>
                  </a:lnTo>
                  <a:lnTo>
                    <a:pt x="33311" y="17651"/>
                  </a:lnTo>
                  <a:lnTo>
                    <a:pt x="23755" y="12078"/>
                  </a:lnTo>
                  <a:lnTo>
                    <a:pt x="23755" y="13537"/>
                  </a:lnTo>
                  <a:lnTo>
                    <a:pt x="22561" y="12741"/>
                  </a:lnTo>
                  <a:lnTo>
                    <a:pt x="22561" y="11414"/>
                  </a:lnTo>
                  <a:lnTo>
                    <a:pt x="23490" y="11945"/>
                  </a:lnTo>
                  <a:lnTo>
                    <a:pt x="22561" y="11414"/>
                  </a:lnTo>
                  <a:lnTo>
                    <a:pt x="13139" y="5973"/>
                  </a:lnTo>
                  <a:lnTo>
                    <a:pt x="13139" y="7300"/>
                  </a:lnTo>
                  <a:lnTo>
                    <a:pt x="11944" y="6636"/>
                  </a:lnTo>
                  <a:lnTo>
                    <a:pt x="11944" y="5309"/>
                  </a:lnTo>
                  <a:lnTo>
                    <a:pt x="3716" y="532"/>
                  </a:lnTo>
                  <a:lnTo>
                    <a:pt x="3716" y="532"/>
                  </a:lnTo>
                  <a:lnTo>
                    <a:pt x="2787" y="134"/>
                  </a:lnTo>
                  <a:lnTo>
                    <a:pt x="19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8"/>
            <p:cNvSpPr/>
            <p:nvPr/>
          </p:nvSpPr>
          <p:spPr>
            <a:xfrm>
              <a:off x="6173987" y="2707728"/>
              <a:ext cx="1762487" cy="1082575"/>
            </a:xfrm>
            <a:custGeom>
              <a:rect b="b" l="l" r="r" t="t"/>
              <a:pathLst>
                <a:path extrusionOk="0" h="65294" w="106302">
                  <a:moveTo>
                    <a:pt x="797" y="0"/>
                  </a:moveTo>
                  <a:lnTo>
                    <a:pt x="399" y="133"/>
                  </a:lnTo>
                  <a:lnTo>
                    <a:pt x="266" y="266"/>
                  </a:lnTo>
                  <a:lnTo>
                    <a:pt x="133" y="531"/>
                  </a:lnTo>
                  <a:lnTo>
                    <a:pt x="1" y="1327"/>
                  </a:lnTo>
                  <a:lnTo>
                    <a:pt x="1" y="1991"/>
                  </a:lnTo>
                  <a:lnTo>
                    <a:pt x="266" y="2787"/>
                  </a:lnTo>
                  <a:lnTo>
                    <a:pt x="531" y="3451"/>
                  </a:lnTo>
                  <a:lnTo>
                    <a:pt x="930" y="4247"/>
                  </a:lnTo>
                  <a:lnTo>
                    <a:pt x="1328" y="4911"/>
                  </a:lnTo>
                  <a:lnTo>
                    <a:pt x="1859" y="5574"/>
                  </a:lnTo>
                  <a:lnTo>
                    <a:pt x="2522" y="6105"/>
                  </a:lnTo>
                  <a:lnTo>
                    <a:pt x="3186" y="6503"/>
                  </a:lnTo>
                  <a:lnTo>
                    <a:pt x="104178" y="64896"/>
                  </a:lnTo>
                  <a:lnTo>
                    <a:pt x="104842" y="65161"/>
                  </a:lnTo>
                  <a:lnTo>
                    <a:pt x="105373" y="65294"/>
                  </a:lnTo>
                  <a:lnTo>
                    <a:pt x="105771" y="65161"/>
                  </a:lnTo>
                  <a:lnTo>
                    <a:pt x="106036" y="64896"/>
                  </a:lnTo>
                  <a:lnTo>
                    <a:pt x="106169" y="64630"/>
                  </a:lnTo>
                  <a:lnTo>
                    <a:pt x="106302" y="63967"/>
                  </a:lnTo>
                  <a:lnTo>
                    <a:pt x="106302" y="63303"/>
                  </a:lnTo>
                  <a:lnTo>
                    <a:pt x="106169" y="62507"/>
                  </a:lnTo>
                  <a:lnTo>
                    <a:pt x="105771" y="61843"/>
                  </a:lnTo>
                  <a:lnTo>
                    <a:pt x="105505" y="61180"/>
                  </a:lnTo>
                  <a:lnTo>
                    <a:pt x="104975" y="60384"/>
                  </a:lnTo>
                  <a:lnTo>
                    <a:pt x="104444" y="59853"/>
                  </a:lnTo>
                  <a:lnTo>
                    <a:pt x="103913" y="59322"/>
                  </a:lnTo>
                  <a:lnTo>
                    <a:pt x="103249" y="58791"/>
                  </a:lnTo>
                  <a:lnTo>
                    <a:pt x="1991" y="39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8"/>
            <p:cNvSpPr/>
            <p:nvPr/>
          </p:nvSpPr>
          <p:spPr>
            <a:xfrm>
              <a:off x="6173987" y="2707728"/>
              <a:ext cx="1762487" cy="1082575"/>
            </a:xfrm>
            <a:custGeom>
              <a:rect b="b" l="l" r="r" t="t"/>
              <a:pathLst>
                <a:path extrusionOk="0" fill="none" h="65294" w="106302">
                  <a:moveTo>
                    <a:pt x="105373" y="65294"/>
                  </a:moveTo>
                  <a:lnTo>
                    <a:pt x="105373" y="65294"/>
                  </a:lnTo>
                  <a:lnTo>
                    <a:pt x="104842" y="65161"/>
                  </a:lnTo>
                  <a:lnTo>
                    <a:pt x="104178" y="64896"/>
                  </a:lnTo>
                  <a:lnTo>
                    <a:pt x="3186" y="6503"/>
                  </a:lnTo>
                  <a:lnTo>
                    <a:pt x="3186" y="6503"/>
                  </a:lnTo>
                  <a:lnTo>
                    <a:pt x="2522" y="6105"/>
                  </a:lnTo>
                  <a:lnTo>
                    <a:pt x="1859" y="5574"/>
                  </a:lnTo>
                  <a:lnTo>
                    <a:pt x="1328" y="4911"/>
                  </a:lnTo>
                  <a:lnTo>
                    <a:pt x="930" y="4247"/>
                  </a:lnTo>
                  <a:lnTo>
                    <a:pt x="531" y="3451"/>
                  </a:lnTo>
                  <a:lnTo>
                    <a:pt x="266" y="2787"/>
                  </a:lnTo>
                  <a:lnTo>
                    <a:pt x="1" y="1991"/>
                  </a:lnTo>
                  <a:lnTo>
                    <a:pt x="1" y="1327"/>
                  </a:lnTo>
                  <a:lnTo>
                    <a:pt x="1" y="1327"/>
                  </a:lnTo>
                  <a:lnTo>
                    <a:pt x="133" y="531"/>
                  </a:lnTo>
                  <a:lnTo>
                    <a:pt x="266" y="266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1328" y="0"/>
                  </a:lnTo>
                  <a:lnTo>
                    <a:pt x="1991" y="398"/>
                  </a:lnTo>
                  <a:lnTo>
                    <a:pt x="103249" y="58791"/>
                  </a:lnTo>
                  <a:lnTo>
                    <a:pt x="103249" y="58791"/>
                  </a:lnTo>
                  <a:lnTo>
                    <a:pt x="103913" y="59322"/>
                  </a:lnTo>
                  <a:lnTo>
                    <a:pt x="104444" y="59853"/>
                  </a:lnTo>
                  <a:lnTo>
                    <a:pt x="104975" y="60384"/>
                  </a:lnTo>
                  <a:lnTo>
                    <a:pt x="105505" y="61180"/>
                  </a:lnTo>
                  <a:lnTo>
                    <a:pt x="105771" y="61843"/>
                  </a:lnTo>
                  <a:lnTo>
                    <a:pt x="106169" y="62507"/>
                  </a:lnTo>
                  <a:lnTo>
                    <a:pt x="106302" y="63303"/>
                  </a:lnTo>
                  <a:lnTo>
                    <a:pt x="106302" y="63967"/>
                  </a:lnTo>
                  <a:lnTo>
                    <a:pt x="106302" y="63967"/>
                  </a:lnTo>
                  <a:lnTo>
                    <a:pt x="106169" y="64630"/>
                  </a:lnTo>
                  <a:lnTo>
                    <a:pt x="106036" y="64896"/>
                  </a:lnTo>
                  <a:lnTo>
                    <a:pt x="105771" y="65161"/>
                  </a:lnTo>
                  <a:lnTo>
                    <a:pt x="105771" y="65161"/>
                  </a:lnTo>
                  <a:lnTo>
                    <a:pt x="105373" y="6529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8"/>
            <p:cNvSpPr/>
            <p:nvPr/>
          </p:nvSpPr>
          <p:spPr>
            <a:xfrm>
              <a:off x="7839647" y="3686877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664" y="0"/>
                  </a:moveTo>
                  <a:lnTo>
                    <a:pt x="266" y="133"/>
                  </a:lnTo>
                  <a:lnTo>
                    <a:pt x="0" y="399"/>
                  </a:lnTo>
                  <a:lnTo>
                    <a:pt x="0" y="929"/>
                  </a:lnTo>
                  <a:lnTo>
                    <a:pt x="0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3"/>
                  </a:lnTo>
                  <a:lnTo>
                    <a:pt x="1991" y="3053"/>
                  </a:lnTo>
                  <a:lnTo>
                    <a:pt x="2257" y="2787"/>
                  </a:lnTo>
                  <a:lnTo>
                    <a:pt x="2257" y="2257"/>
                  </a:lnTo>
                  <a:lnTo>
                    <a:pt x="2257" y="1726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266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58"/>
            <p:cNvSpPr/>
            <p:nvPr/>
          </p:nvSpPr>
          <p:spPr>
            <a:xfrm>
              <a:off x="7661412" y="3585656"/>
              <a:ext cx="37421" cy="50635"/>
            </a:xfrm>
            <a:custGeom>
              <a:rect b="b" l="l" r="r" t="t"/>
              <a:pathLst>
                <a:path extrusionOk="0" h="3054" w="2257">
                  <a:moveTo>
                    <a:pt x="266" y="1"/>
                  </a:moveTo>
                  <a:lnTo>
                    <a:pt x="1" y="266"/>
                  </a:lnTo>
                  <a:lnTo>
                    <a:pt x="1" y="797"/>
                  </a:lnTo>
                  <a:lnTo>
                    <a:pt x="1" y="1328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3" y="2788"/>
                  </a:lnTo>
                  <a:lnTo>
                    <a:pt x="1593" y="3053"/>
                  </a:lnTo>
                  <a:lnTo>
                    <a:pt x="1992" y="2920"/>
                  </a:lnTo>
                  <a:lnTo>
                    <a:pt x="2257" y="2655"/>
                  </a:lnTo>
                  <a:lnTo>
                    <a:pt x="2257" y="2124"/>
                  </a:lnTo>
                  <a:lnTo>
                    <a:pt x="2257" y="1593"/>
                  </a:lnTo>
                  <a:lnTo>
                    <a:pt x="1992" y="930"/>
                  </a:lnTo>
                  <a:lnTo>
                    <a:pt x="1593" y="532"/>
                  </a:lnTo>
                  <a:lnTo>
                    <a:pt x="1063" y="134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58"/>
            <p:cNvSpPr/>
            <p:nvPr/>
          </p:nvSpPr>
          <p:spPr>
            <a:xfrm>
              <a:off x="7483194" y="3482247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266" y="0"/>
                  </a:moveTo>
                  <a:lnTo>
                    <a:pt x="0" y="399"/>
                  </a:lnTo>
                  <a:lnTo>
                    <a:pt x="0" y="797"/>
                  </a:lnTo>
                  <a:lnTo>
                    <a:pt x="0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3"/>
                  </a:lnTo>
                  <a:lnTo>
                    <a:pt x="1991" y="2920"/>
                  </a:lnTo>
                  <a:lnTo>
                    <a:pt x="2256" y="2655"/>
                  </a:lnTo>
                  <a:lnTo>
                    <a:pt x="2256" y="2124"/>
                  </a:lnTo>
                  <a:lnTo>
                    <a:pt x="2256" y="1593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13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8"/>
            <p:cNvSpPr/>
            <p:nvPr/>
          </p:nvSpPr>
          <p:spPr>
            <a:xfrm>
              <a:off x="7304959" y="3378837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664" y="0"/>
                  </a:moveTo>
                  <a:lnTo>
                    <a:pt x="266" y="133"/>
                  </a:lnTo>
                  <a:lnTo>
                    <a:pt x="1" y="398"/>
                  </a:lnTo>
                  <a:lnTo>
                    <a:pt x="1" y="796"/>
                  </a:lnTo>
                  <a:lnTo>
                    <a:pt x="1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2"/>
                  </a:lnTo>
                  <a:lnTo>
                    <a:pt x="1991" y="2920"/>
                  </a:lnTo>
                  <a:lnTo>
                    <a:pt x="2257" y="2654"/>
                  </a:lnTo>
                  <a:lnTo>
                    <a:pt x="2257" y="2256"/>
                  </a:lnTo>
                  <a:lnTo>
                    <a:pt x="2257" y="1593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13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8"/>
            <p:cNvSpPr/>
            <p:nvPr/>
          </p:nvSpPr>
          <p:spPr>
            <a:xfrm>
              <a:off x="7126740" y="3275411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664" y="1"/>
                  </a:moveTo>
                  <a:lnTo>
                    <a:pt x="266" y="133"/>
                  </a:lnTo>
                  <a:lnTo>
                    <a:pt x="0" y="399"/>
                  </a:lnTo>
                  <a:lnTo>
                    <a:pt x="0" y="930"/>
                  </a:lnTo>
                  <a:lnTo>
                    <a:pt x="0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3"/>
                  </a:lnTo>
                  <a:lnTo>
                    <a:pt x="1991" y="3053"/>
                  </a:lnTo>
                  <a:lnTo>
                    <a:pt x="2256" y="2788"/>
                  </a:lnTo>
                  <a:lnTo>
                    <a:pt x="2256" y="2257"/>
                  </a:lnTo>
                  <a:lnTo>
                    <a:pt x="2256" y="1726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266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8"/>
            <p:cNvSpPr/>
            <p:nvPr/>
          </p:nvSpPr>
          <p:spPr>
            <a:xfrm>
              <a:off x="6948505" y="3174190"/>
              <a:ext cx="37421" cy="48430"/>
            </a:xfrm>
            <a:custGeom>
              <a:rect b="b" l="l" r="r" t="t"/>
              <a:pathLst>
                <a:path extrusionOk="0" h="2921" w="2257">
                  <a:moveTo>
                    <a:pt x="266" y="1"/>
                  </a:moveTo>
                  <a:lnTo>
                    <a:pt x="1" y="266"/>
                  </a:lnTo>
                  <a:lnTo>
                    <a:pt x="1" y="797"/>
                  </a:lnTo>
                  <a:lnTo>
                    <a:pt x="1" y="1328"/>
                  </a:lnTo>
                  <a:lnTo>
                    <a:pt x="266" y="1992"/>
                  </a:lnTo>
                  <a:lnTo>
                    <a:pt x="664" y="2390"/>
                  </a:lnTo>
                  <a:lnTo>
                    <a:pt x="1062" y="2788"/>
                  </a:lnTo>
                  <a:lnTo>
                    <a:pt x="1593" y="2921"/>
                  </a:lnTo>
                  <a:lnTo>
                    <a:pt x="1991" y="2921"/>
                  </a:lnTo>
                  <a:lnTo>
                    <a:pt x="2257" y="2655"/>
                  </a:lnTo>
                  <a:lnTo>
                    <a:pt x="2257" y="2124"/>
                  </a:lnTo>
                  <a:lnTo>
                    <a:pt x="2257" y="1593"/>
                  </a:lnTo>
                  <a:lnTo>
                    <a:pt x="1991" y="930"/>
                  </a:lnTo>
                  <a:lnTo>
                    <a:pt x="1593" y="532"/>
                  </a:lnTo>
                  <a:lnTo>
                    <a:pt x="1062" y="134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8"/>
            <p:cNvSpPr/>
            <p:nvPr/>
          </p:nvSpPr>
          <p:spPr>
            <a:xfrm>
              <a:off x="6770287" y="3070781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266" y="1"/>
                  </a:moveTo>
                  <a:lnTo>
                    <a:pt x="0" y="399"/>
                  </a:lnTo>
                  <a:lnTo>
                    <a:pt x="0" y="797"/>
                  </a:lnTo>
                  <a:lnTo>
                    <a:pt x="0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3"/>
                  </a:lnTo>
                  <a:lnTo>
                    <a:pt x="1991" y="2920"/>
                  </a:lnTo>
                  <a:lnTo>
                    <a:pt x="2256" y="2655"/>
                  </a:lnTo>
                  <a:lnTo>
                    <a:pt x="2256" y="2124"/>
                  </a:lnTo>
                  <a:lnTo>
                    <a:pt x="2256" y="1593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13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8"/>
            <p:cNvSpPr/>
            <p:nvPr/>
          </p:nvSpPr>
          <p:spPr>
            <a:xfrm>
              <a:off x="6592052" y="2967371"/>
              <a:ext cx="37421" cy="50619"/>
            </a:xfrm>
            <a:custGeom>
              <a:rect b="b" l="l" r="r" t="t"/>
              <a:pathLst>
                <a:path extrusionOk="0" h="3053" w="2257">
                  <a:moveTo>
                    <a:pt x="664" y="0"/>
                  </a:moveTo>
                  <a:lnTo>
                    <a:pt x="266" y="133"/>
                  </a:lnTo>
                  <a:lnTo>
                    <a:pt x="1" y="398"/>
                  </a:lnTo>
                  <a:lnTo>
                    <a:pt x="1" y="796"/>
                  </a:lnTo>
                  <a:lnTo>
                    <a:pt x="1" y="1460"/>
                  </a:lnTo>
                  <a:lnTo>
                    <a:pt x="266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2"/>
                  </a:lnTo>
                  <a:lnTo>
                    <a:pt x="1991" y="2920"/>
                  </a:lnTo>
                  <a:lnTo>
                    <a:pt x="2257" y="2654"/>
                  </a:lnTo>
                  <a:lnTo>
                    <a:pt x="2257" y="2256"/>
                  </a:lnTo>
                  <a:lnTo>
                    <a:pt x="2257" y="1593"/>
                  </a:lnTo>
                  <a:lnTo>
                    <a:pt x="1991" y="1062"/>
                  </a:lnTo>
                  <a:lnTo>
                    <a:pt x="1593" y="531"/>
                  </a:lnTo>
                  <a:lnTo>
                    <a:pt x="1062" y="13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8"/>
            <p:cNvSpPr/>
            <p:nvPr/>
          </p:nvSpPr>
          <p:spPr>
            <a:xfrm>
              <a:off x="6413833" y="2863945"/>
              <a:ext cx="37421" cy="50635"/>
            </a:xfrm>
            <a:custGeom>
              <a:rect b="b" l="l" r="r" t="t"/>
              <a:pathLst>
                <a:path extrusionOk="0" h="3054" w="2257">
                  <a:moveTo>
                    <a:pt x="664" y="1"/>
                  </a:moveTo>
                  <a:lnTo>
                    <a:pt x="265" y="133"/>
                  </a:lnTo>
                  <a:lnTo>
                    <a:pt x="0" y="399"/>
                  </a:lnTo>
                  <a:lnTo>
                    <a:pt x="0" y="930"/>
                  </a:lnTo>
                  <a:lnTo>
                    <a:pt x="0" y="1461"/>
                  </a:lnTo>
                  <a:lnTo>
                    <a:pt x="265" y="1991"/>
                  </a:lnTo>
                  <a:lnTo>
                    <a:pt x="664" y="2522"/>
                  </a:lnTo>
                  <a:lnTo>
                    <a:pt x="1062" y="2920"/>
                  </a:lnTo>
                  <a:lnTo>
                    <a:pt x="1593" y="3053"/>
                  </a:lnTo>
                  <a:lnTo>
                    <a:pt x="1991" y="3053"/>
                  </a:lnTo>
                  <a:lnTo>
                    <a:pt x="2256" y="2655"/>
                  </a:lnTo>
                  <a:lnTo>
                    <a:pt x="2256" y="2257"/>
                  </a:lnTo>
                  <a:lnTo>
                    <a:pt x="2256" y="1726"/>
                  </a:lnTo>
                  <a:lnTo>
                    <a:pt x="1991" y="1062"/>
                  </a:lnTo>
                  <a:lnTo>
                    <a:pt x="1593" y="532"/>
                  </a:lnTo>
                  <a:lnTo>
                    <a:pt x="1062" y="266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8"/>
            <p:cNvSpPr/>
            <p:nvPr/>
          </p:nvSpPr>
          <p:spPr>
            <a:xfrm>
              <a:off x="6235598" y="2762741"/>
              <a:ext cx="37421" cy="48414"/>
            </a:xfrm>
            <a:custGeom>
              <a:rect b="b" l="l" r="r" t="t"/>
              <a:pathLst>
                <a:path extrusionOk="0" h="2920" w="2257">
                  <a:moveTo>
                    <a:pt x="266" y="0"/>
                  </a:moveTo>
                  <a:lnTo>
                    <a:pt x="1" y="265"/>
                  </a:lnTo>
                  <a:lnTo>
                    <a:pt x="1" y="796"/>
                  </a:lnTo>
                  <a:lnTo>
                    <a:pt x="1" y="1327"/>
                  </a:lnTo>
                  <a:lnTo>
                    <a:pt x="266" y="1991"/>
                  </a:lnTo>
                  <a:lnTo>
                    <a:pt x="664" y="2389"/>
                  </a:lnTo>
                  <a:lnTo>
                    <a:pt x="1062" y="2787"/>
                  </a:lnTo>
                  <a:lnTo>
                    <a:pt x="1593" y="2920"/>
                  </a:lnTo>
                  <a:lnTo>
                    <a:pt x="1991" y="2920"/>
                  </a:lnTo>
                  <a:lnTo>
                    <a:pt x="2257" y="2654"/>
                  </a:lnTo>
                  <a:lnTo>
                    <a:pt x="2257" y="2123"/>
                  </a:lnTo>
                  <a:lnTo>
                    <a:pt x="2257" y="1593"/>
                  </a:lnTo>
                  <a:lnTo>
                    <a:pt x="1991" y="929"/>
                  </a:lnTo>
                  <a:lnTo>
                    <a:pt x="1593" y="531"/>
                  </a:lnTo>
                  <a:lnTo>
                    <a:pt x="1062" y="13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8"/>
            <p:cNvSpPr/>
            <p:nvPr/>
          </p:nvSpPr>
          <p:spPr>
            <a:xfrm>
              <a:off x="7769232" y="3594460"/>
              <a:ext cx="19830" cy="33027"/>
            </a:xfrm>
            <a:custGeom>
              <a:rect b="b" l="l" r="r" t="t"/>
              <a:pathLst>
                <a:path extrusionOk="0" h="1992" w="1196">
                  <a:moveTo>
                    <a:pt x="1" y="1"/>
                  </a:moveTo>
                  <a:lnTo>
                    <a:pt x="1" y="1328"/>
                  </a:lnTo>
                  <a:lnTo>
                    <a:pt x="399" y="1593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8"/>
            <p:cNvSpPr/>
            <p:nvPr/>
          </p:nvSpPr>
          <p:spPr>
            <a:xfrm>
              <a:off x="7769232" y="3594460"/>
              <a:ext cx="19830" cy="33027"/>
            </a:xfrm>
            <a:custGeom>
              <a:rect b="b" l="l" r="r" t="t"/>
              <a:pathLst>
                <a:path extrusionOk="0" fill="none" h="1992" w="1196">
                  <a:moveTo>
                    <a:pt x="1" y="1"/>
                  </a:moveTo>
                  <a:lnTo>
                    <a:pt x="1" y="1328"/>
                  </a:lnTo>
                  <a:lnTo>
                    <a:pt x="399" y="1593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58"/>
            <p:cNvSpPr/>
            <p:nvPr/>
          </p:nvSpPr>
          <p:spPr>
            <a:xfrm>
              <a:off x="7769232" y="3616462"/>
              <a:ext cx="6615" cy="4427"/>
            </a:xfrm>
            <a:custGeom>
              <a:rect b="b" l="l" r="r" t="t"/>
              <a:pathLst>
                <a:path extrusionOk="0" h="267" w="399">
                  <a:moveTo>
                    <a:pt x="1" y="1"/>
                  </a:moveTo>
                  <a:lnTo>
                    <a:pt x="1" y="1"/>
                  </a:lnTo>
                  <a:lnTo>
                    <a:pt x="399" y="2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58"/>
            <p:cNvSpPr/>
            <p:nvPr/>
          </p:nvSpPr>
          <p:spPr>
            <a:xfrm>
              <a:off x="7769232" y="3616462"/>
              <a:ext cx="6615" cy="4427"/>
            </a:xfrm>
            <a:custGeom>
              <a:rect b="b" l="l" r="r" t="t"/>
              <a:pathLst>
                <a:path extrusionOk="0" fill="none" h="267" w="399">
                  <a:moveTo>
                    <a:pt x="1" y="1"/>
                  </a:moveTo>
                  <a:lnTo>
                    <a:pt x="1" y="1"/>
                  </a:lnTo>
                  <a:lnTo>
                    <a:pt x="399" y="2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58"/>
            <p:cNvSpPr/>
            <p:nvPr/>
          </p:nvSpPr>
          <p:spPr>
            <a:xfrm>
              <a:off x="7593202" y="3491051"/>
              <a:ext cx="19830" cy="35216"/>
            </a:xfrm>
            <a:custGeom>
              <a:rect b="b" l="l" r="r" t="t"/>
              <a:pathLst>
                <a:path extrusionOk="0" h="2124" w="1196">
                  <a:moveTo>
                    <a:pt x="1" y="0"/>
                  </a:moveTo>
                  <a:lnTo>
                    <a:pt x="1" y="1460"/>
                  </a:lnTo>
                  <a:lnTo>
                    <a:pt x="532" y="1725"/>
                  </a:lnTo>
                  <a:lnTo>
                    <a:pt x="1195" y="2124"/>
                  </a:lnTo>
                  <a:lnTo>
                    <a:pt x="1195" y="7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58"/>
            <p:cNvSpPr/>
            <p:nvPr/>
          </p:nvSpPr>
          <p:spPr>
            <a:xfrm>
              <a:off x="7593202" y="3491051"/>
              <a:ext cx="19830" cy="35216"/>
            </a:xfrm>
            <a:custGeom>
              <a:rect b="b" l="l" r="r" t="t"/>
              <a:pathLst>
                <a:path extrusionOk="0" fill="none" h="2124" w="1196">
                  <a:moveTo>
                    <a:pt x="1" y="0"/>
                  </a:moveTo>
                  <a:lnTo>
                    <a:pt x="1" y="1460"/>
                  </a:lnTo>
                  <a:lnTo>
                    <a:pt x="532" y="1725"/>
                  </a:lnTo>
                  <a:lnTo>
                    <a:pt x="1195" y="2124"/>
                  </a:lnTo>
                  <a:lnTo>
                    <a:pt x="1195" y="79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58"/>
            <p:cNvSpPr/>
            <p:nvPr/>
          </p:nvSpPr>
          <p:spPr>
            <a:xfrm>
              <a:off x="7593202" y="3515257"/>
              <a:ext cx="8821" cy="4410"/>
            </a:xfrm>
            <a:custGeom>
              <a:rect b="b" l="l" r="r" t="t"/>
              <a:pathLst>
                <a:path extrusionOk="0" h="266" w="532">
                  <a:moveTo>
                    <a:pt x="1" y="0"/>
                  </a:moveTo>
                  <a:lnTo>
                    <a:pt x="1" y="0"/>
                  </a:lnTo>
                  <a:lnTo>
                    <a:pt x="532" y="2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58"/>
            <p:cNvSpPr/>
            <p:nvPr/>
          </p:nvSpPr>
          <p:spPr>
            <a:xfrm>
              <a:off x="7593202" y="3515257"/>
              <a:ext cx="8821" cy="4410"/>
            </a:xfrm>
            <a:custGeom>
              <a:rect b="b" l="l" r="r" t="t"/>
              <a:pathLst>
                <a:path extrusionOk="0" fill="none" h="266" w="532">
                  <a:moveTo>
                    <a:pt x="1" y="0"/>
                  </a:moveTo>
                  <a:lnTo>
                    <a:pt x="1" y="0"/>
                  </a:lnTo>
                  <a:lnTo>
                    <a:pt x="532" y="2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58"/>
            <p:cNvSpPr/>
            <p:nvPr/>
          </p:nvSpPr>
          <p:spPr>
            <a:xfrm>
              <a:off x="7414984" y="3389830"/>
              <a:ext cx="19813" cy="33027"/>
            </a:xfrm>
            <a:custGeom>
              <a:rect b="b" l="l" r="r" t="t"/>
              <a:pathLst>
                <a:path extrusionOk="0" h="1992" w="1195">
                  <a:moveTo>
                    <a:pt x="0" y="1"/>
                  </a:moveTo>
                  <a:lnTo>
                    <a:pt x="0" y="1328"/>
                  </a:lnTo>
                  <a:lnTo>
                    <a:pt x="797" y="1859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58"/>
            <p:cNvSpPr/>
            <p:nvPr/>
          </p:nvSpPr>
          <p:spPr>
            <a:xfrm>
              <a:off x="7414984" y="3389830"/>
              <a:ext cx="19813" cy="33027"/>
            </a:xfrm>
            <a:custGeom>
              <a:rect b="b" l="l" r="r" t="t"/>
              <a:pathLst>
                <a:path extrusionOk="0" fill="none" h="1992" w="1195">
                  <a:moveTo>
                    <a:pt x="0" y="1"/>
                  </a:moveTo>
                  <a:lnTo>
                    <a:pt x="0" y="1328"/>
                  </a:lnTo>
                  <a:lnTo>
                    <a:pt x="797" y="1859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58"/>
            <p:cNvSpPr/>
            <p:nvPr/>
          </p:nvSpPr>
          <p:spPr>
            <a:xfrm>
              <a:off x="7414984" y="3411831"/>
              <a:ext cx="13214" cy="8821"/>
            </a:xfrm>
            <a:custGeom>
              <a:rect b="b" l="l" r="r" t="t"/>
              <a:pathLst>
                <a:path extrusionOk="0" h="532" w="797">
                  <a:moveTo>
                    <a:pt x="0" y="1"/>
                  </a:moveTo>
                  <a:lnTo>
                    <a:pt x="0" y="1"/>
                  </a:lnTo>
                  <a:lnTo>
                    <a:pt x="797" y="5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8"/>
            <p:cNvSpPr/>
            <p:nvPr/>
          </p:nvSpPr>
          <p:spPr>
            <a:xfrm>
              <a:off x="7414984" y="3411831"/>
              <a:ext cx="13214" cy="8821"/>
            </a:xfrm>
            <a:custGeom>
              <a:rect b="b" l="l" r="r" t="t"/>
              <a:pathLst>
                <a:path extrusionOk="0" fill="none" h="532" w="797">
                  <a:moveTo>
                    <a:pt x="0" y="1"/>
                  </a:moveTo>
                  <a:lnTo>
                    <a:pt x="0" y="1"/>
                  </a:lnTo>
                  <a:lnTo>
                    <a:pt x="797" y="53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58"/>
            <p:cNvSpPr/>
            <p:nvPr/>
          </p:nvSpPr>
          <p:spPr>
            <a:xfrm>
              <a:off x="7238954" y="3286420"/>
              <a:ext cx="19813" cy="35216"/>
            </a:xfrm>
            <a:custGeom>
              <a:rect b="b" l="l" r="r" t="t"/>
              <a:pathLst>
                <a:path extrusionOk="0" h="2124" w="1195">
                  <a:moveTo>
                    <a:pt x="0" y="0"/>
                  </a:moveTo>
                  <a:lnTo>
                    <a:pt x="0" y="1327"/>
                  </a:lnTo>
                  <a:lnTo>
                    <a:pt x="1195" y="2124"/>
                  </a:lnTo>
                  <a:lnTo>
                    <a:pt x="1195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58"/>
            <p:cNvSpPr/>
            <p:nvPr/>
          </p:nvSpPr>
          <p:spPr>
            <a:xfrm>
              <a:off x="7238954" y="3286420"/>
              <a:ext cx="19813" cy="35216"/>
            </a:xfrm>
            <a:custGeom>
              <a:rect b="b" l="l" r="r" t="t"/>
              <a:pathLst>
                <a:path extrusionOk="0" fill="none" h="2124" w="1195">
                  <a:moveTo>
                    <a:pt x="0" y="0"/>
                  </a:moveTo>
                  <a:lnTo>
                    <a:pt x="0" y="1327"/>
                  </a:lnTo>
                  <a:lnTo>
                    <a:pt x="1195" y="2124"/>
                  </a:lnTo>
                  <a:lnTo>
                    <a:pt x="1195" y="79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58"/>
            <p:cNvSpPr/>
            <p:nvPr/>
          </p:nvSpPr>
          <p:spPr>
            <a:xfrm>
              <a:off x="7060719" y="3185199"/>
              <a:ext cx="19830" cy="33027"/>
            </a:xfrm>
            <a:custGeom>
              <a:rect b="b" l="l" r="r" t="t"/>
              <a:pathLst>
                <a:path extrusionOk="0" h="1992" w="1196">
                  <a:moveTo>
                    <a:pt x="1" y="0"/>
                  </a:moveTo>
                  <a:lnTo>
                    <a:pt x="1" y="1328"/>
                  </a:lnTo>
                  <a:lnTo>
                    <a:pt x="399" y="1593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58"/>
            <p:cNvSpPr/>
            <p:nvPr/>
          </p:nvSpPr>
          <p:spPr>
            <a:xfrm>
              <a:off x="7060719" y="3185199"/>
              <a:ext cx="19830" cy="33027"/>
            </a:xfrm>
            <a:custGeom>
              <a:rect b="b" l="l" r="r" t="t"/>
              <a:pathLst>
                <a:path extrusionOk="0" fill="none" h="1992" w="1196">
                  <a:moveTo>
                    <a:pt x="1" y="0"/>
                  </a:moveTo>
                  <a:lnTo>
                    <a:pt x="1" y="1328"/>
                  </a:lnTo>
                  <a:lnTo>
                    <a:pt x="399" y="1593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58"/>
            <p:cNvSpPr/>
            <p:nvPr/>
          </p:nvSpPr>
          <p:spPr>
            <a:xfrm>
              <a:off x="7060719" y="3207201"/>
              <a:ext cx="6632" cy="4410"/>
            </a:xfrm>
            <a:custGeom>
              <a:rect b="b" l="l" r="r" t="t"/>
              <a:pathLst>
                <a:path extrusionOk="0" h="266" w="400">
                  <a:moveTo>
                    <a:pt x="1" y="1"/>
                  </a:moveTo>
                  <a:lnTo>
                    <a:pt x="1" y="1"/>
                  </a:lnTo>
                  <a:lnTo>
                    <a:pt x="399" y="2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58"/>
            <p:cNvSpPr/>
            <p:nvPr/>
          </p:nvSpPr>
          <p:spPr>
            <a:xfrm>
              <a:off x="7060719" y="3207201"/>
              <a:ext cx="6632" cy="4410"/>
            </a:xfrm>
            <a:custGeom>
              <a:rect b="b" l="l" r="r" t="t"/>
              <a:pathLst>
                <a:path extrusionOk="0" fill="none" h="266" w="400">
                  <a:moveTo>
                    <a:pt x="1" y="1"/>
                  </a:moveTo>
                  <a:lnTo>
                    <a:pt x="1" y="1"/>
                  </a:lnTo>
                  <a:lnTo>
                    <a:pt x="399" y="2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58"/>
            <p:cNvSpPr/>
            <p:nvPr/>
          </p:nvSpPr>
          <p:spPr>
            <a:xfrm>
              <a:off x="6884705" y="3081790"/>
              <a:ext cx="17608" cy="35216"/>
            </a:xfrm>
            <a:custGeom>
              <a:rect b="b" l="l" r="r" t="t"/>
              <a:pathLst>
                <a:path extrusionOk="0" h="2124" w="1062">
                  <a:moveTo>
                    <a:pt x="0" y="0"/>
                  </a:moveTo>
                  <a:lnTo>
                    <a:pt x="0" y="1327"/>
                  </a:lnTo>
                  <a:lnTo>
                    <a:pt x="1062" y="2123"/>
                  </a:lnTo>
                  <a:lnTo>
                    <a:pt x="1062" y="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58"/>
            <p:cNvSpPr/>
            <p:nvPr/>
          </p:nvSpPr>
          <p:spPr>
            <a:xfrm>
              <a:off x="6884705" y="3081790"/>
              <a:ext cx="17608" cy="35216"/>
            </a:xfrm>
            <a:custGeom>
              <a:rect b="b" l="l" r="r" t="t"/>
              <a:pathLst>
                <a:path extrusionOk="0" fill="none" h="2124" w="1062">
                  <a:moveTo>
                    <a:pt x="0" y="0"/>
                  </a:moveTo>
                  <a:lnTo>
                    <a:pt x="0" y="1327"/>
                  </a:lnTo>
                  <a:lnTo>
                    <a:pt x="1062" y="2123"/>
                  </a:lnTo>
                  <a:lnTo>
                    <a:pt x="1062" y="66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58"/>
            <p:cNvSpPr/>
            <p:nvPr/>
          </p:nvSpPr>
          <p:spPr>
            <a:xfrm>
              <a:off x="6706470" y="2980569"/>
              <a:ext cx="19813" cy="33027"/>
            </a:xfrm>
            <a:custGeom>
              <a:rect b="b" l="l" r="r" t="t"/>
              <a:pathLst>
                <a:path extrusionOk="0" h="1992" w="1195">
                  <a:moveTo>
                    <a:pt x="1" y="0"/>
                  </a:moveTo>
                  <a:lnTo>
                    <a:pt x="1" y="1327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58"/>
            <p:cNvSpPr/>
            <p:nvPr/>
          </p:nvSpPr>
          <p:spPr>
            <a:xfrm>
              <a:off x="6706470" y="2980569"/>
              <a:ext cx="19813" cy="33027"/>
            </a:xfrm>
            <a:custGeom>
              <a:rect b="b" l="l" r="r" t="t"/>
              <a:pathLst>
                <a:path extrusionOk="0" fill="none" h="1992" w="1195">
                  <a:moveTo>
                    <a:pt x="1" y="0"/>
                  </a:moveTo>
                  <a:lnTo>
                    <a:pt x="1" y="1327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58"/>
            <p:cNvSpPr/>
            <p:nvPr/>
          </p:nvSpPr>
          <p:spPr>
            <a:xfrm>
              <a:off x="6543638" y="2885947"/>
              <a:ext cx="4427" cy="2222"/>
            </a:xfrm>
            <a:custGeom>
              <a:rect b="b" l="l" r="r" t="t"/>
              <a:pathLst>
                <a:path extrusionOk="0" h="134" w="267">
                  <a:moveTo>
                    <a:pt x="1" y="1"/>
                  </a:moveTo>
                  <a:lnTo>
                    <a:pt x="266" y="134"/>
                  </a:lnTo>
                  <a:lnTo>
                    <a:pt x="266" y="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58"/>
            <p:cNvSpPr/>
            <p:nvPr/>
          </p:nvSpPr>
          <p:spPr>
            <a:xfrm>
              <a:off x="6543638" y="2885947"/>
              <a:ext cx="4427" cy="2222"/>
            </a:xfrm>
            <a:custGeom>
              <a:rect b="b" l="l" r="r" t="t"/>
              <a:pathLst>
                <a:path extrusionOk="0" fill="none" h="134" w="267">
                  <a:moveTo>
                    <a:pt x="1" y="1"/>
                  </a:moveTo>
                  <a:lnTo>
                    <a:pt x="266" y="134"/>
                  </a:lnTo>
                  <a:lnTo>
                    <a:pt x="266" y="13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58"/>
            <p:cNvSpPr/>
            <p:nvPr/>
          </p:nvSpPr>
          <p:spPr>
            <a:xfrm>
              <a:off x="6528252" y="2877143"/>
              <a:ext cx="19813" cy="35233"/>
            </a:xfrm>
            <a:custGeom>
              <a:rect b="b" l="l" r="r" t="t"/>
              <a:pathLst>
                <a:path extrusionOk="0" h="2125" w="1195">
                  <a:moveTo>
                    <a:pt x="0" y="1"/>
                  </a:moveTo>
                  <a:lnTo>
                    <a:pt x="0" y="1328"/>
                  </a:lnTo>
                  <a:lnTo>
                    <a:pt x="1194" y="2124"/>
                  </a:lnTo>
                  <a:lnTo>
                    <a:pt x="1194" y="665"/>
                  </a:lnTo>
                  <a:lnTo>
                    <a:pt x="929" y="5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8"/>
            <p:cNvSpPr/>
            <p:nvPr/>
          </p:nvSpPr>
          <p:spPr>
            <a:xfrm>
              <a:off x="6528252" y="2877143"/>
              <a:ext cx="19813" cy="35233"/>
            </a:xfrm>
            <a:custGeom>
              <a:rect b="b" l="l" r="r" t="t"/>
              <a:pathLst>
                <a:path extrusionOk="0" fill="none" h="2125" w="1195">
                  <a:moveTo>
                    <a:pt x="0" y="1"/>
                  </a:moveTo>
                  <a:lnTo>
                    <a:pt x="0" y="1328"/>
                  </a:lnTo>
                  <a:lnTo>
                    <a:pt x="1194" y="2124"/>
                  </a:lnTo>
                  <a:lnTo>
                    <a:pt x="1194" y="665"/>
                  </a:lnTo>
                  <a:lnTo>
                    <a:pt x="929" y="53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8"/>
            <p:cNvSpPr/>
            <p:nvPr/>
          </p:nvSpPr>
          <p:spPr>
            <a:xfrm>
              <a:off x="6352222" y="2775939"/>
              <a:ext cx="19813" cy="11009"/>
            </a:xfrm>
            <a:custGeom>
              <a:rect b="b" l="l" r="r" t="t"/>
              <a:pathLst>
                <a:path extrusionOk="0" h="664" w="1195">
                  <a:moveTo>
                    <a:pt x="0" y="0"/>
                  </a:moveTo>
                  <a:lnTo>
                    <a:pt x="0" y="0"/>
                  </a:lnTo>
                  <a:lnTo>
                    <a:pt x="1195" y="664"/>
                  </a:lnTo>
                  <a:lnTo>
                    <a:pt x="1195" y="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8"/>
            <p:cNvSpPr/>
            <p:nvPr/>
          </p:nvSpPr>
          <p:spPr>
            <a:xfrm>
              <a:off x="6352222" y="2775939"/>
              <a:ext cx="19813" cy="11009"/>
            </a:xfrm>
            <a:custGeom>
              <a:rect b="b" l="l" r="r" t="t"/>
              <a:pathLst>
                <a:path extrusionOk="0" fill="none" h="664" w="1195">
                  <a:moveTo>
                    <a:pt x="0" y="0"/>
                  </a:moveTo>
                  <a:lnTo>
                    <a:pt x="0" y="0"/>
                  </a:lnTo>
                  <a:lnTo>
                    <a:pt x="1195" y="664"/>
                  </a:lnTo>
                  <a:lnTo>
                    <a:pt x="1195" y="66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8"/>
            <p:cNvSpPr/>
            <p:nvPr/>
          </p:nvSpPr>
          <p:spPr>
            <a:xfrm>
              <a:off x="6352222" y="2775939"/>
              <a:ext cx="19813" cy="33011"/>
            </a:xfrm>
            <a:custGeom>
              <a:rect b="b" l="l" r="r" t="t"/>
              <a:pathLst>
                <a:path extrusionOk="0" h="1991" w="1195">
                  <a:moveTo>
                    <a:pt x="0" y="0"/>
                  </a:moveTo>
                  <a:lnTo>
                    <a:pt x="0" y="1327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8"/>
            <p:cNvSpPr/>
            <p:nvPr/>
          </p:nvSpPr>
          <p:spPr>
            <a:xfrm>
              <a:off x="6352222" y="2775939"/>
              <a:ext cx="19813" cy="33011"/>
            </a:xfrm>
            <a:custGeom>
              <a:rect b="b" l="l" r="r" t="t"/>
              <a:pathLst>
                <a:path extrusionOk="0" fill="none" h="1991" w="1195">
                  <a:moveTo>
                    <a:pt x="0" y="0"/>
                  </a:moveTo>
                  <a:lnTo>
                    <a:pt x="0" y="1327"/>
                  </a:lnTo>
                  <a:lnTo>
                    <a:pt x="1195" y="1991"/>
                  </a:lnTo>
                  <a:lnTo>
                    <a:pt x="1195" y="66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8"/>
            <p:cNvSpPr/>
            <p:nvPr/>
          </p:nvSpPr>
          <p:spPr>
            <a:xfrm>
              <a:off x="8160901" y="3367828"/>
              <a:ext cx="8821" cy="4410"/>
            </a:xfrm>
            <a:custGeom>
              <a:rect b="b" l="l" r="r" t="t"/>
              <a:pathLst>
                <a:path extrusionOk="0" h="266" w="532">
                  <a:moveTo>
                    <a:pt x="0" y="0"/>
                  </a:moveTo>
                  <a:lnTo>
                    <a:pt x="0" y="0"/>
                  </a:lnTo>
                  <a:lnTo>
                    <a:pt x="531" y="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8"/>
            <p:cNvSpPr/>
            <p:nvPr/>
          </p:nvSpPr>
          <p:spPr>
            <a:xfrm>
              <a:off x="8160901" y="3367828"/>
              <a:ext cx="8821" cy="4410"/>
            </a:xfrm>
            <a:custGeom>
              <a:rect b="b" l="l" r="r" t="t"/>
              <a:pathLst>
                <a:path extrusionOk="0" fill="none" h="266" w="532">
                  <a:moveTo>
                    <a:pt x="0" y="0"/>
                  </a:moveTo>
                  <a:lnTo>
                    <a:pt x="0" y="0"/>
                  </a:lnTo>
                  <a:lnTo>
                    <a:pt x="531" y="26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8"/>
            <p:cNvSpPr/>
            <p:nvPr/>
          </p:nvSpPr>
          <p:spPr>
            <a:xfrm>
              <a:off x="7769232" y="3367828"/>
              <a:ext cx="411482" cy="237658"/>
            </a:xfrm>
            <a:custGeom>
              <a:rect b="b" l="l" r="r" t="t"/>
              <a:pathLst>
                <a:path extrusionOk="0" h="14334" w="24818">
                  <a:moveTo>
                    <a:pt x="23623" y="0"/>
                  </a:moveTo>
                  <a:lnTo>
                    <a:pt x="1" y="13670"/>
                  </a:lnTo>
                  <a:lnTo>
                    <a:pt x="1195" y="14333"/>
                  </a:lnTo>
                  <a:lnTo>
                    <a:pt x="24818" y="664"/>
                  </a:lnTo>
                  <a:lnTo>
                    <a:pt x="24154" y="266"/>
                  </a:lnTo>
                  <a:lnTo>
                    <a:pt x="23623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8"/>
            <p:cNvSpPr/>
            <p:nvPr/>
          </p:nvSpPr>
          <p:spPr>
            <a:xfrm>
              <a:off x="7769232" y="3367828"/>
              <a:ext cx="411482" cy="237658"/>
            </a:xfrm>
            <a:custGeom>
              <a:rect b="b" l="l" r="r" t="t"/>
              <a:pathLst>
                <a:path extrusionOk="0" fill="none" h="14334" w="24818">
                  <a:moveTo>
                    <a:pt x="23623" y="0"/>
                  </a:moveTo>
                  <a:lnTo>
                    <a:pt x="1" y="13670"/>
                  </a:lnTo>
                  <a:lnTo>
                    <a:pt x="1195" y="14333"/>
                  </a:lnTo>
                  <a:lnTo>
                    <a:pt x="24818" y="664"/>
                  </a:lnTo>
                  <a:lnTo>
                    <a:pt x="24154" y="266"/>
                  </a:lnTo>
                  <a:lnTo>
                    <a:pt x="2362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58"/>
            <p:cNvSpPr/>
            <p:nvPr/>
          </p:nvSpPr>
          <p:spPr>
            <a:xfrm>
              <a:off x="7769232" y="3594460"/>
              <a:ext cx="19830" cy="11026"/>
            </a:xfrm>
            <a:custGeom>
              <a:rect b="b" l="l" r="r" t="t"/>
              <a:pathLst>
                <a:path extrusionOk="0" h="665" w="1196">
                  <a:moveTo>
                    <a:pt x="1" y="1"/>
                  </a:moveTo>
                  <a:lnTo>
                    <a:pt x="1" y="1"/>
                  </a:lnTo>
                  <a:lnTo>
                    <a:pt x="1195" y="664"/>
                  </a:lnTo>
                  <a:lnTo>
                    <a:pt x="1195" y="6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8"/>
            <p:cNvSpPr/>
            <p:nvPr/>
          </p:nvSpPr>
          <p:spPr>
            <a:xfrm>
              <a:off x="7769232" y="3594460"/>
              <a:ext cx="19830" cy="11026"/>
            </a:xfrm>
            <a:custGeom>
              <a:rect b="b" l="l" r="r" t="t"/>
              <a:pathLst>
                <a:path extrusionOk="0" fill="none" h="665" w="1196">
                  <a:moveTo>
                    <a:pt x="1" y="1"/>
                  </a:moveTo>
                  <a:lnTo>
                    <a:pt x="1" y="1"/>
                  </a:lnTo>
                  <a:lnTo>
                    <a:pt x="1195" y="664"/>
                  </a:lnTo>
                  <a:lnTo>
                    <a:pt x="1195" y="66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8"/>
            <p:cNvSpPr/>
            <p:nvPr/>
          </p:nvSpPr>
          <p:spPr>
            <a:xfrm>
              <a:off x="7593202" y="3266607"/>
              <a:ext cx="411482" cy="237658"/>
            </a:xfrm>
            <a:custGeom>
              <a:rect b="b" l="l" r="r" t="t"/>
              <a:pathLst>
                <a:path extrusionOk="0" h="14334" w="24818">
                  <a:moveTo>
                    <a:pt x="23623" y="1"/>
                  </a:moveTo>
                  <a:lnTo>
                    <a:pt x="1" y="13537"/>
                  </a:lnTo>
                  <a:lnTo>
                    <a:pt x="1195" y="14334"/>
                  </a:lnTo>
                  <a:lnTo>
                    <a:pt x="24818" y="664"/>
                  </a:lnTo>
                  <a:lnTo>
                    <a:pt x="24021" y="266"/>
                  </a:lnTo>
                  <a:lnTo>
                    <a:pt x="23623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8"/>
            <p:cNvSpPr/>
            <p:nvPr/>
          </p:nvSpPr>
          <p:spPr>
            <a:xfrm>
              <a:off x="7593202" y="3266607"/>
              <a:ext cx="411482" cy="237658"/>
            </a:xfrm>
            <a:custGeom>
              <a:rect b="b" l="l" r="r" t="t"/>
              <a:pathLst>
                <a:path extrusionOk="0" fill="none" h="14334" w="24818">
                  <a:moveTo>
                    <a:pt x="23623" y="1"/>
                  </a:moveTo>
                  <a:lnTo>
                    <a:pt x="1" y="13537"/>
                  </a:lnTo>
                  <a:lnTo>
                    <a:pt x="1195" y="14334"/>
                  </a:lnTo>
                  <a:lnTo>
                    <a:pt x="24818" y="664"/>
                  </a:lnTo>
                  <a:lnTo>
                    <a:pt x="24021" y="266"/>
                  </a:lnTo>
                  <a:lnTo>
                    <a:pt x="236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58"/>
            <p:cNvSpPr/>
            <p:nvPr/>
          </p:nvSpPr>
          <p:spPr>
            <a:xfrm>
              <a:off x="7593202" y="3491051"/>
              <a:ext cx="19830" cy="13214"/>
            </a:xfrm>
            <a:custGeom>
              <a:rect b="b" l="l" r="r" t="t"/>
              <a:pathLst>
                <a:path extrusionOk="0" h="797" w="1196">
                  <a:moveTo>
                    <a:pt x="1" y="0"/>
                  </a:moveTo>
                  <a:lnTo>
                    <a:pt x="1" y="0"/>
                  </a:lnTo>
                  <a:lnTo>
                    <a:pt x="1195" y="7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58"/>
            <p:cNvSpPr/>
            <p:nvPr/>
          </p:nvSpPr>
          <p:spPr>
            <a:xfrm>
              <a:off x="7593202" y="3491051"/>
              <a:ext cx="19830" cy="13214"/>
            </a:xfrm>
            <a:custGeom>
              <a:rect b="b" l="l" r="r" t="t"/>
              <a:pathLst>
                <a:path extrusionOk="0" fill="none" h="797" w="1196">
                  <a:moveTo>
                    <a:pt x="1" y="0"/>
                  </a:moveTo>
                  <a:lnTo>
                    <a:pt x="1" y="0"/>
                  </a:lnTo>
                  <a:lnTo>
                    <a:pt x="1195" y="79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8"/>
            <p:cNvSpPr/>
            <p:nvPr/>
          </p:nvSpPr>
          <p:spPr>
            <a:xfrm>
              <a:off x="7806636" y="3163198"/>
              <a:ext cx="8821" cy="6615"/>
            </a:xfrm>
            <a:custGeom>
              <a:rect b="b" l="l" r="r" t="t"/>
              <a:pathLst>
                <a:path extrusionOk="0" h="399" w="532">
                  <a:moveTo>
                    <a:pt x="1" y="0"/>
                  </a:moveTo>
                  <a:lnTo>
                    <a:pt x="1" y="0"/>
                  </a:lnTo>
                  <a:lnTo>
                    <a:pt x="532" y="3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4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58"/>
            <p:cNvSpPr/>
            <p:nvPr/>
          </p:nvSpPr>
          <p:spPr>
            <a:xfrm>
              <a:off x="7806636" y="3163198"/>
              <a:ext cx="8821" cy="6615"/>
            </a:xfrm>
            <a:custGeom>
              <a:rect b="b" l="l" r="r" t="t"/>
              <a:pathLst>
                <a:path extrusionOk="0" fill="none" h="399" w="532">
                  <a:moveTo>
                    <a:pt x="1" y="0"/>
                  </a:moveTo>
                  <a:lnTo>
                    <a:pt x="1" y="0"/>
                  </a:lnTo>
                  <a:lnTo>
                    <a:pt x="532" y="398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58"/>
            <p:cNvSpPr/>
            <p:nvPr/>
          </p:nvSpPr>
          <p:spPr>
            <a:xfrm>
              <a:off x="7414984" y="3163198"/>
              <a:ext cx="411482" cy="237658"/>
            </a:xfrm>
            <a:custGeom>
              <a:rect b="b" l="l" r="r" t="t"/>
              <a:pathLst>
                <a:path extrusionOk="0" h="14334" w="24818">
                  <a:moveTo>
                    <a:pt x="23623" y="0"/>
                  </a:moveTo>
                  <a:lnTo>
                    <a:pt x="20703" y="1726"/>
                  </a:lnTo>
                  <a:lnTo>
                    <a:pt x="20703" y="3185"/>
                  </a:lnTo>
                  <a:lnTo>
                    <a:pt x="24817" y="664"/>
                  </a:lnTo>
                  <a:lnTo>
                    <a:pt x="24154" y="398"/>
                  </a:lnTo>
                  <a:lnTo>
                    <a:pt x="23623" y="0"/>
                  </a:lnTo>
                  <a:close/>
                  <a:moveTo>
                    <a:pt x="4778" y="10883"/>
                  </a:moveTo>
                  <a:lnTo>
                    <a:pt x="0" y="13670"/>
                  </a:lnTo>
                  <a:lnTo>
                    <a:pt x="1195" y="14333"/>
                  </a:lnTo>
                  <a:lnTo>
                    <a:pt x="5972" y="11679"/>
                  </a:lnTo>
                  <a:lnTo>
                    <a:pt x="4778" y="10883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58"/>
            <p:cNvSpPr/>
            <p:nvPr/>
          </p:nvSpPr>
          <p:spPr>
            <a:xfrm>
              <a:off x="7414984" y="3343621"/>
              <a:ext cx="99032" cy="57234"/>
            </a:xfrm>
            <a:custGeom>
              <a:rect b="b" l="l" r="r" t="t"/>
              <a:pathLst>
                <a:path extrusionOk="0" fill="none" h="3452" w="5973">
                  <a:moveTo>
                    <a:pt x="4778" y="1"/>
                  </a:moveTo>
                  <a:lnTo>
                    <a:pt x="0" y="2788"/>
                  </a:lnTo>
                  <a:lnTo>
                    <a:pt x="1195" y="3451"/>
                  </a:lnTo>
                  <a:lnTo>
                    <a:pt x="5972" y="797"/>
                  </a:lnTo>
                  <a:lnTo>
                    <a:pt x="477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58"/>
            <p:cNvSpPr/>
            <p:nvPr/>
          </p:nvSpPr>
          <p:spPr>
            <a:xfrm>
              <a:off x="7758239" y="3163198"/>
              <a:ext cx="68227" cy="52824"/>
            </a:xfrm>
            <a:custGeom>
              <a:rect b="b" l="l" r="r" t="t"/>
              <a:pathLst>
                <a:path extrusionOk="0" fill="none" h="3186" w="4115">
                  <a:moveTo>
                    <a:pt x="2920" y="0"/>
                  </a:moveTo>
                  <a:lnTo>
                    <a:pt x="0" y="1726"/>
                  </a:lnTo>
                  <a:lnTo>
                    <a:pt x="0" y="3185"/>
                  </a:lnTo>
                  <a:lnTo>
                    <a:pt x="4114" y="664"/>
                  </a:lnTo>
                  <a:lnTo>
                    <a:pt x="3451" y="398"/>
                  </a:lnTo>
                  <a:lnTo>
                    <a:pt x="292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58"/>
            <p:cNvSpPr/>
            <p:nvPr/>
          </p:nvSpPr>
          <p:spPr>
            <a:xfrm>
              <a:off x="7414984" y="3389830"/>
              <a:ext cx="19813" cy="11026"/>
            </a:xfrm>
            <a:custGeom>
              <a:rect b="b" l="l" r="r" t="t"/>
              <a:pathLst>
                <a:path extrusionOk="0" h="665" w="1195">
                  <a:moveTo>
                    <a:pt x="0" y="1"/>
                  </a:moveTo>
                  <a:lnTo>
                    <a:pt x="0" y="1"/>
                  </a:lnTo>
                  <a:lnTo>
                    <a:pt x="1195" y="6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58"/>
            <p:cNvSpPr/>
            <p:nvPr/>
          </p:nvSpPr>
          <p:spPr>
            <a:xfrm>
              <a:off x="7414984" y="3389830"/>
              <a:ext cx="19813" cy="11026"/>
            </a:xfrm>
            <a:custGeom>
              <a:rect b="b" l="l" r="r" t="t"/>
              <a:pathLst>
                <a:path extrusionOk="0" fill="none" h="665" w="1195">
                  <a:moveTo>
                    <a:pt x="0" y="1"/>
                  </a:moveTo>
                  <a:lnTo>
                    <a:pt x="0" y="1"/>
                  </a:lnTo>
                  <a:lnTo>
                    <a:pt x="1195" y="66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58"/>
            <p:cNvSpPr/>
            <p:nvPr/>
          </p:nvSpPr>
          <p:spPr>
            <a:xfrm>
              <a:off x="7635017" y="3064182"/>
              <a:ext cx="2222" cy="2222"/>
            </a:xfrm>
            <a:custGeom>
              <a:rect b="b" l="l" r="r" t="t"/>
              <a:pathLst>
                <a:path extrusionOk="0" h="134" w="1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3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58"/>
            <p:cNvSpPr/>
            <p:nvPr/>
          </p:nvSpPr>
          <p:spPr>
            <a:xfrm>
              <a:off x="7635017" y="3064182"/>
              <a:ext cx="2222" cy="2222"/>
            </a:xfrm>
            <a:custGeom>
              <a:rect b="b" l="l" r="r" t="t"/>
              <a:pathLst>
                <a:path extrusionOk="0" fill="none" h="134" w="1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3" y="13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8"/>
            <p:cNvSpPr/>
            <p:nvPr/>
          </p:nvSpPr>
          <p:spPr>
            <a:xfrm>
              <a:off x="7630607" y="3061977"/>
              <a:ext cx="4427" cy="2222"/>
            </a:xfrm>
            <a:custGeom>
              <a:rect b="b" l="l" r="r" t="t"/>
              <a:pathLst>
                <a:path extrusionOk="0" h="134" w="267">
                  <a:moveTo>
                    <a:pt x="1" y="1"/>
                  </a:moveTo>
                  <a:lnTo>
                    <a:pt x="1" y="1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4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8"/>
            <p:cNvSpPr/>
            <p:nvPr/>
          </p:nvSpPr>
          <p:spPr>
            <a:xfrm>
              <a:off x="7630607" y="3061977"/>
              <a:ext cx="4427" cy="2222"/>
            </a:xfrm>
            <a:custGeom>
              <a:rect b="b" l="l" r="r" t="t"/>
              <a:pathLst>
                <a:path extrusionOk="0" fill="none" h="134" w="267">
                  <a:moveTo>
                    <a:pt x="1" y="1"/>
                  </a:moveTo>
                  <a:lnTo>
                    <a:pt x="1" y="1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58"/>
            <p:cNvSpPr/>
            <p:nvPr/>
          </p:nvSpPr>
          <p:spPr>
            <a:xfrm>
              <a:off x="7238954" y="3061977"/>
              <a:ext cx="409277" cy="237658"/>
            </a:xfrm>
            <a:custGeom>
              <a:rect b="b" l="l" r="r" t="t"/>
              <a:pathLst>
                <a:path extrusionOk="0" h="14334" w="24685">
                  <a:moveTo>
                    <a:pt x="23623" y="1"/>
                  </a:moveTo>
                  <a:lnTo>
                    <a:pt x="18447" y="2920"/>
                  </a:lnTo>
                  <a:lnTo>
                    <a:pt x="19509" y="3584"/>
                  </a:lnTo>
                  <a:lnTo>
                    <a:pt x="24685" y="664"/>
                  </a:lnTo>
                  <a:lnTo>
                    <a:pt x="24021" y="266"/>
                  </a:lnTo>
                  <a:lnTo>
                    <a:pt x="23888" y="133"/>
                  </a:lnTo>
                  <a:lnTo>
                    <a:pt x="23623" y="1"/>
                  </a:lnTo>
                  <a:close/>
                  <a:moveTo>
                    <a:pt x="4645" y="10883"/>
                  </a:moveTo>
                  <a:lnTo>
                    <a:pt x="0" y="13537"/>
                  </a:lnTo>
                  <a:lnTo>
                    <a:pt x="1195" y="14333"/>
                  </a:lnTo>
                  <a:lnTo>
                    <a:pt x="5840" y="11546"/>
                  </a:lnTo>
                  <a:lnTo>
                    <a:pt x="4645" y="10883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58"/>
            <p:cNvSpPr/>
            <p:nvPr/>
          </p:nvSpPr>
          <p:spPr>
            <a:xfrm>
              <a:off x="7238954" y="3242400"/>
              <a:ext cx="96827" cy="57234"/>
            </a:xfrm>
            <a:custGeom>
              <a:rect b="b" l="l" r="r" t="t"/>
              <a:pathLst>
                <a:path extrusionOk="0" fill="none" h="3452" w="5840">
                  <a:moveTo>
                    <a:pt x="4645" y="1"/>
                  </a:moveTo>
                  <a:lnTo>
                    <a:pt x="0" y="2655"/>
                  </a:lnTo>
                  <a:lnTo>
                    <a:pt x="1195" y="3451"/>
                  </a:lnTo>
                  <a:lnTo>
                    <a:pt x="5840" y="664"/>
                  </a:lnTo>
                  <a:lnTo>
                    <a:pt x="464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58"/>
            <p:cNvSpPr/>
            <p:nvPr/>
          </p:nvSpPr>
          <p:spPr>
            <a:xfrm>
              <a:off x="7544805" y="3061977"/>
              <a:ext cx="103426" cy="59423"/>
            </a:xfrm>
            <a:custGeom>
              <a:rect b="b" l="l" r="r" t="t"/>
              <a:pathLst>
                <a:path extrusionOk="0" fill="none" h="3584" w="6238">
                  <a:moveTo>
                    <a:pt x="5176" y="1"/>
                  </a:moveTo>
                  <a:lnTo>
                    <a:pt x="0" y="2920"/>
                  </a:lnTo>
                  <a:lnTo>
                    <a:pt x="1062" y="3584"/>
                  </a:lnTo>
                  <a:lnTo>
                    <a:pt x="6238" y="664"/>
                  </a:lnTo>
                  <a:lnTo>
                    <a:pt x="5574" y="266"/>
                  </a:lnTo>
                  <a:lnTo>
                    <a:pt x="5441" y="133"/>
                  </a:lnTo>
                  <a:lnTo>
                    <a:pt x="517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58"/>
            <p:cNvSpPr/>
            <p:nvPr/>
          </p:nvSpPr>
          <p:spPr>
            <a:xfrm>
              <a:off x="7238954" y="3286420"/>
              <a:ext cx="19813" cy="13214"/>
            </a:xfrm>
            <a:custGeom>
              <a:rect b="b" l="l" r="r" t="t"/>
              <a:pathLst>
                <a:path extrusionOk="0" h="797" w="1195">
                  <a:moveTo>
                    <a:pt x="0" y="0"/>
                  </a:moveTo>
                  <a:lnTo>
                    <a:pt x="0" y="0"/>
                  </a:lnTo>
                  <a:lnTo>
                    <a:pt x="1195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58"/>
            <p:cNvSpPr/>
            <p:nvPr/>
          </p:nvSpPr>
          <p:spPr>
            <a:xfrm>
              <a:off x="7238954" y="3286420"/>
              <a:ext cx="19813" cy="13214"/>
            </a:xfrm>
            <a:custGeom>
              <a:rect b="b" l="l" r="r" t="t"/>
              <a:pathLst>
                <a:path extrusionOk="0" fill="none" h="797" w="1195">
                  <a:moveTo>
                    <a:pt x="0" y="0"/>
                  </a:moveTo>
                  <a:lnTo>
                    <a:pt x="0" y="0"/>
                  </a:lnTo>
                  <a:lnTo>
                    <a:pt x="1195" y="79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58"/>
            <p:cNvSpPr/>
            <p:nvPr/>
          </p:nvSpPr>
          <p:spPr>
            <a:xfrm>
              <a:off x="7452388" y="2958567"/>
              <a:ext cx="8821" cy="6615"/>
            </a:xfrm>
            <a:custGeom>
              <a:rect b="b" l="l" r="r" t="t"/>
              <a:pathLst>
                <a:path extrusionOk="0" h="399" w="532">
                  <a:moveTo>
                    <a:pt x="0" y="0"/>
                  </a:moveTo>
                  <a:lnTo>
                    <a:pt x="0" y="0"/>
                  </a:lnTo>
                  <a:lnTo>
                    <a:pt x="531" y="3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58"/>
            <p:cNvSpPr/>
            <p:nvPr/>
          </p:nvSpPr>
          <p:spPr>
            <a:xfrm>
              <a:off x="7452388" y="2958567"/>
              <a:ext cx="8821" cy="6615"/>
            </a:xfrm>
            <a:custGeom>
              <a:rect b="b" l="l" r="r" t="t"/>
              <a:pathLst>
                <a:path extrusionOk="0" fill="none" h="399" w="532">
                  <a:moveTo>
                    <a:pt x="0" y="0"/>
                  </a:moveTo>
                  <a:lnTo>
                    <a:pt x="0" y="0"/>
                  </a:lnTo>
                  <a:lnTo>
                    <a:pt x="531" y="3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58"/>
            <p:cNvSpPr/>
            <p:nvPr/>
          </p:nvSpPr>
          <p:spPr>
            <a:xfrm>
              <a:off x="7060719" y="2958567"/>
              <a:ext cx="411482" cy="237658"/>
            </a:xfrm>
            <a:custGeom>
              <a:rect b="b" l="l" r="r" t="t"/>
              <a:pathLst>
                <a:path extrusionOk="0" h="14334" w="24818">
                  <a:moveTo>
                    <a:pt x="23623" y="0"/>
                  </a:moveTo>
                  <a:lnTo>
                    <a:pt x="16192" y="4380"/>
                  </a:lnTo>
                  <a:lnTo>
                    <a:pt x="17386" y="5043"/>
                  </a:lnTo>
                  <a:lnTo>
                    <a:pt x="24818" y="664"/>
                  </a:lnTo>
                  <a:lnTo>
                    <a:pt x="24154" y="398"/>
                  </a:lnTo>
                  <a:lnTo>
                    <a:pt x="23623" y="0"/>
                  </a:lnTo>
                  <a:close/>
                  <a:moveTo>
                    <a:pt x="11016" y="7299"/>
                  </a:moveTo>
                  <a:lnTo>
                    <a:pt x="1" y="13669"/>
                  </a:lnTo>
                  <a:lnTo>
                    <a:pt x="1195" y="14333"/>
                  </a:lnTo>
                  <a:lnTo>
                    <a:pt x="9689" y="9423"/>
                  </a:lnTo>
                  <a:lnTo>
                    <a:pt x="9556" y="9290"/>
                  </a:lnTo>
                  <a:lnTo>
                    <a:pt x="11016" y="7299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58"/>
            <p:cNvSpPr/>
            <p:nvPr/>
          </p:nvSpPr>
          <p:spPr>
            <a:xfrm>
              <a:off x="7060719" y="3079585"/>
              <a:ext cx="182645" cy="116640"/>
            </a:xfrm>
            <a:custGeom>
              <a:rect b="b" l="l" r="r" t="t"/>
              <a:pathLst>
                <a:path extrusionOk="0" fill="none" h="7035" w="11016">
                  <a:moveTo>
                    <a:pt x="11016" y="0"/>
                  </a:moveTo>
                  <a:lnTo>
                    <a:pt x="1" y="6370"/>
                  </a:lnTo>
                  <a:lnTo>
                    <a:pt x="1195" y="7034"/>
                  </a:lnTo>
                  <a:lnTo>
                    <a:pt x="9689" y="2124"/>
                  </a:lnTo>
                  <a:lnTo>
                    <a:pt x="9556" y="1991"/>
                  </a:lnTo>
                  <a:lnTo>
                    <a:pt x="1101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8"/>
            <p:cNvSpPr/>
            <p:nvPr/>
          </p:nvSpPr>
          <p:spPr>
            <a:xfrm>
              <a:off x="7329166" y="2958567"/>
              <a:ext cx="143036" cy="83630"/>
            </a:xfrm>
            <a:custGeom>
              <a:rect b="b" l="l" r="r" t="t"/>
              <a:pathLst>
                <a:path extrusionOk="0" fill="none" h="5044" w="8627">
                  <a:moveTo>
                    <a:pt x="7432" y="0"/>
                  </a:moveTo>
                  <a:lnTo>
                    <a:pt x="1" y="4380"/>
                  </a:lnTo>
                  <a:lnTo>
                    <a:pt x="1195" y="5043"/>
                  </a:lnTo>
                  <a:lnTo>
                    <a:pt x="8627" y="664"/>
                  </a:lnTo>
                  <a:lnTo>
                    <a:pt x="7963" y="398"/>
                  </a:lnTo>
                  <a:lnTo>
                    <a:pt x="743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8"/>
            <p:cNvSpPr/>
            <p:nvPr/>
          </p:nvSpPr>
          <p:spPr>
            <a:xfrm>
              <a:off x="7060719" y="3185199"/>
              <a:ext cx="19830" cy="11026"/>
            </a:xfrm>
            <a:custGeom>
              <a:rect b="b" l="l" r="r" t="t"/>
              <a:pathLst>
                <a:path extrusionOk="0" h="665" w="1196">
                  <a:moveTo>
                    <a:pt x="1" y="0"/>
                  </a:moveTo>
                  <a:lnTo>
                    <a:pt x="1" y="0"/>
                  </a:lnTo>
                  <a:lnTo>
                    <a:pt x="1195" y="6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8"/>
            <p:cNvSpPr/>
            <p:nvPr/>
          </p:nvSpPr>
          <p:spPr>
            <a:xfrm>
              <a:off x="7060719" y="3185199"/>
              <a:ext cx="19830" cy="11026"/>
            </a:xfrm>
            <a:custGeom>
              <a:rect b="b" l="l" r="r" t="t"/>
              <a:pathLst>
                <a:path extrusionOk="0" fill="none" h="665" w="1196">
                  <a:moveTo>
                    <a:pt x="1" y="0"/>
                  </a:moveTo>
                  <a:lnTo>
                    <a:pt x="1" y="0"/>
                  </a:lnTo>
                  <a:lnTo>
                    <a:pt x="1195" y="66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58"/>
            <p:cNvSpPr/>
            <p:nvPr/>
          </p:nvSpPr>
          <p:spPr>
            <a:xfrm>
              <a:off x="7274153" y="2857346"/>
              <a:ext cx="11026" cy="4427"/>
            </a:xfrm>
            <a:custGeom>
              <a:rect b="b" l="l" r="r" t="t"/>
              <a:pathLst>
                <a:path extrusionOk="0" h="267" w="665">
                  <a:moveTo>
                    <a:pt x="1" y="1"/>
                  </a:moveTo>
                  <a:lnTo>
                    <a:pt x="1" y="1"/>
                  </a:lnTo>
                  <a:lnTo>
                    <a:pt x="664" y="2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58"/>
            <p:cNvSpPr/>
            <p:nvPr/>
          </p:nvSpPr>
          <p:spPr>
            <a:xfrm>
              <a:off x="7274153" y="2857346"/>
              <a:ext cx="11026" cy="4427"/>
            </a:xfrm>
            <a:custGeom>
              <a:rect b="b" l="l" r="r" t="t"/>
              <a:pathLst>
                <a:path extrusionOk="0" fill="none" h="267" w="665">
                  <a:moveTo>
                    <a:pt x="1" y="1"/>
                  </a:moveTo>
                  <a:lnTo>
                    <a:pt x="1" y="1"/>
                  </a:lnTo>
                  <a:lnTo>
                    <a:pt x="664" y="2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58"/>
            <p:cNvSpPr/>
            <p:nvPr/>
          </p:nvSpPr>
          <p:spPr>
            <a:xfrm>
              <a:off x="6884705" y="2857346"/>
              <a:ext cx="409277" cy="235453"/>
            </a:xfrm>
            <a:custGeom>
              <a:rect b="b" l="l" r="r" t="t"/>
              <a:pathLst>
                <a:path extrusionOk="0" h="14201" w="24685">
                  <a:moveTo>
                    <a:pt x="23490" y="1"/>
                  </a:moveTo>
                  <a:lnTo>
                    <a:pt x="0" y="13537"/>
                  </a:lnTo>
                  <a:lnTo>
                    <a:pt x="1062" y="14201"/>
                  </a:lnTo>
                  <a:lnTo>
                    <a:pt x="24684" y="664"/>
                  </a:lnTo>
                  <a:lnTo>
                    <a:pt x="24153" y="266"/>
                  </a:lnTo>
                  <a:lnTo>
                    <a:pt x="23490" y="1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58"/>
            <p:cNvSpPr/>
            <p:nvPr/>
          </p:nvSpPr>
          <p:spPr>
            <a:xfrm>
              <a:off x="6884705" y="2857346"/>
              <a:ext cx="409277" cy="235453"/>
            </a:xfrm>
            <a:custGeom>
              <a:rect b="b" l="l" r="r" t="t"/>
              <a:pathLst>
                <a:path extrusionOk="0" fill="none" h="14201" w="24685">
                  <a:moveTo>
                    <a:pt x="23490" y="1"/>
                  </a:moveTo>
                  <a:lnTo>
                    <a:pt x="0" y="13537"/>
                  </a:lnTo>
                  <a:lnTo>
                    <a:pt x="1062" y="14201"/>
                  </a:lnTo>
                  <a:lnTo>
                    <a:pt x="24684" y="664"/>
                  </a:lnTo>
                  <a:lnTo>
                    <a:pt x="24153" y="266"/>
                  </a:lnTo>
                  <a:lnTo>
                    <a:pt x="2349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8"/>
            <p:cNvSpPr/>
            <p:nvPr/>
          </p:nvSpPr>
          <p:spPr>
            <a:xfrm>
              <a:off x="6884705" y="3081790"/>
              <a:ext cx="17608" cy="11009"/>
            </a:xfrm>
            <a:custGeom>
              <a:rect b="b" l="l" r="r" t="t"/>
              <a:pathLst>
                <a:path extrusionOk="0" h="664" w="1062">
                  <a:moveTo>
                    <a:pt x="0" y="0"/>
                  </a:moveTo>
                  <a:lnTo>
                    <a:pt x="0" y="0"/>
                  </a:lnTo>
                  <a:lnTo>
                    <a:pt x="1062" y="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58"/>
            <p:cNvSpPr/>
            <p:nvPr/>
          </p:nvSpPr>
          <p:spPr>
            <a:xfrm>
              <a:off x="6884705" y="3081790"/>
              <a:ext cx="17608" cy="11009"/>
            </a:xfrm>
            <a:custGeom>
              <a:rect b="b" l="l" r="r" t="t"/>
              <a:pathLst>
                <a:path extrusionOk="0" fill="none" h="664" w="1062">
                  <a:moveTo>
                    <a:pt x="0" y="0"/>
                  </a:moveTo>
                  <a:lnTo>
                    <a:pt x="0" y="0"/>
                  </a:lnTo>
                  <a:lnTo>
                    <a:pt x="1062" y="66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58"/>
            <p:cNvSpPr/>
            <p:nvPr/>
          </p:nvSpPr>
          <p:spPr>
            <a:xfrm>
              <a:off x="7098140" y="2753937"/>
              <a:ext cx="11009" cy="6615"/>
            </a:xfrm>
            <a:custGeom>
              <a:rect b="b" l="l" r="r" t="t"/>
              <a:pathLst>
                <a:path extrusionOk="0" h="399" w="664">
                  <a:moveTo>
                    <a:pt x="0" y="0"/>
                  </a:moveTo>
                  <a:lnTo>
                    <a:pt x="0" y="0"/>
                  </a:lnTo>
                  <a:lnTo>
                    <a:pt x="664" y="3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58"/>
            <p:cNvSpPr/>
            <p:nvPr/>
          </p:nvSpPr>
          <p:spPr>
            <a:xfrm>
              <a:off x="7098140" y="2753937"/>
              <a:ext cx="11009" cy="6615"/>
            </a:xfrm>
            <a:custGeom>
              <a:rect b="b" l="l" r="r" t="t"/>
              <a:pathLst>
                <a:path extrusionOk="0" fill="none" h="399" w="664">
                  <a:moveTo>
                    <a:pt x="0" y="0"/>
                  </a:moveTo>
                  <a:lnTo>
                    <a:pt x="0" y="0"/>
                  </a:lnTo>
                  <a:lnTo>
                    <a:pt x="664" y="3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6706470" y="2753937"/>
              <a:ext cx="411482" cy="237641"/>
            </a:xfrm>
            <a:custGeom>
              <a:rect b="b" l="l" r="r" t="t"/>
              <a:pathLst>
                <a:path extrusionOk="0" h="14333" w="24818">
                  <a:moveTo>
                    <a:pt x="23623" y="0"/>
                  </a:moveTo>
                  <a:lnTo>
                    <a:pt x="1" y="13669"/>
                  </a:lnTo>
                  <a:lnTo>
                    <a:pt x="1195" y="14333"/>
                  </a:lnTo>
                  <a:lnTo>
                    <a:pt x="24817" y="664"/>
                  </a:lnTo>
                  <a:lnTo>
                    <a:pt x="24287" y="398"/>
                  </a:lnTo>
                  <a:lnTo>
                    <a:pt x="23623" y="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58"/>
            <p:cNvSpPr/>
            <p:nvPr/>
          </p:nvSpPr>
          <p:spPr>
            <a:xfrm>
              <a:off x="6706470" y="2753937"/>
              <a:ext cx="411482" cy="237641"/>
            </a:xfrm>
            <a:custGeom>
              <a:rect b="b" l="l" r="r" t="t"/>
              <a:pathLst>
                <a:path extrusionOk="0" fill="none" h="14333" w="24818">
                  <a:moveTo>
                    <a:pt x="23623" y="0"/>
                  </a:moveTo>
                  <a:lnTo>
                    <a:pt x="1" y="13669"/>
                  </a:lnTo>
                  <a:lnTo>
                    <a:pt x="1195" y="14333"/>
                  </a:lnTo>
                  <a:lnTo>
                    <a:pt x="24817" y="664"/>
                  </a:lnTo>
                  <a:lnTo>
                    <a:pt x="24287" y="398"/>
                  </a:lnTo>
                  <a:lnTo>
                    <a:pt x="2362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58"/>
            <p:cNvSpPr/>
            <p:nvPr/>
          </p:nvSpPr>
          <p:spPr>
            <a:xfrm>
              <a:off x="6706470" y="2980569"/>
              <a:ext cx="19813" cy="11009"/>
            </a:xfrm>
            <a:custGeom>
              <a:rect b="b" l="l" r="r" t="t"/>
              <a:pathLst>
                <a:path extrusionOk="0" h="664" w="1195">
                  <a:moveTo>
                    <a:pt x="1" y="0"/>
                  </a:moveTo>
                  <a:lnTo>
                    <a:pt x="1" y="0"/>
                  </a:lnTo>
                  <a:lnTo>
                    <a:pt x="1195" y="6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58"/>
            <p:cNvSpPr/>
            <p:nvPr/>
          </p:nvSpPr>
          <p:spPr>
            <a:xfrm>
              <a:off x="6706470" y="2980569"/>
              <a:ext cx="19813" cy="11009"/>
            </a:xfrm>
            <a:custGeom>
              <a:rect b="b" l="l" r="r" t="t"/>
              <a:pathLst>
                <a:path extrusionOk="0" fill="none" h="664" w="1195">
                  <a:moveTo>
                    <a:pt x="1" y="0"/>
                  </a:moveTo>
                  <a:lnTo>
                    <a:pt x="1" y="0"/>
                  </a:lnTo>
                  <a:lnTo>
                    <a:pt x="1195" y="66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58"/>
            <p:cNvSpPr/>
            <p:nvPr/>
          </p:nvSpPr>
          <p:spPr>
            <a:xfrm>
              <a:off x="6919905" y="2652716"/>
              <a:ext cx="11026" cy="4410"/>
            </a:xfrm>
            <a:custGeom>
              <a:rect b="b" l="l" r="r" t="t"/>
              <a:pathLst>
                <a:path extrusionOk="0" h="266" w="665">
                  <a:moveTo>
                    <a:pt x="0" y="1"/>
                  </a:moveTo>
                  <a:lnTo>
                    <a:pt x="0" y="1"/>
                  </a:lnTo>
                  <a:lnTo>
                    <a:pt x="664" y="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58"/>
            <p:cNvSpPr/>
            <p:nvPr/>
          </p:nvSpPr>
          <p:spPr>
            <a:xfrm>
              <a:off x="6919905" y="2652716"/>
              <a:ext cx="11026" cy="4410"/>
            </a:xfrm>
            <a:custGeom>
              <a:rect b="b" l="l" r="r" t="t"/>
              <a:pathLst>
                <a:path extrusionOk="0" fill="none" h="266" w="665">
                  <a:moveTo>
                    <a:pt x="0" y="1"/>
                  </a:moveTo>
                  <a:lnTo>
                    <a:pt x="0" y="1"/>
                  </a:lnTo>
                  <a:lnTo>
                    <a:pt x="664" y="2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58"/>
            <p:cNvSpPr/>
            <p:nvPr/>
          </p:nvSpPr>
          <p:spPr>
            <a:xfrm>
              <a:off x="6528252" y="2652716"/>
              <a:ext cx="411466" cy="235453"/>
            </a:xfrm>
            <a:custGeom>
              <a:rect b="b" l="l" r="r" t="t"/>
              <a:pathLst>
                <a:path extrusionOk="0" h="14201" w="24817">
                  <a:moveTo>
                    <a:pt x="23622" y="1"/>
                  </a:moveTo>
                  <a:lnTo>
                    <a:pt x="22428" y="664"/>
                  </a:lnTo>
                  <a:lnTo>
                    <a:pt x="22428" y="2124"/>
                  </a:lnTo>
                  <a:lnTo>
                    <a:pt x="24817" y="664"/>
                  </a:lnTo>
                  <a:lnTo>
                    <a:pt x="24286" y="266"/>
                  </a:lnTo>
                  <a:lnTo>
                    <a:pt x="23622" y="1"/>
                  </a:lnTo>
                  <a:close/>
                  <a:moveTo>
                    <a:pt x="4778" y="10883"/>
                  </a:moveTo>
                  <a:lnTo>
                    <a:pt x="0" y="13537"/>
                  </a:lnTo>
                  <a:lnTo>
                    <a:pt x="929" y="14068"/>
                  </a:lnTo>
                  <a:lnTo>
                    <a:pt x="1194" y="14201"/>
                  </a:lnTo>
                  <a:lnTo>
                    <a:pt x="5972" y="11546"/>
                  </a:lnTo>
                  <a:lnTo>
                    <a:pt x="4778" y="10883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6528252" y="2833140"/>
              <a:ext cx="99016" cy="55029"/>
            </a:xfrm>
            <a:custGeom>
              <a:rect b="b" l="l" r="r" t="t"/>
              <a:pathLst>
                <a:path extrusionOk="0" fill="none" h="3319" w="5972">
                  <a:moveTo>
                    <a:pt x="4778" y="1"/>
                  </a:moveTo>
                  <a:lnTo>
                    <a:pt x="0" y="2655"/>
                  </a:lnTo>
                  <a:lnTo>
                    <a:pt x="929" y="3186"/>
                  </a:lnTo>
                  <a:lnTo>
                    <a:pt x="1194" y="3319"/>
                  </a:lnTo>
                  <a:lnTo>
                    <a:pt x="5972" y="664"/>
                  </a:lnTo>
                  <a:lnTo>
                    <a:pt x="477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6900108" y="2652716"/>
              <a:ext cx="39610" cy="35216"/>
            </a:xfrm>
            <a:custGeom>
              <a:rect b="b" l="l" r="r" t="t"/>
              <a:pathLst>
                <a:path extrusionOk="0" fill="none" h="2124" w="2389">
                  <a:moveTo>
                    <a:pt x="1194" y="1"/>
                  </a:moveTo>
                  <a:lnTo>
                    <a:pt x="0" y="664"/>
                  </a:lnTo>
                  <a:lnTo>
                    <a:pt x="0" y="2124"/>
                  </a:lnTo>
                  <a:lnTo>
                    <a:pt x="2389" y="664"/>
                  </a:lnTo>
                  <a:lnTo>
                    <a:pt x="1858" y="266"/>
                  </a:lnTo>
                  <a:lnTo>
                    <a:pt x="119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6528252" y="2877143"/>
              <a:ext cx="15403" cy="8821"/>
            </a:xfrm>
            <a:custGeom>
              <a:rect b="b" l="l" r="r" t="t"/>
              <a:pathLst>
                <a:path extrusionOk="0" h="532" w="929">
                  <a:moveTo>
                    <a:pt x="0" y="1"/>
                  </a:moveTo>
                  <a:lnTo>
                    <a:pt x="0" y="1"/>
                  </a:lnTo>
                  <a:lnTo>
                    <a:pt x="929" y="5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6528252" y="2877143"/>
              <a:ext cx="15403" cy="8821"/>
            </a:xfrm>
            <a:custGeom>
              <a:rect b="b" l="l" r="r" t="t"/>
              <a:pathLst>
                <a:path extrusionOk="0" fill="none" h="532" w="929">
                  <a:moveTo>
                    <a:pt x="0" y="1"/>
                  </a:moveTo>
                  <a:lnTo>
                    <a:pt x="0" y="1"/>
                  </a:lnTo>
                  <a:lnTo>
                    <a:pt x="929" y="53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6743875" y="2549307"/>
              <a:ext cx="11026" cy="8804"/>
            </a:xfrm>
            <a:custGeom>
              <a:rect b="b" l="l" r="r" t="t"/>
              <a:pathLst>
                <a:path extrusionOk="0" h="531" w="665">
                  <a:moveTo>
                    <a:pt x="1" y="0"/>
                  </a:moveTo>
                  <a:lnTo>
                    <a:pt x="1" y="0"/>
                  </a:lnTo>
                  <a:lnTo>
                    <a:pt x="664" y="5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6743875" y="2549307"/>
              <a:ext cx="11026" cy="8804"/>
            </a:xfrm>
            <a:custGeom>
              <a:rect b="b" l="l" r="r" t="t"/>
              <a:pathLst>
                <a:path extrusionOk="0" fill="none" h="531" w="665">
                  <a:moveTo>
                    <a:pt x="1" y="0"/>
                  </a:moveTo>
                  <a:lnTo>
                    <a:pt x="1" y="0"/>
                  </a:lnTo>
                  <a:lnTo>
                    <a:pt x="664" y="53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6352222" y="2549307"/>
              <a:ext cx="411482" cy="237641"/>
            </a:xfrm>
            <a:custGeom>
              <a:rect b="b" l="l" r="r" t="t"/>
              <a:pathLst>
                <a:path extrusionOk="0" h="14333" w="24818">
                  <a:moveTo>
                    <a:pt x="23623" y="0"/>
                  </a:moveTo>
                  <a:lnTo>
                    <a:pt x="16191" y="4380"/>
                  </a:lnTo>
                  <a:lnTo>
                    <a:pt x="16722" y="4645"/>
                  </a:lnTo>
                  <a:lnTo>
                    <a:pt x="18978" y="3318"/>
                  </a:lnTo>
                  <a:lnTo>
                    <a:pt x="19641" y="3716"/>
                  </a:lnTo>
                  <a:lnTo>
                    <a:pt x="24817" y="664"/>
                  </a:lnTo>
                  <a:lnTo>
                    <a:pt x="24286" y="531"/>
                  </a:lnTo>
                  <a:lnTo>
                    <a:pt x="23623" y="0"/>
                  </a:lnTo>
                  <a:close/>
                  <a:moveTo>
                    <a:pt x="5043" y="10750"/>
                  </a:moveTo>
                  <a:lnTo>
                    <a:pt x="0" y="13669"/>
                  </a:lnTo>
                  <a:lnTo>
                    <a:pt x="1195" y="14333"/>
                  </a:lnTo>
                  <a:lnTo>
                    <a:pt x="5839" y="11546"/>
                  </a:lnTo>
                  <a:lnTo>
                    <a:pt x="5043" y="11148"/>
                  </a:lnTo>
                  <a:lnTo>
                    <a:pt x="5043" y="10750"/>
                  </a:lnTo>
                  <a:close/>
                </a:path>
              </a:pathLst>
            </a:custGeom>
            <a:solidFill>
              <a:srgbClr val="C240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6352222" y="2727525"/>
              <a:ext cx="96827" cy="59423"/>
            </a:xfrm>
            <a:custGeom>
              <a:rect b="b" l="l" r="r" t="t"/>
              <a:pathLst>
                <a:path extrusionOk="0" fill="none" h="3584" w="5840">
                  <a:moveTo>
                    <a:pt x="5043" y="1"/>
                  </a:moveTo>
                  <a:lnTo>
                    <a:pt x="0" y="2920"/>
                  </a:lnTo>
                  <a:lnTo>
                    <a:pt x="1195" y="3584"/>
                  </a:lnTo>
                  <a:lnTo>
                    <a:pt x="5839" y="797"/>
                  </a:lnTo>
                  <a:lnTo>
                    <a:pt x="5043" y="399"/>
                  </a:lnTo>
                  <a:lnTo>
                    <a:pt x="504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6620652" y="2549307"/>
              <a:ext cx="143052" cy="77014"/>
            </a:xfrm>
            <a:custGeom>
              <a:rect b="b" l="l" r="r" t="t"/>
              <a:pathLst>
                <a:path extrusionOk="0" fill="none" h="4645" w="8628">
                  <a:moveTo>
                    <a:pt x="7433" y="0"/>
                  </a:moveTo>
                  <a:lnTo>
                    <a:pt x="1" y="4380"/>
                  </a:lnTo>
                  <a:lnTo>
                    <a:pt x="532" y="4645"/>
                  </a:lnTo>
                  <a:lnTo>
                    <a:pt x="2788" y="3318"/>
                  </a:lnTo>
                  <a:lnTo>
                    <a:pt x="3451" y="3716"/>
                  </a:lnTo>
                  <a:lnTo>
                    <a:pt x="8627" y="664"/>
                  </a:lnTo>
                  <a:lnTo>
                    <a:pt x="8096" y="531"/>
                  </a:lnTo>
                  <a:lnTo>
                    <a:pt x="74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4974806" y="2738534"/>
              <a:ext cx="453281" cy="261848"/>
            </a:xfrm>
            <a:custGeom>
              <a:rect b="b" l="l" r="r" t="t"/>
              <a:pathLst>
                <a:path extrusionOk="0" h="15793" w="27339">
                  <a:moveTo>
                    <a:pt x="13670" y="0"/>
                  </a:moveTo>
                  <a:lnTo>
                    <a:pt x="0" y="7963"/>
                  </a:lnTo>
                  <a:lnTo>
                    <a:pt x="13670" y="15793"/>
                  </a:lnTo>
                  <a:lnTo>
                    <a:pt x="27339" y="7963"/>
                  </a:lnTo>
                  <a:lnTo>
                    <a:pt x="136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4974806" y="2738534"/>
              <a:ext cx="453281" cy="261848"/>
            </a:xfrm>
            <a:custGeom>
              <a:rect b="b" l="l" r="r" t="t"/>
              <a:pathLst>
                <a:path extrusionOk="0" fill="none" h="15793" w="27339">
                  <a:moveTo>
                    <a:pt x="0" y="7963"/>
                  </a:moveTo>
                  <a:lnTo>
                    <a:pt x="13670" y="0"/>
                  </a:lnTo>
                  <a:lnTo>
                    <a:pt x="27339" y="7963"/>
                  </a:lnTo>
                  <a:lnTo>
                    <a:pt x="13670" y="15793"/>
                  </a:lnTo>
                  <a:lnTo>
                    <a:pt x="0" y="796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4970395" y="2514091"/>
              <a:ext cx="231059" cy="246462"/>
            </a:xfrm>
            <a:custGeom>
              <a:rect b="b" l="l" r="r" t="t"/>
              <a:pathLst>
                <a:path extrusionOk="0" h="14865" w="13936">
                  <a:moveTo>
                    <a:pt x="13936" y="1"/>
                  </a:moveTo>
                  <a:lnTo>
                    <a:pt x="1" y="8096"/>
                  </a:lnTo>
                  <a:lnTo>
                    <a:pt x="11679" y="14864"/>
                  </a:lnTo>
                  <a:lnTo>
                    <a:pt x="13936" y="13537"/>
                  </a:lnTo>
                  <a:lnTo>
                    <a:pt x="1393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4970395" y="2514091"/>
              <a:ext cx="231059" cy="246462"/>
            </a:xfrm>
            <a:custGeom>
              <a:rect b="b" l="l" r="r" t="t"/>
              <a:pathLst>
                <a:path extrusionOk="0" fill="none" h="14865" w="13936">
                  <a:moveTo>
                    <a:pt x="13936" y="13537"/>
                  </a:moveTo>
                  <a:lnTo>
                    <a:pt x="13936" y="1"/>
                  </a:lnTo>
                  <a:lnTo>
                    <a:pt x="1" y="8096"/>
                  </a:lnTo>
                  <a:lnTo>
                    <a:pt x="11679" y="14864"/>
                  </a:lnTo>
                  <a:lnTo>
                    <a:pt x="13936" y="1353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5201438" y="2514091"/>
              <a:ext cx="231059" cy="246462"/>
            </a:xfrm>
            <a:custGeom>
              <a:rect b="b" l="l" r="r" t="t"/>
              <a:pathLst>
                <a:path extrusionOk="0" h="14865" w="13936">
                  <a:moveTo>
                    <a:pt x="1" y="1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3935" y="8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5201438" y="2514091"/>
              <a:ext cx="231059" cy="246462"/>
            </a:xfrm>
            <a:custGeom>
              <a:rect b="b" l="l" r="r" t="t"/>
              <a:pathLst>
                <a:path extrusionOk="0" fill="none" h="14865" w="13936">
                  <a:moveTo>
                    <a:pt x="1" y="1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3935" y="809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4970395" y="2648322"/>
              <a:ext cx="231059" cy="352060"/>
            </a:xfrm>
            <a:custGeom>
              <a:rect b="b" l="l" r="r" t="t"/>
              <a:pathLst>
                <a:path extrusionOk="0" h="21234" w="13936">
                  <a:moveTo>
                    <a:pt x="1" y="0"/>
                  </a:moveTo>
                  <a:lnTo>
                    <a:pt x="1" y="13138"/>
                  </a:lnTo>
                  <a:lnTo>
                    <a:pt x="13936" y="21234"/>
                  </a:lnTo>
                  <a:lnTo>
                    <a:pt x="13936" y="80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4970395" y="2648322"/>
              <a:ext cx="231059" cy="352060"/>
            </a:xfrm>
            <a:custGeom>
              <a:rect b="b" l="l" r="r" t="t"/>
              <a:pathLst>
                <a:path extrusionOk="0" fill="none" h="21234" w="13936">
                  <a:moveTo>
                    <a:pt x="1" y="0"/>
                  </a:moveTo>
                  <a:lnTo>
                    <a:pt x="1" y="13138"/>
                  </a:lnTo>
                  <a:lnTo>
                    <a:pt x="13936" y="21234"/>
                  </a:lnTo>
                  <a:lnTo>
                    <a:pt x="13936" y="809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58"/>
            <p:cNvSpPr/>
            <p:nvPr/>
          </p:nvSpPr>
          <p:spPr>
            <a:xfrm>
              <a:off x="5201438" y="2648322"/>
              <a:ext cx="231059" cy="352060"/>
            </a:xfrm>
            <a:custGeom>
              <a:rect b="b" l="l" r="r" t="t"/>
              <a:pathLst>
                <a:path extrusionOk="0" h="21234" w="13936">
                  <a:moveTo>
                    <a:pt x="13935" y="0"/>
                  </a:moveTo>
                  <a:lnTo>
                    <a:pt x="1" y="8095"/>
                  </a:lnTo>
                  <a:lnTo>
                    <a:pt x="1" y="21234"/>
                  </a:lnTo>
                  <a:lnTo>
                    <a:pt x="13935" y="13138"/>
                  </a:lnTo>
                  <a:lnTo>
                    <a:pt x="1393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58"/>
            <p:cNvSpPr/>
            <p:nvPr/>
          </p:nvSpPr>
          <p:spPr>
            <a:xfrm>
              <a:off x="5201438" y="2648322"/>
              <a:ext cx="231059" cy="352060"/>
            </a:xfrm>
            <a:custGeom>
              <a:rect b="b" l="l" r="r" t="t"/>
              <a:pathLst>
                <a:path extrusionOk="0" fill="none" h="21234" w="13936">
                  <a:moveTo>
                    <a:pt x="1" y="8095"/>
                  </a:moveTo>
                  <a:lnTo>
                    <a:pt x="1" y="21234"/>
                  </a:lnTo>
                  <a:lnTo>
                    <a:pt x="13935" y="13138"/>
                  </a:lnTo>
                  <a:lnTo>
                    <a:pt x="13935" y="0"/>
                  </a:lnTo>
                  <a:lnTo>
                    <a:pt x="1" y="809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58"/>
            <p:cNvSpPr/>
            <p:nvPr/>
          </p:nvSpPr>
          <p:spPr>
            <a:xfrm>
              <a:off x="5201438" y="2782537"/>
              <a:ext cx="173841" cy="217845"/>
            </a:xfrm>
            <a:custGeom>
              <a:rect b="b" l="l" r="r" t="t"/>
              <a:pathLst>
                <a:path extrusionOk="0" h="13139" w="10485">
                  <a:moveTo>
                    <a:pt x="1" y="0"/>
                  </a:moveTo>
                  <a:lnTo>
                    <a:pt x="1" y="13139"/>
                  </a:lnTo>
                  <a:lnTo>
                    <a:pt x="10485" y="7167"/>
                  </a:lnTo>
                  <a:lnTo>
                    <a:pt x="266" y="126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58"/>
            <p:cNvSpPr/>
            <p:nvPr/>
          </p:nvSpPr>
          <p:spPr>
            <a:xfrm>
              <a:off x="5201438" y="2782537"/>
              <a:ext cx="173841" cy="217845"/>
            </a:xfrm>
            <a:custGeom>
              <a:rect b="b" l="l" r="r" t="t"/>
              <a:pathLst>
                <a:path extrusionOk="0" fill="none" h="13139" w="10485">
                  <a:moveTo>
                    <a:pt x="1" y="0"/>
                  </a:moveTo>
                  <a:lnTo>
                    <a:pt x="266" y="12608"/>
                  </a:lnTo>
                  <a:lnTo>
                    <a:pt x="10485" y="7167"/>
                  </a:lnTo>
                  <a:lnTo>
                    <a:pt x="1" y="131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58"/>
            <p:cNvSpPr/>
            <p:nvPr/>
          </p:nvSpPr>
          <p:spPr>
            <a:xfrm>
              <a:off x="5263049" y="2916752"/>
              <a:ext cx="2222" cy="26429"/>
            </a:xfrm>
            <a:custGeom>
              <a:rect b="b" l="l" r="r" t="t"/>
              <a:pathLst>
                <a:path extrusionOk="0" h="1594" w="134">
                  <a:moveTo>
                    <a:pt x="133" y="1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58"/>
            <p:cNvSpPr/>
            <p:nvPr/>
          </p:nvSpPr>
          <p:spPr>
            <a:xfrm>
              <a:off x="5263049" y="2916752"/>
              <a:ext cx="2222" cy="26429"/>
            </a:xfrm>
            <a:custGeom>
              <a:rect b="b" l="l" r="r" t="t"/>
              <a:pathLst>
                <a:path extrusionOk="0" fill="none" h="1594" w="134">
                  <a:moveTo>
                    <a:pt x="133" y="1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58"/>
            <p:cNvSpPr/>
            <p:nvPr/>
          </p:nvSpPr>
          <p:spPr>
            <a:xfrm>
              <a:off x="5258655" y="2912359"/>
              <a:ext cx="8804" cy="11009"/>
            </a:xfrm>
            <a:custGeom>
              <a:rect b="b" l="l" r="r" t="t"/>
              <a:pathLst>
                <a:path extrusionOk="0" h="664" w="531">
                  <a:moveTo>
                    <a:pt x="265" y="0"/>
                  </a:moveTo>
                  <a:lnTo>
                    <a:pt x="0" y="664"/>
                  </a:lnTo>
                  <a:lnTo>
                    <a:pt x="133" y="664"/>
                  </a:lnTo>
                  <a:lnTo>
                    <a:pt x="265" y="531"/>
                  </a:lnTo>
                  <a:lnTo>
                    <a:pt x="398" y="266"/>
                  </a:lnTo>
                  <a:lnTo>
                    <a:pt x="531" y="398"/>
                  </a:lnTo>
                  <a:lnTo>
                    <a:pt x="531" y="266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58"/>
            <p:cNvSpPr/>
            <p:nvPr/>
          </p:nvSpPr>
          <p:spPr>
            <a:xfrm>
              <a:off x="5258655" y="2912359"/>
              <a:ext cx="8804" cy="11009"/>
            </a:xfrm>
            <a:custGeom>
              <a:rect b="b" l="l" r="r" t="t"/>
              <a:pathLst>
                <a:path extrusionOk="0" fill="none" h="664" w="531">
                  <a:moveTo>
                    <a:pt x="265" y="0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133" y="664"/>
                  </a:lnTo>
                  <a:lnTo>
                    <a:pt x="133" y="664"/>
                  </a:lnTo>
                  <a:lnTo>
                    <a:pt x="265" y="531"/>
                  </a:lnTo>
                  <a:lnTo>
                    <a:pt x="398" y="266"/>
                  </a:lnTo>
                  <a:lnTo>
                    <a:pt x="398" y="266"/>
                  </a:lnTo>
                  <a:lnTo>
                    <a:pt x="531" y="398"/>
                  </a:lnTo>
                  <a:lnTo>
                    <a:pt x="531" y="398"/>
                  </a:lnTo>
                  <a:lnTo>
                    <a:pt x="531" y="266"/>
                  </a:lnTo>
                  <a:lnTo>
                    <a:pt x="2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58"/>
            <p:cNvSpPr/>
            <p:nvPr/>
          </p:nvSpPr>
          <p:spPr>
            <a:xfrm>
              <a:off x="5274058" y="2910154"/>
              <a:ext cx="2205" cy="26429"/>
            </a:xfrm>
            <a:custGeom>
              <a:rect b="b" l="l" r="r" t="t"/>
              <a:pathLst>
                <a:path extrusionOk="0" h="1594" w="133">
                  <a:moveTo>
                    <a:pt x="133" y="1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58"/>
            <p:cNvSpPr/>
            <p:nvPr/>
          </p:nvSpPr>
          <p:spPr>
            <a:xfrm>
              <a:off x="5274058" y="2910154"/>
              <a:ext cx="2205" cy="26429"/>
            </a:xfrm>
            <a:custGeom>
              <a:rect b="b" l="l" r="r" t="t"/>
              <a:pathLst>
                <a:path extrusionOk="0" fill="none" h="1594" w="133">
                  <a:moveTo>
                    <a:pt x="133" y="1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58"/>
            <p:cNvSpPr/>
            <p:nvPr/>
          </p:nvSpPr>
          <p:spPr>
            <a:xfrm>
              <a:off x="5269648" y="2905760"/>
              <a:ext cx="11026" cy="11009"/>
            </a:xfrm>
            <a:custGeom>
              <a:rect b="b" l="l" r="r" t="t"/>
              <a:pathLst>
                <a:path extrusionOk="0" h="664" w="665">
                  <a:moveTo>
                    <a:pt x="266" y="0"/>
                  </a:moveTo>
                  <a:lnTo>
                    <a:pt x="1" y="664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399" y="266"/>
                  </a:lnTo>
                  <a:lnTo>
                    <a:pt x="399" y="398"/>
                  </a:lnTo>
                  <a:lnTo>
                    <a:pt x="664" y="39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58"/>
            <p:cNvSpPr/>
            <p:nvPr/>
          </p:nvSpPr>
          <p:spPr>
            <a:xfrm>
              <a:off x="5269648" y="2905760"/>
              <a:ext cx="11026" cy="11009"/>
            </a:xfrm>
            <a:custGeom>
              <a:rect b="b" l="l" r="r" t="t"/>
              <a:pathLst>
                <a:path extrusionOk="0" fill="none" h="664" w="665">
                  <a:moveTo>
                    <a:pt x="266" y="0"/>
                  </a:moveTo>
                  <a:lnTo>
                    <a:pt x="1" y="664"/>
                  </a:lnTo>
                  <a:lnTo>
                    <a:pt x="133" y="664"/>
                  </a:lnTo>
                  <a:lnTo>
                    <a:pt x="133" y="664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399" y="266"/>
                  </a:lnTo>
                  <a:lnTo>
                    <a:pt x="399" y="398"/>
                  </a:lnTo>
                  <a:lnTo>
                    <a:pt x="531" y="398"/>
                  </a:lnTo>
                  <a:lnTo>
                    <a:pt x="664" y="398"/>
                  </a:lnTo>
                  <a:lnTo>
                    <a:pt x="664" y="398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58"/>
            <p:cNvSpPr/>
            <p:nvPr/>
          </p:nvSpPr>
          <p:spPr>
            <a:xfrm>
              <a:off x="5227849" y="2940959"/>
              <a:ext cx="8804" cy="22018"/>
            </a:xfrm>
            <a:custGeom>
              <a:rect b="b" l="l" r="r" t="t"/>
              <a:pathLst>
                <a:path extrusionOk="0" h="1328" w="531">
                  <a:moveTo>
                    <a:pt x="398" y="1"/>
                  </a:moveTo>
                  <a:lnTo>
                    <a:pt x="398" y="797"/>
                  </a:lnTo>
                  <a:lnTo>
                    <a:pt x="266" y="1062"/>
                  </a:lnTo>
                  <a:lnTo>
                    <a:pt x="133" y="1195"/>
                  </a:lnTo>
                  <a:lnTo>
                    <a:pt x="133" y="1062"/>
                  </a:lnTo>
                  <a:lnTo>
                    <a:pt x="133" y="930"/>
                  </a:lnTo>
                  <a:lnTo>
                    <a:pt x="133" y="797"/>
                  </a:lnTo>
                  <a:lnTo>
                    <a:pt x="0" y="930"/>
                  </a:lnTo>
                  <a:lnTo>
                    <a:pt x="0" y="1062"/>
                  </a:lnTo>
                  <a:lnTo>
                    <a:pt x="133" y="1328"/>
                  </a:lnTo>
                  <a:lnTo>
                    <a:pt x="266" y="1195"/>
                  </a:lnTo>
                  <a:lnTo>
                    <a:pt x="398" y="1062"/>
                  </a:lnTo>
                  <a:lnTo>
                    <a:pt x="531" y="797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58"/>
            <p:cNvSpPr/>
            <p:nvPr/>
          </p:nvSpPr>
          <p:spPr>
            <a:xfrm>
              <a:off x="5227849" y="2940959"/>
              <a:ext cx="8804" cy="22018"/>
            </a:xfrm>
            <a:custGeom>
              <a:rect b="b" l="l" r="r" t="t"/>
              <a:pathLst>
                <a:path extrusionOk="0" fill="none" h="1328" w="531">
                  <a:moveTo>
                    <a:pt x="531" y="1"/>
                  </a:moveTo>
                  <a:lnTo>
                    <a:pt x="398" y="1"/>
                  </a:lnTo>
                  <a:lnTo>
                    <a:pt x="398" y="797"/>
                  </a:lnTo>
                  <a:lnTo>
                    <a:pt x="398" y="797"/>
                  </a:lnTo>
                  <a:lnTo>
                    <a:pt x="266" y="1062"/>
                  </a:lnTo>
                  <a:lnTo>
                    <a:pt x="266" y="1062"/>
                  </a:lnTo>
                  <a:lnTo>
                    <a:pt x="133" y="1195"/>
                  </a:lnTo>
                  <a:lnTo>
                    <a:pt x="133" y="1062"/>
                  </a:lnTo>
                  <a:lnTo>
                    <a:pt x="133" y="930"/>
                  </a:lnTo>
                  <a:lnTo>
                    <a:pt x="133" y="797"/>
                  </a:lnTo>
                  <a:lnTo>
                    <a:pt x="0" y="930"/>
                  </a:lnTo>
                  <a:lnTo>
                    <a:pt x="0" y="1062"/>
                  </a:lnTo>
                  <a:lnTo>
                    <a:pt x="0" y="1062"/>
                  </a:lnTo>
                  <a:lnTo>
                    <a:pt x="133" y="1328"/>
                  </a:lnTo>
                  <a:lnTo>
                    <a:pt x="133" y="1328"/>
                  </a:lnTo>
                  <a:lnTo>
                    <a:pt x="266" y="1195"/>
                  </a:lnTo>
                  <a:lnTo>
                    <a:pt x="266" y="1195"/>
                  </a:lnTo>
                  <a:lnTo>
                    <a:pt x="398" y="1062"/>
                  </a:lnTo>
                  <a:lnTo>
                    <a:pt x="531" y="797"/>
                  </a:lnTo>
                  <a:lnTo>
                    <a:pt x="53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58"/>
            <p:cNvSpPr/>
            <p:nvPr/>
          </p:nvSpPr>
          <p:spPr>
            <a:xfrm>
              <a:off x="5216840" y="2918958"/>
              <a:ext cx="33027" cy="30822"/>
            </a:xfrm>
            <a:custGeom>
              <a:rect b="b" l="l" r="r" t="t"/>
              <a:pathLst>
                <a:path extrusionOk="0" h="1859" w="1992">
                  <a:moveTo>
                    <a:pt x="266" y="1726"/>
                  </a:moveTo>
                  <a:lnTo>
                    <a:pt x="266" y="1726"/>
                  </a:lnTo>
                  <a:lnTo>
                    <a:pt x="266" y="1726"/>
                  </a:lnTo>
                  <a:lnTo>
                    <a:pt x="266" y="1726"/>
                  </a:lnTo>
                  <a:close/>
                  <a:moveTo>
                    <a:pt x="1460" y="0"/>
                  </a:moveTo>
                  <a:lnTo>
                    <a:pt x="1062" y="133"/>
                  </a:lnTo>
                  <a:lnTo>
                    <a:pt x="664" y="399"/>
                  </a:lnTo>
                  <a:lnTo>
                    <a:pt x="399" y="797"/>
                  </a:lnTo>
                  <a:lnTo>
                    <a:pt x="133" y="1328"/>
                  </a:lnTo>
                  <a:lnTo>
                    <a:pt x="1" y="1858"/>
                  </a:lnTo>
                  <a:lnTo>
                    <a:pt x="1" y="1858"/>
                  </a:lnTo>
                  <a:lnTo>
                    <a:pt x="266" y="1726"/>
                  </a:lnTo>
                  <a:lnTo>
                    <a:pt x="266" y="1195"/>
                  </a:lnTo>
                  <a:lnTo>
                    <a:pt x="531" y="797"/>
                  </a:lnTo>
                  <a:lnTo>
                    <a:pt x="797" y="531"/>
                  </a:lnTo>
                  <a:lnTo>
                    <a:pt x="1062" y="266"/>
                  </a:lnTo>
                  <a:lnTo>
                    <a:pt x="1460" y="133"/>
                  </a:lnTo>
                  <a:lnTo>
                    <a:pt x="1726" y="266"/>
                  </a:lnTo>
                  <a:lnTo>
                    <a:pt x="1858" y="399"/>
                  </a:lnTo>
                  <a:lnTo>
                    <a:pt x="1858" y="664"/>
                  </a:lnTo>
                  <a:lnTo>
                    <a:pt x="266" y="1726"/>
                  </a:lnTo>
                  <a:lnTo>
                    <a:pt x="266" y="1726"/>
                  </a:lnTo>
                  <a:lnTo>
                    <a:pt x="1062" y="1328"/>
                  </a:lnTo>
                  <a:lnTo>
                    <a:pt x="1195" y="1328"/>
                  </a:lnTo>
                  <a:lnTo>
                    <a:pt x="1991" y="797"/>
                  </a:lnTo>
                  <a:lnTo>
                    <a:pt x="1991" y="266"/>
                  </a:lnTo>
                  <a:lnTo>
                    <a:pt x="1726" y="13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58"/>
            <p:cNvSpPr/>
            <p:nvPr/>
          </p:nvSpPr>
          <p:spPr>
            <a:xfrm>
              <a:off x="5221234" y="2921163"/>
              <a:ext cx="26429" cy="26412"/>
            </a:xfrm>
            <a:custGeom>
              <a:rect b="b" l="l" r="r" t="t"/>
              <a:pathLst>
                <a:path extrusionOk="0" fill="none" h="1593" w="1594">
                  <a:moveTo>
                    <a:pt x="1" y="1593"/>
                  </a:moveTo>
                  <a:lnTo>
                    <a:pt x="1" y="1593"/>
                  </a:lnTo>
                  <a:lnTo>
                    <a:pt x="1" y="1062"/>
                  </a:lnTo>
                  <a:lnTo>
                    <a:pt x="266" y="664"/>
                  </a:lnTo>
                  <a:lnTo>
                    <a:pt x="532" y="398"/>
                  </a:lnTo>
                  <a:lnTo>
                    <a:pt x="797" y="133"/>
                  </a:lnTo>
                  <a:lnTo>
                    <a:pt x="797" y="133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461" y="133"/>
                  </a:lnTo>
                  <a:lnTo>
                    <a:pt x="1461" y="133"/>
                  </a:lnTo>
                  <a:lnTo>
                    <a:pt x="1593" y="266"/>
                  </a:lnTo>
                  <a:lnTo>
                    <a:pt x="1593" y="531"/>
                  </a:lnTo>
                  <a:lnTo>
                    <a:pt x="1" y="15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58"/>
            <p:cNvSpPr/>
            <p:nvPr/>
          </p:nvSpPr>
          <p:spPr>
            <a:xfrm>
              <a:off x="5216840" y="2918958"/>
              <a:ext cx="33027" cy="30822"/>
            </a:xfrm>
            <a:custGeom>
              <a:rect b="b" l="l" r="r" t="t"/>
              <a:pathLst>
                <a:path extrusionOk="0" fill="none" h="1859" w="1992">
                  <a:moveTo>
                    <a:pt x="1460" y="0"/>
                  </a:moveTo>
                  <a:lnTo>
                    <a:pt x="1460" y="0"/>
                  </a:lnTo>
                  <a:lnTo>
                    <a:pt x="1062" y="133"/>
                  </a:lnTo>
                  <a:lnTo>
                    <a:pt x="1062" y="133"/>
                  </a:lnTo>
                  <a:lnTo>
                    <a:pt x="664" y="399"/>
                  </a:lnTo>
                  <a:lnTo>
                    <a:pt x="399" y="797"/>
                  </a:lnTo>
                  <a:lnTo>
                    <a:pt x="133" y="1328"/>
                  </a:lnTo>
                  <a:lnTo>
                    <a:pt x="1" y="1858"/>
                  </a:lnTo>
                  <a:lnTo>
                    <a:pt x="1" y="1858"/>
                  </a:lnTo>
                  <a:lnTo>
                    <a:pt x="1062" y="1328"/>
                  </a:lnTo>
                  <a:lnTo>
                    <a:pt x="1195" y="1328"/>
                  </a:lnTo>
                  <a:lnTo>
                    <a:pt x="1991" y="797"/>
                  </a:lnTo>
                  <a:lnTo>
                    <a:pt x="1991" y="797"/>
                  </a:lnTo>
                  <a:lnTo>
                    <a:pt x="1991" y="797"/>
                  </a:lnTo>
                  <a:lnTo>
                    <a:pt x="1991" y="266"/>
                  </a:lnTo>
                  <a:lnTo>
                    <a:pt x="1726" y="133"/>
                  </a:lnTo>
                  <a:lnTo>
                    <a:pt x="1726" y="133"/>
                  </a:lnTo>
                  <a:lnTo>
                    <a:pt x="146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58"/>
            <p:cNvSpPr/>
            <p:nvPr/>
          </p:nvSpPr>
          <p:spPr>
            <a:xfrm>
              <a:off x="4970395" y="2514091"/>
              <a:ext cx="462101" cy="268463"/>
            </a:xfrm>
            <a:custGeom>
              <a:rect b="b" l="l" r="r" t="t"/>
              <a:pathLst>
                <a:path extrusionOk="0" h="16192" w="27871">
                  <a:moveTo>
                    <a:pt x="13936" y="1"/>
                  </a:moveTo>
                  <a:lnTo>
                    <a:pt x="1" y="8096"/>
                  </a:lnTo>
                  <a:lnTo>
                    <a:pt x="13936" y="16191"/>
                  </a:lnTo>
                  <a:lnTo>
                    <a:pt x="27870" y="8096"/>
                  </a:lnTo>
                  <a:lnTo>
                    <a:pt x="1393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58"/>
            <p:cNvSpPr/>
            <p:nvPr/>
          </p:nvSpPr>
          <p:spPr>
            <a:xfrm>
              <a:off x="4970395" y="2514091"/>
              <a:ext cx="462101" cy="268463"/>
            </a:xfrm>
            <a:custGeom>
              <a:rect b="b" l="l" r="r" t="t"/>
              <a:pathLst>
                <a:path extrusionOk="0" fill="none" h="16192" w="27871">
                  <a:moveTo>
                    <a:pt x="13936" y="1"/>
                  </a:moveTo>
                  <a:lnTo>
                    <a:pt x="1" y="8096"/>
                  </a:lnTo>
                  <a:lnTo>
                    <a:pt x="13936" y="16191"/>
                  </a:lnTo>
                  <a:lnTo>
                    <a:pt x="27870" y="8096"/>
                  </a:lnTo>
                  <a:lnTo>
                    <a:pt x="1393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58"/>
            <p:cNvSpPr/>
            <p:nvPr/>
          </p:nvSpPr>
          <p:spPr>
            <a:xfrm>
              <a:off x="4970395" y="2648322"/>
              <a:ext cx="462101" cy="134232"/>
            </a:xfrm>
            <a:custGeom>
              <a:rect b="b" l="l" r="r" t="t"/>
              <a:pathLst>
                <a:path extrusionOk="0" h="8096" w="27871">
                  <a:moveTo>
                    <a:pt x="27870" y="0"/>
                  </a:moveTo>
                  <a:lnTo>
                    <a:pt x="21765" y="3318"/>
                  </a:lnTo>
                  <a:lnTo>
                    <a:pt x="21898" y="3451"/>
                  </a:lnTo>
                  <a:lnTo>
                    <a:pt x="27870" y="0"/>
                  </a:lnTo>
                  <a:close/>
                  <a:moveTo>
                    <a:pt x="1" y="0"/>
                  </a:moveTo>
                  <a:lnTo>
                    <a:pt x="13936" y="8095"/>
                  </a:lnTo>
                  <a:lnTo>
                    <a:pt x="19775" y="4645"/>
                  </a:lnTo>
                  <a:lnTo>
                    <a:pt x="19509" y="4512"/>
                  </a:lnTo>
                  <a:lnTo>
                    <a:pt x="13936" y="75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86B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58"/>
            <p:cNvSpPr/>
            <p:nvPr/>
          </p:nvSpPr>
          <p:spPr>
            <a:xfrm>
              <a:off x="4970395" y="2648322"/>
              <a:ext cx="327869" cy="134232"/>
            </a:xfrm>
            <a:custGeom>
              <a:rect b="b" l="l" r="r" t="t"/>
              <a:pathLst>
                <a:path extrusionOk="0" fill="none" h="8096" w="19775">
                  <a:moveTo>
                    <a:pt x="1" y="0"/>
                  </a:moveTo>
                  <a:lnTo>
                    <a:pt x="13936" y="8095"/>
                  </a:lnTo>
                  <a:lnTo>
                    <a:pt x="19775" y="4645"/>
                  </a:lnTo>
                  <a:lnTo>
                    <a:pt x="19775" y="4645"/>
                  </a:lnTo>
                  <a:lnTo>
                    <a:pt x="19775" y="4645"/>
                  </a:lnTo>
                  <a:lnTo>
                    <a:pt x="19509" y="4512"/>
                  </a:lnTo>
                  <a:lnTo>
                    <a:pt x="13936" y="75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58"/>
            <p:cNvSpPr/>
            <p:nvPr/>
          </p:nvSpPr>
          <p:spPr>
            <a:xfrm>
              <a:off x="5331259" y="2648322"/>
              <a:ext cx="101237" cy="57218"/>
            </a:xfrm>
            <a:custGeom>
              <a:rect b="b" l="l" r="r" t="t"/>
              <a:pathLst>
                <a:path extrusionOk="0" fill="none" h="3451" w="6106">
                  <a:moveTo>
                    <a:pt x="6105" y="0"/>
                  </a:moveTo>
                  <a:lnTo>
                    <a:pt x="0" y="3318"/>
                  </a:lnTo>
                  <a:lnTo>
                    <a:pt x="133" y="3451"/>
                  </a:lnTo>
                  <a:lnTo>
                    <a:pt x="133" y="3451"/>
                  </a:lnTo>
                  <a:lnTo>
                    <a:pt x="133" y="3451"/>
                  </a:lnTo>
                  <a:lnTo>
                    <a:pt x="6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58"/>
            <p:cNvSpPr/>
            <p:nvPr/>
          </p:nvSpPr>
          <p:spPr>
            <a:xfrm>
              <a:off x="5065017" y="2571308"/>
              <a:ext cx="268463" cy="154028"/>
            </a:xfrm>
            <a:custGeom>
              <a:rect b="b" l="l" r="r" t="t"/>
              <a:pathLst>
                <a:path extrusionOk="0" h="9290" w="16192">
                  <a:moveTo>
                    <a:pt x="2257" y="0"/>
                  </a:moveTo>
                  <a:lnTo>
                    <a:pt x="1" y="1327"/>
                  </a:lnTo>
                  <a:lnTo>
                    <a:pt x="14068" y="9290"/>
                  </a:lnTo>
                  <a:lnTo>
                    <a:pt x="16191" y="8096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58"/>
            <p:cNvSpPr/>
            <p:nvPr/>
          </p:nvSpPr>
          <p:spPr>
            <a:xfrm>
              <a:off x="5065017" y="2571308"/>
              <a:ext cx="268463" cy="154028"/>
            </a:xfrm>
            <a:custGeom>
              <a:rect b="b" l="l" r="r" t="t"/>
              <a:pathLst>
                <a:path extrusionOk="0" fill="none" h="9290" w="16192">
                  <a:moveTo>
                    <a:pt x="1" y="1327"/>
                  </a:moveTo>
                  <a:lnTo>
                    <a:pt x="14068" y="9290"/>
                  </a:lnTo>
                  <a:lnTo>
                    <a:pt x="16191" y="8096"/>
                  </a:lnTo>
                  <a:lnTo>
                    <a:pt x="2257" y="0"/>
                  </a:lnTo>
                  <a:lnTo>
                    <a:pt x="1" y="132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58"/>
            <p:cNvSpPr/>
            <p:nvPr/>
          </p:nvSpPr>
          <p:spPr>
            <a:xfrm>
              <a:off x="5298248" y="2705523"/>
              <a:ext cx="35232" cy="66022"/>
            </a:xfrm>
            <a:custGeom>
              <a:rect b="b" l="l" r="r" t="t"/>
              <a:pathLst>
                <a:path extrusionOk="0" h="3982" w="2125">
                  <a:moveTo>
                    <a:pt x="2124" y="1"/>
                  </a:moveTo>
                  <a:lnTo>
                    <a:pt x="1" y="1195"/>
                  </a:lnTo>
                  <a:lnTo>
                    <a:pt x="1" y="3982"/>
                  </a:lnTo>
                  <a:lnTo>
                    <a:pt x="266" y="3584"/>
                  </a:lnTo>
                  <a:lnTo>
                    <a:pt x="532" y="3716"/>
                  </a:lnTo>
                  <a:lnTo>
                    <a:pt x="797" y="3186"/>
                  </a:lnTo>
                  <a:lnTo>
                    <a:pt x="1063" y="3318"/>
                  </a:lnTo>
                  <a:lnTo>
                    <a:pt x="1328" y="2920"/>
                  </a:lnTo>
                  <a:lnTo>
                    <a:pt x="1593" y="3053"/>
                  </a:lnTo>
                  <a:lnTo>
                    <a:pt x="1859" y="2655"/>
                  </a:lnTo>
                  <a:lnTo>
                    <a:pt x="2124" y="2787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58"/>
            <p:cNvSpPr/>
            <p:nvPr/>
          </p:nvSpPr>
          <p:spPr>
            <a:xfrm>
              <a:off x="5298248" y="2705523"/>
              <a:ext cx="35232" cy="66022"/>
            </a:xfrm>
            <a:custGeom>
              <a:rect b="b" l="l" r="r" t="t"/>
              <a:pathLst>
                <a:path extrusionOk="0" fill="none" h="3982" w="2125">
                  <a:moveTo>
                    <a:pt x="2124" y="1"/>
                  </a:moveTo>
                  <a:lnTo>
                    <a:pt x="2124" y="2787"/>
                  </a:lnTo>
                  <a:lnTo>
                    <a:pt x="1859" y="2655"/>
                  </a:lnTo>
                  <a:lnTo>
                    <a:pt x="1593" y="3053"/>
                  </a:lnTo>
                  <a:lnTo>
                    <a:pt x="1328" y="2920"/>
                  </a:lnTo>
                  <a:lnTo>
                    <a:pt x="1063" y="3318"/>
                  </a:lnTo>
                  <a:lnTo>
                    <a:pt x="797" y="3186"/>
                  </a:lnTo>
                  <a:lnTo>
                    <a:pt x="532" y="3716"/>
                  </a:lnTo>
                  <a:lnTo>
                    <a:pt x="266" y="3584"/>
                  </a:lnTo>
                  <a:lnTo>
                    <a:pt x="1" y="3982"/>
                  </a:lnTo>
                  <a:lnTo>
                    <a:pt x="1" y="1195"/>
                  </a:lnTo>
                  <a:lnTo>
                    <a:pt x="212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58"/>
            <p:cNvSpPr/>
            <p:nvPr/>
          </p:nvSpPr>
          <p:spPr>
            <a:xfrm>
              <a:off x="5298248" y="2705523"/>
              <a:ext cx="35232" cy="19813"/>
            </a:xfrm>
            <a:custGeom>
              <a:rect b="b" l="l" r="r" t="t"/>
              <a:pathLst>
                <a:path extrusionOk="0" h="1195" w="2125">
                  <a:moveTo>
                    <a:pt x="2124" y="1"/>
                  </a:moveTo>
                  <a:lnTo>
                    <a:pt x="1" y="1195"/>
                  </a:lnTo>
                  <a:lnTo>
                    <a:pt x="1" y="1195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58"/>
            <p:cNvSpPr/>
            <p:nvPr/>
          </p:nvSpPr>
          <p:spPr>
            <a:xfrm>
              <a:off x="5298248" y="2705523"/>
              <a:ext cx="35232" cy="19813"/>
            </a:xfrm>
            <a:custGeom>
              <a:rect b="b" l="l" r="r" t="t"/>
              <a:pathLst>
                <a:path extrusionOk="0" fill="none" h="1195" w="2125">
                  <a:moveTo>
                    <a:pt x="2124" y="1"/>
                  </a:moveTo>
                  <a:lnTo>
                    <a:pt x="1" y="1195"/>
                  </a:lnTo>
                  <a:lnTo>
                    <a:pt x="1" y="1195"/>
                  </a:lnTo>
                  <a:lnTo>
                    <a:pt x="212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58"/>
            <p:cNvSpPr/>
            <p:nvPr/>
          </p:nvSpPr>
          <p:spPr>
            <a:xfrm>
              <a:off x="5298248" y="2705523"/>
              <a:ext cx="35232" cy="66022"/>
            </a:xfrm>
            <a:custGeom>
              <a:rect b="b" l="l" r="r" t="t"/>
              <a:pathLst>
                <a:path extrusionOk="0" h="3982" w="2125">
                  <a:moveTo>
                    <a:pt x="2124" y="1"/>
                  </a:moveTo>
                  <a:lnTo>
                    <a:pt x="1" y="1195"/>
                  </a:lnTo>
                  <a:lnTo>
                    <a:pt x="1" y="3982"/>
                  </a:lnTo>
                  <a:lnTo>
                    <a:pt x="266" y="3584"/>
                  </a:lnTo>
                  <a:lnTo>
                    <a:pt x="532" y="3716"/>
                  </a:lnTo>
                  <a:lnTo>
                    <a:pt x="797" y="3186"/>
                  </a:lnTo>
                  <a:lnTo>
                    <a:pt x="1063" y="3318"/>
                  </a:lnTo>
                  <a:lnTo>
                    <a:pt x="1328" y="2920"/>
                  </a:lnTo>
                  <a:lnTo>
                    <a:pt x="1593" y="3053"/>
                  </a:lnTo>
                  <a:lnTo>
                    <a:pt x="1859" y="2655"/>
                  </a:lnTo>
                  <a:lnTo>
                    <a:pt x="2124" y="2787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58"/>
            <p:cNvSpPr/>
            <p:nvPr/>
          </p:nvSpPr>
          <p:spPr>
            <a:xfrm>
              <a:off x="5298248" y="2705523"/>
              <a:ext cx="35232" cy="66022"/>
            </a:xfrm>
            <a:custGeom>
              <a:rect b="b" l="l" r="r" t="t"/>
              <a:pathLst>
                <a:path extrusionOk="0" fill="none" h="3982" w="2125">
                  <a:moveTo>
                    <a:pt x="2124" y="1"/>
                  </a:moveTo>
                  <a:lnTo>
                    <a:pt x="2124" y="1"/>
                  </a:lnTo>
                  <a:lnTo>
                    <a:pt x="1" y="1195"/>
                  </a:lnTo>
                  <a:lnTo>
                    <a:pt x="1" y="1195"/>
                  </a:lnTo>
                  <a:lnTo>
                    <a:pt x="1" y="3982"/>
                  </a:lnTo>
                  <a:lnTo>
                    <a:pt x="266" y="3584"/>
                  </a:lnTo>
                  <a:lnTo>
                    <a:pt x="532" y="3716"/>
                  </a:lnTo>
                  <a:lnTo>
                    <a:pt x="797" y="3186"/>
                  </a:lnTo>
                  <a:lnTo>
                    <a:pt x="1063" y="3318"/>
                  </a:lnTo>
                  <a:lnTo>
                    <a:pt x="1328" y="2920"/>
                  </a:lnTo>
                  <a:lnTo>
                    <a:pt x="1593" y="3053"/>
                  </a:lnTo>
                  <a:lnTo>
                    <a:pt x="1859" y="2655"/>
                  </a:lnTo>
                  <a:lnTo>
                    <a:pt x="2124" y="2787"/>
                  </a:lnTo>
                  <a:lnTo>
                    <a:pt x="212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58"/>
            <p:cNvSpPr/>
            <p:nvPr/>
          </p:nvSpPr>
          <p:spPr>
            <a:xfrm>
              <a:off x="5509494" y="2428289"/>
              <a:ext cx="455486" cy="264053"/>
            </a:xfrm>
            <a:custGeom>
              <a:rect b="b" l="l" r="r" t="t"/>
              <a:pathLst>
                <a:path extrusionOk="0" h="15926" w="27472">
                  <a:moveTo>
                    <a:pt x="13802" y="0"/>
                  </a:moveTo>
                  <a:lnTo>
                    <a:pt x="0" y="7963"/>
                  </a:lnTo>
                  <a:lnTo>
                    <a:pt x="13802" y="15925"/>
                  </a:lnTo>
                  <a:lnTo>
                    <a:pt x="27471" y="7963"/>
                  </a:lnTo>
                  <a:lnTo>
                    <a:pt x="138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58"/>
            <p:cNvSpPr/>
            <p:nvPr/>
          </p:nvSpPr>
          <p:spPr>
            <a:xfrm>
              <a:off x="5509494" y="2428289"/>
              <a:ext cx="455486" cy="264053"/>
            </a:xfrm>
            <a:custGeom>
              <a:rect b="b" l="l" r="r" t="t"/>
              <a:pathLst>
                <a:path extrusionOk="0" fill="none" h="15926" w="27472">
                  <a:moveTo>
                    <a:pt x="0" y="7963"/>
                  </a:moveTo>
                  <a:lnTo>
                    <a:pt x="13802" y="0"/>
                  </a:lnTo>
                  <a:lnTo>
                    <a:pt x="27471" y="7963"/>
                  </a:lnTo>
                  <a:lnTo>
                    <a:pt x="13802" y="15925"/>
                  </a:lnTo>
                  <a:lnTo>
                    <a:pt x="0" y="796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58"/>
            <p:cNvSpPr/>
            <p:nvPr/>
          </p:nvSpPr>
          <p:spPr>
            <a:xfrm>
              <a:off x="5505084" y="2203846"/>
              <a:ext cx="233247" cy="246462"/>
            </a:xfrm>
            <a:custGeom>
              <a:rect b="b" l="l" r="r" t="t"/>
              <a:pathLst>
                <a:path extrusionOk="0" h="14865" w="14068">
                  <a:moveTo>
                    <a:pt x="14068" y="1"/>
                  </a:moveTo>
                  <a:lnTo>
                    <a:pt x="1" y="8096"/>
                  </a:lnTo>
                  <a:lnTo>
                    <a:pt x="11812" y="14864"/>
                  </a:lnTo>
                  <a:lnTo>
                    <a:pt x="14068" y="13537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58"/>
            <p:cNvSpPr/>
            <p:nvPr/>
          </p:nvSpPr>
          <p:spPr>
            <a:xfrm>
              <a:off x="5505084" y="2203846"/>
              <a:ext cx="233247" cy="246462"/>
            </a:xfrm>
            <a:custGeom>
              <a:rect b="b" l="l" r="r" t="t"/>
              <a:pathLst>
                <a:path extrusionOk="0" fill="none" h="14865" w="14068">
                  <a:moveTo>
                    <a:pt x="14068" y="13537"/>
                  </a:moveTo>
                  <a:lnTo>
                    <a:pt x="14068" y="1"/>
                  </a:lnTo>
                  <a:lnTo>
                    <a:pt x="1" y="8096"/>
                  </a:lnTo>
                  <a:lnTo>
                    <a:pt x="11812" y="14864"/>
                  </a:lnTo>
                  <a:lnTo>
                    <a:pt x="14068" y="1353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58"/>
            <p:cNvSpPr/>
            <p:nvPr/>
          </p:nvSpPr>
          <p:spPr>
            <a:xfrm>
              <a:off x="5738315" y="2203846"/>
              <a:ext cx="231059" cy="246462"/>
            </a:xfrm>
            <a:custGeom>
              <a:rect b="b" l="l" r="r" t="t"/>
              <a:pathLst>
                <a:path extrusionOk="0" h="14865" w="13936">
                  <a:moveTo>
                    <a:pt x="1" y="1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3936" y="8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58"/>
            <p:cNvSpPr/>
            <p:nvPr/>
          </p:nvSpPr>
          <p:spPr>
            <a:xfrm>
              <a:off x="5738315" y="2203846"/>
              <a:ext cx="231059" cy="246462"/>
            </a:xfrm>
            <a:custGeom>
              <a:rect b="b" l="l" r="r" t="t"/>
              <a:pathLst>
                <a:path extrusionOk="0" fill="none" h="14865" w="13936">
                  <a:moveTo>
                    <a:pt x="1" y="1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3936" y="809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58"/>
            <p:cNvSpPr/>
            <p:nvPr/>
          </p:nvSpPr>
          <p:spPr>
            <a:xfrm>
              <a:off x="5505084" y="2338061"/>
              <a:ext cx="233247" cy="354281"/>
            </a:xfrm>
            <a:custGeom>
              <a:rect b="b" l="l" r="r" t="t"/>
              <a:pathLst>
                <a:path extrusionOk="0" h="21368" w="14068">
                  <a:moveTo>
                    <a:pt x="1" y="1"/>
                  </a:moveTo>
                  <a:lnTo>
                    <a:pt x="1" y="13272"/>
                  </a:lnTo>
                  <a:lnTo>
                    <a:pt x="14068" y="21367"/>
                  </a:lnTo>
                  <a:lnTo>
                    <a:pt x="14068" y="8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58"/>
            <p:cNvSpPr/>
            <p:nvPr/>
          </p:nvSpPr>
          <p:spPr>
            <a:xfrm>
              <a:off x="5505084" y="2338061"/>
              <a:ext cx="233247" cy="354281"/>
            </a:xfrm>
            <a:custGeom>
              <a:rect b="b" l="l" r="r" t="t"/>
              <a:pathLst>
                <a:path extrusionOk="0" fill="none" h="21368" w="14068">
                  <a:moveTo>
                    <a:pt x="1" y="1"/>
                  </a:moveTo>
                  <a:lnTo>
                    <a:pt x="1" y="13272"/>
                  </a:lnTo>
                  <a:lnTo>
                    <a:pt x="14068" y="21367"/>
                  </a:lnTo>
                  <a:lnTo>
                    <a:pt x="14068" y="809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58"/>
            <p:cNvSpPr/>
            <p:nvPr/>
          </p:nvSpPr>
          <p:spPr>
            <a:xfrm>
              <a:off x="5738315" y="2338061"/>
              <a:ext cx="231059" cy="354281"/>
            </a:xfrm>
            <a:custGeom>
              <a:rect b="b" l="l" r="r" t="t"/>
              <a:pathLst>
                <a:path extrusionOk="0" h="21368" w="13936">
                  <a:moveTo>
                    <a:pt x="13936" y="1"/>
                  </a:moveTo>
                  <a:lnTo>
                    <a:pt x="1" y="8096"/>
                  </a:lnTo>
                  <a:lnTo>
                    <a:pt x="1" y="21367"/>
                  </a:lnTo>
                  <a:lnTo>
                    <a:pt x="13936" y="13272"/>
                  </a:lnTo>
                  <a:lnTo>
                    <a:pt x="1393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58"/>
            <p:cNvSpPr/>
            <p:nvPr/>
          </p:nvSpPr>
          <p:spPr>
            <a:xfrm>
              <a:off x="5738315" y="2338061"/>
              <a:ext cx="231059" cy="354281"/>
            </a:xfrm>
            <a:custGeom>
              <a:rect b="b" l="l" r="r" t="t"/>
              <a:pathLst>
                <a:path extrusionOk="0" fill="none" h="21368" w="13936">
                  <a:moveTo>
                    <a:pt x="1" y="8096"/>
                  </a:moveTo>
                  <a:lnTo>
                    <a:pt x="1" y="21367"/>
                  </a:lnTo>
                  <a:lnTo>
                    <a:pt x="13936" y="13272"/>
                  </a:lnTo>
                  <a:lnTo>
                    <a:pt x="13936" y="1"/>
                  </a:lnTo>
                  <a:lnTo>
                    <a:pt x="1" y="809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58"/>
            <p:cNvSpPr/>
            <p:nvPr/>
          </p:nvSpPr>
          <p:spPr>
            <a:xfrm>
              <a:off x="5738315" y="2472292"/>
              <a:ext cx="171653" cy="220050"/>
            </a:xfrm>
            <a:custGeom>
              <a:rect b="b" l="l" r="r" t="t"/>
              <a:pathLst>
                <a:path extrusionOk="0" h="13272" w="10353">
                  <a:moveTo>
                    <a:pt x="1" y="0"/>
                  </a:moveTo>
                  <a:lnTo>
                    <a:pt x="1" y="13271"/>
                  </a:lnTo>
                  <a:lnTo>
                    <a:pt x="10352" y="7167"/>
                  </a:lnTo>
                  <a:lnTo>
                    <a:pt x="266" y="127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58"/>
            <p:cNvSpPr/>
            <p:nvPr/>
          </p:nvSpPr>
          <p:spPr>
            <a:xfrm>
              <a:off x="5738315" y="2472292"/>
              <a:ext cx="171653" cy="220050"/>
            </a:xfrm>
            <a:custGeom>
              <a:rect b="b" l="l" r="r" t="t"/>
              <a:pathLst>
                <a:path extrusionOk="0" fill="none" h="13272" w="10353">
                  <a:moveTo>
                    <a:pt x="1" y="0"/>
                  </a:moveTo>
                  <a:lnTo>
                    <a:pt x="266" y="12740"/>
                  </a:lnTo>
                  <a:lnTo>
                    <a:pt x="10352" y="7167"/>
                  </a:lnTo>
                  <a:lnTo>
                    <a:pt x="1" y="1327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58"/>
            <p:cNvSpPr/>
            <p:nvPr/>
          </p:nvSpPr>
          <p:spPr>
            <a:xfrm>
              <a:off x="5799926" y="2606508"/>
              <a:ext cx="2222" cy="26429"/>
            </a:xfrm>
            <a:custGeom>
              <a:rect b="b" l="l" r="r" t="t"/>
              <a:pathLst>
                <a:path extrusionOk="0" h="1594" w="134">
                  <a:moveTo>
                    <a:pt x="1" y="1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34" y="1593"/>
                  </a:lnTo>
                  <a:lnTo>
                    <a:pt x="134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58"/>
            <p:cNvSpPr/>
            <p:nvPr/>
          </p:nvSpPr>
          <p:spPr>
            <a:xfrm>
              <a:off x="5799926" y="2606508"/>
              <a:ext cx="2222" cy="26429"/>
            </a:xfrm>
            <a:custGeom>
              <a:rect b="b" l="l" r="r" t="t"/>
              <a:pathLst>
                <a:path extrusionOk="0" fill="none" h="1594" w="134">
                  <a:moveTo>
                    <a:pt x="1" y="1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" y="1593"/>
                  </a:lnTo>
                  <a:lnTo>
                    <a:pt x="134" y="1593"/>
                  </a:lnTo>
                  <a:lnTo>
                    <a:pt x="134" y="13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58"/>
            <p:cNvSpPr/>
            <p:nvPr/>
          </p:nvSpPr>
          <p:spPr>
            <a:xfrm>
              <a:off x="5795532" y="2602114"/>
              <a:ext cx="8821" cy="13214"/>
            </a:xfrm>
            <a:custGeom>
              <a:rect b="b" l="l" r="r" t="t"/>
              <a:pathLst>
                <a:path extrusionOk="0" h="797" w="532">
                  <a:moveTo>
                    <a:pt x="266" y="0"/>
                  </a:moveTo>
                  <a:lnTo>
                    <a:pt x="0" y="664"/>
                  </a:lnTo>
                  <a:lnTo>
                    <a:pt x="0" y="796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266" y="266"/>
                  </a:lnTo>
                  <a:lnTo>
                    <a:pt x="399" y="398"/>
                  </a:lnTo>
                  <a:lnTo>
                    <a:pt x="399" y="531"/>
                  </a:lnTo>
                  <a:lnTo>
                    <a:pt x="531" y="531"/>
                  </a:lnTo>
                  <a:lnTo>
                    <a:pt x="531" y="39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58"/>
            <p:cNvSpPr/>
            <p:nvPr/>
          </p:nvSpPr>
          <p:spPr>
            <a:xfrm>
              <a:off x="5795532" y="2602114"/>
              <a:ext cx="8821" cy="13214"/>
            </a:xfrm>
            <a:custGeom>
              <a:rect b="b" l="l" r="r" t="t"/>
              <a:pathLst>
                <a:path extrusionOk="0" fill="none" h="797" w="532">
                  <a:moveTo>
                    <a:pt x="266" y="0"/>
                  </a:moveTo>
                  <a:lnTo>
                    <a:pt x="0" y="664"/>
                  </a:lnTo>
                  <a:lnTo>
                    <a:pt x="0" y="796"/>
                  </a:lnTo>
                  <a:lnTo>
                    <a:pt x="0" y="796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266" y="266"/>
                  </a:lnTo>
                  <a:lnTo>
                    <a:pt x="399" y="398"/>
                  </a:lnTo>
                  <a:lnTo>
                    <a:pt x="399" y="531"/>
                  </a:lnTo>
                  <a:lnTo>
                    <a:pt x="531" y="531"/>
                  </a:lnTo>
                  <a:lnTo>
                    <a:pt x="531" y="398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58"/>
            <p:cNvSpPr/>
            <p:nvPr/>
          </p:nvSpPr>
          <p:spPr>
            <a:xfrm>
              <a:off x="5810935" y="2599909"/>
              <a:ext cx="2222" cy="26412"/>
            </a:xfrm>
            <a:custGeom>
              <a:rect b="b" l="l" r="r" t="t"/>
              <a:pathLst>
                <a:path extrusionOk="0" h="1593" w="134">
                  <a:moveTo>
                    <a:pt x="0" y="0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58"/>
            <p:cNvSpPr/>
            <p:nvPr/>
          </p:nvSpPr>
          <p:spPr>
            <a:xfrm>
              <a:off x="5810935" y="2599909"/>
              <a:ext cx="2222" cy="26412"/>
            </a:xfrm>
            <a:custGeom>
              <a:rect b="b" l="l" r="r" t="t"/>
              <a:pathLst>
                <a:path extrusionOk="0" fill="none" h="1593" w="134">
                  <a:moveTo>
                    <a:pt x="0" y="0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58"/>
            <p:cNvSpPr/>
            <p:nvPr/>
          </p:nvSpPr>
          <p:spPr>
            <a:xfrm>
              <a:off x="5806525" y="2595515"/>
              <a:ext cx="8821" cy="13214"/>
            </a:xfrm>
            <a:custGeom>
              <a:rect b="b" l="l" r="r" t="t"/>
              <a:pathLst>
                <a:path extrusionOk="0" h="797" w="532">
                  <a:moveTo>
                    <a:pt x="266" y="0"/>
                  </a:moveTo>
                  <a:lnTo>
                    <a:pt x="1" y="664"/>
                  </a:lnTo>
                  <a:lnTo>
                    <a:pt x="1" y="796"/>
                  </a:lnTo>
                  <a:lnTo>
                    <a:pt x="134" y="796"/>
                  </a:lnTo>
                  <a:lnTo>
                    <a:pt x="134" y="664"/>
                  </a:lnTo>
                  <a:lnTo>
                    <a:pt x="266" y="531"/>
                  </a:lnTo>
                  <a:lnTo>
                    <a:pt x="266" y="265"/>
                  </a:lnTo>
                  <a:lnTo>
                    <a:pt x="399" y="398"/>
                  </a:lnTo>
                  <a:lnTo>
                    <a:pt x="399" y="531"/>
                  </a:lnTo>
                  <a:lnTo>
                    <a:pt x="532" y="531"/>
                  </a:lnTo>
                  <a:lnTo>
                    <a:pt x="532" y="39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58"/>
            <p:cNvSpPr/>
            <p:nvPr/>
          </p:nvSpPr>
          <p:spPr>
            <a:xfrm>
              <a:off x="5806525" y="2595515"/>
              <a:ext cx="8821" cy="13214"/>
            </a:xfrm>
            <a:custGeom>
              <a:rect b="b" l="l" r="r" t="t"/>
              <a:pathLst>
                <a:path extrusionOk="0" fill="none" h="797" w="532">
                  <a:moveTo>
                    <a:pt x="266" y="0"/>
                  </a:moveTo>
                  <a:lnTo>
                    <a:pt x="1" y="664"/>
                  </a:lnTo>
                  <a:lnTo>
                    <a:pt x="1" y="796"/>
                  </a:lnTo>
                  <a:lnTo>
                    <a:pt x="134" y="796"/>
                  </a:lnTo>
                  <a:lnTo>
                    <a:pt x="134" y="664"/>
                  </a:lnTo>
                  <a:lnTo>
                    <a:pt x="266" y="531"/>
                  </a:lnTo>
                  <a:lnTo>
                    <a:pt x="266" y="265"/>
                  </a:lnTo>
                  <a:lnTo>
                    <a:pt x="399" y="398"/>
                  </a:lnTo>
                  <a:lnTo>
                    <a:pt x="399" y="531"/>
                  </a:lnTo>
                  <a:lnTo>
                    <a:pt x="532" y="531"/>
                  </a:lnTo>
                  <a:lnTo>
                    <a:pt x="532" y="398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58"/>
            <p:cNvSpPr/>
            <p:nvPr/>
          </p:nvSpPr>
          <p:spPr>
            <a:xfrm>
              <a:off x="5764726" y="2630714"/>
              <a:ext cx="8821" cy="22018"/>
            </a:xfrm>
            <a:custGeom>
              <a:rect b="b" l="l" r="r" t="t"/>
              <a:pathLst>
                <a:path extrusionOk="0" h="1328" w="532">
                  <a:moveTo>
                    <a:pt x="531" y="0"/>
                  </a:moveTo>
                  <a:lnTo>
                    <a:pt x="266" y="133"/>
                  </a:lnTo>
                  <a:lnTo>
                    <a:pt x="266" y="797"/>
                  </a:lnTo>
                  <a:lnTo>
                    <a:pt x="266" y="1062"/>
                  </a:lnTo>
                  <a:lnTo>
                    <a:pt x="133" y="1195"/>
                  </a:lnTo>
                  <a:lnTo>
                    <a:pt x="133" y="1062"/>
                  </a:lnTo>
                  <a:lnTo>
                    <a:pt x="133" y="929"/>
                  </a:lnTo>
                  <a:lnTo>
                    <a:pt x="0" y="797"/>
                  </a:lnTo>
                  <a:lnTo>
                    <a:pt x="0" y="929"/>
                  </a:lnTo>
                  <a:lnTo>
                    <a:pt x="0" y="1062"/>
                  </a:lnTo>
                  <a:lnTo>
                    <a:pt x="0" y="1328"/>
                  </a:lnTo>
                  <a:lnTo>
                    <a:pt x="266" y="1328"/>
                  </a:lnTo>
                  <a:lnTo>
                    <a:pt x="399" y="1062"/>
                  </a:lnTo>
                  <a:lnTo>
                    <a:pt x="531" y="797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58"/>
            <p:cNvSpPr/>
            <p:nvPr/>
          </p:nvSpPr>
          <p:spPr>
            <a:xfrm>
              <a:off x="5764726" y="2630714"/>
              <a:ext cx="8821" cy="22018"/>
            </a:xfrm>
            <a:custGeom>
              <a:rect b="b" l="l" r="r" t="t"/>
              <a:pathLst>
                <a:path extrusionOk="0" fill="none" h="1328" w="532">
                  <a:moveTo>
                    <a:pt x="531" y="0"/>
                  </a:moveTo>
                  <a:lnTo>
                    <a:pt x="266" y="133"/>
                  </a:lnTo>
                  <a:lnTo>
                    <a:pt x="266" y="797"/>
                  </a:lnTo>
                  <a:lnTo>
                    <a:pt x="266" y="797"/>
                  </a:lnTo>
                  <a:lnTo>
                    <a:pt x="266" y="1062"/>
                  </a:lnTo>
                  <a:lnTo>
                    <a:pt x="133" y="1195"/>
                  </a:lnTo>
                  <a:lnTo>
                    <a:pt x="133" y="1195"/>
                  </a:lnTo>
                  <a:lnTo>
                    <a:pt x="133" y="1062"/>
                  </a:lnTo>
                  <a:lnTo>
                    <a:pt x="133" y="929"/>
                  </a:lnTo>
                  <a:lnTo>
                    <a:pt x="0" y="797"/>
                  </a:lnTo>
                  <a:lnTo>
                    <a:pt x="0" y="929"/>
                  </a:lnTo>
                  <a:lnTo>
                    <a:pt x="0" y="1062"/>
                  </a:lnTo>
                  <a:lnTo>
                    <a:pt x="0" y="1062"/>
                  </a:lnTo>
                  <a:lnTo>
                    <a:pt x="0" y="1328"/>
                  </a:lnTo>
                  <a:lnTo>
                    <a:pt x="133" y="1328"/>
                  </a:lnTo>
                  <a:lnTo>
                    <a:pt x="266" y="1328"/>
                  </a:lnTo>
                  <a:lnTo>
                    <a:pt x="266" y="1328"/>
                  </a:lnTo>
                  <a:lnTo>
                    <a:pt x="399" y="1062"/>
                  </a:lnTo>
                  <a:lnTo>
                    <a:pt x="531" y="797"/>
                  </a:lnTo>
                  <a:lnTo>
                    <a:pt x="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58"/>
            <p:cNvSpPr/>
            <p:nvPr/>
          </p:nvSpPr>
          <p:spPr>
            <a:xfrm>
              <a:off x="5753717" y="2608713"/>
              <a:ext cx="33027" cy="33011"/>
            </a:xfrm>
            <a:custGeom>
              <a:rect b="b" l="l" r="r" t="t"/>
              <a:pathLst>
                <a:path extrusionOk="0" h="1991" w="1992">
                  <a:moveTo>
                    <a:pt x="1461" y="133"/>
                  </a:moveTo>
                  <a:lnTo>
                    <a:pt x="1593" y="266"/>
                  </a:lnTo>
                  <a:lnTo>
                    <a:pt x="1726" y="398"/>
                  </a:lnTo>
                  <a:lnTo>
                    <a:pt x="1859" y="664"/>
                  </a:lnTo>
                  <a:lnTo>
                    <a:pt x="134" y="1726"/>
                  </a:lnTo>
                  <a:lnTo>
                    <a:pt x="266" y="1327"/>
                  </a:lnTo>
                  <a:lnTo>
                    <a:pt x="399" y="929"/>
                  </a:lnTo>
                  <a:lnTo>
                    <a:pt x="797" y="531"/>
                  </a:lnTo>
                  <a:lnTo>
                    <a:pt x="1063" y="266"/>
                  </a:lnTo>
                  <a:lnTo>
                    <a:pt x="1461" y="133"/>
                  </a:lnTo>
                  <a:close/>
                  <a:moveTo>
                    <a:pt x="1461" y="0"/>
                  </a:moveTo>
                  <a:lnTo>
                    <a:pt x="930" y="133"/>
                  </a:lnTo>
                  <a:lnTo>
                    <a:pt x="664" y="531"/>
                  </a:lnTo>
                  <a:lnTo>
                    <a:pt x="266" y="929"/>
                  </a:lnTo>
                  <a:lnTo>
                    <a:pt x="134" y="1327"/>
                  </a:lnTo>
                  <a:lnTo>
                    <a:pt x="1" y="1858"/>
                  </a:lnTo>
                  <a:lnTo>
                    <a:pt x="1" y="1991"/>
                  </a:lnTo>
                  <a:lnTo>
                    <a:pt x="930" y="1460"/>
                  </a:lnTo>
                  <a:lnTo>
                    <a:pt x="1195" y="1327"/>
                  </a:lnTo>
                  <a:lnTo>
                    <a:pt x="1992" y="797"/>
                  </a:lnTo>
                  <a:lnTo>
                    <a:pt x="1859" y="398"/>
                  </a:lnTo>
                  <a:lnTo>
                    <a:pt x="1726" y="133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58"/>
            <p:cNvSpPr/>
            <p:nvPr/>
          </p:nvSpPr>
          <p:spPr>
            <a:xfrm>
              <a:off x="5755922" y="2610918"/>
              <a:ext cx="28617" cy="26412"/>
            </a:xfrm>
            <a:custGeom>
              <a:rect b="b" l="l" r="r" t="t"/>
              <a:pathLst>
                <a:path extrusionOk="0" fill="none" h="1593" w="1726">
                  <a:moveTo>
                    <a:pt x="1" y="1593"/>
                  </a:moveTo>
                  <a:lnTo>
                    <a:pt x="1" y="1593"/>
                  </a:lnTo>
                  <a:lnTo>
                    <a:pt x="133" y="1194"/>
                  </a:lnTo>
                  <a:lnTo>
                    <a:pt x="266" y="796"/>
                  </a:lnTo>
                  <a:lnTo>
                    <a:pt x="664" y="398"/>
                  </a:lnTo>
                  <a:lnTo>
                    <a:pt x="930" y="133"/>
                  </a:lnTo>
                  <a:lnTo>
                    <a:pt x="930" y="133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460" y="133"/>
                  </a:lnTo>
                  <a:lnTo>
                    <a:pt x="1460" y="133"/>
                  </a:lnTo>
                  <a:lnTo>
                    <a:pt x="1593" y="265"/>
                  </a:lnTo>
                  <a:lnTo>
                    <a:pt x="1726" y="531"/>
                  </a:lnTo>
                  <a:lnTo>
                    <a:pt x="1" y="15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8"/>
            <p:cNvSpPr/>
            <p:nvPr/>
          </p:nvSpPr>
          <p:spPr>
            <a:xfrm>
              <a:off x="5753717" y="2608713"/>
              <a:ext cx="33027" cy="33011"/>
            </a:xfrm>
            <a:custGeom>
              <a:rect b="b" l="l" r="r" t="t"/>
              <a:pathLst>
                <a:path extrusionOk="0" fill="none" h="1991" w="1992">
                  <a:moveTo>
                    <a:pt x="1461" y="0"/>
                  </a:moveTo>
                  <a:lnTo>
                    <a:pt x="1461" y="0"/>
                  </a:lnTo>
                  <a:lnTo>
                    <a:pt x="930" y="133"/>
                  </a:lnTo>
                  <a:lnTo>
                    <a:pt x="930" y="133"/>
                  </a:lnTo>
                  <a:lnTo>
                    <a:pt x="664" y="531"/>
                  </a:lnTo>
                  <a:lnTo>
                    <a:pt x="266" y="929"/>
                  </a:lnTo>
                  <a:lnTo>
                    <a:pt x="134" y="1327"/>
                  </a:lnTo>
                  <a:lnTo>
                    <a:pt x="1" y="1858"/>
                  </a:lnTo>
                  <a:lnTo>
                    <a:pt x="1" y="1991"/>
                  </a:lnTo>
                  <a:lnTo>
                    <a:pt x="930" y="1460"/>
                  </a:lnTo>
                  <a:lnTo>
                    <a:pt x="1195" y="1327"/>
                  </a:lnTo>
                  <a:lnTo>
                    <a:pt x="1992" y="797"/>
                  </a:lnTo>
                  <a:lnTo>
                    <a:pt x="1992" y="797"/>
                  </a:lnTo>
                  <a:lnTo>
                    <a:pt x="1992" y="797"/>
                  </a:lnTo>
                  <a:lnTo>
                    <a:pt x="1859" y="398"/>
                  </a:lnTo>
                  <a:lnTo>
                    <a:pt x="1726" y="133"/>
                  </a:lnTo>
                  <a:lnTo>
                    <a:pt x="1726" y="133"/>
                  </a:lnTo>
                  <a:lnTo>
                    <a:pt x="146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8"/>
            <p:cNvSpPr/>
            <p:nvPr/>
          </p:nvSpPr>
          <p:spPr>
            <a:xfrm>
              <a:off x="5505084" y="2203846"/>
              <a:ext cx="464290" cy="268463"/>
            </a:xfrm>
            <a:custGeom>
              <a:rect b="b" l="l" r="r" t="t"/>
              <a:pathLst>
                <a:path extrusionOk="0" h="16192" w="28003">
                  <a:moveTo>
                    <a:pt x="14068" y="1"/>
                  </a:moveTo>
                  <a:lnTo>
                    <a:pt x="1" y="8096"/>
                  </a:lnTo>
                  <a:lnTo>
                    <a:pt x="14068" y="16191"/>
                  </a:lnTo>
                  <a:lnTo>
                    <a:pt x="28003" y="8096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58"/>
            <p:cNvSpPr/>
            <p:nvPr/>
          </p:nvSpPr>
          <p:spPr>
            <a:xfrm>
              <a:off x="5505084" y="2203846"/>
              <a:ext cx="464290" cy="268463"/>
            </a:xfrm>
            <a:custGeom>
              <a:rect b="b" l="l" r="r" t="t"/>
              <a:pathLst>
                <a:path extrusionOk="0" fill="none" h="16192" w="28003">
                  <a:moveTo>
                    <a:pt x="14068" y="1"/>
                  </a:moveTo>
                  <a:lnTo>
                    <a:pt x="1" y="8096"/>
                  </a:lnTo>
                  <a:lnTo>
                    <a:pt x="14068" y="16191"/>
                  </a:lnTo>
                  <a:lnTo>
                    <a:pt x="28003" y="8096"/>
                  </a:lnTo>
                  <a:lnTo>
                    <a:pt x="1406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58"/>
            <p:cNvSpPr/>
            <p:nvPr/>
          </p:nvSpPr>
          <p:spPr>
            <a:xfrm>
              <a:off x="5505084" y="2338061"/>
              <a:ext cx="464290" cy="134248"/>
            </a:xfrm>
            <a:custGeom>
              <a:rect b="b" l="l" r="r" t="t"/>
              <a:pathLst>
                <a:path extrusionOk="0" h="8097" w="28003">
                  <a:moveTo>
                    <a:pt x="28003" y="1"/>
                  </a:moveTo>
                  <a:lnTo>
                    <a:pt x="21765" y="3451"/>
                  </a:lnTo>
                  <a:lnTo>
                    <a:pt x="22031" y="3451"/>
                  </a:lnTo>
                  <a:lnTo>
                    <a:pt x="28003" y="1"/>
                  </a:lnTo>
                  <a:close/>
                  <a:moveTo>
                    <a:pt x="1" y="1"/>
                  </a:moveTo>
                  <a:lnTo>
                    <a:pt x="14068" y="8096"/>
                  </a:lnTo>
                  <a:lnTo>
                    <a:pt x="19907" y="4778"/>
                  </a:lnTo>
                  <a:lnTo>
                    <a:pt x="19642" y="4646"/>
                  </a:lnTo>
                  <a:lnTo>
                    <a:pt x="14068" y="75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86B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58"/>
            <p:cNvSpPr/>
            <p:nvPr/>
          </p:nvSpPr>
          <p:spPr>
            <a:xfrm>
              <a:off x="5505084" y="2338061"/>
              <a:ext cx="330075" cy="134248"/>
            </a:xfrm>
            <a:custGeom>
              <a:rect b="b" l="l" r="r" t="t"/>
              <a:pathLst>
                <a:path extrusionOk="0" fill="none" h="8097" w="19908">
                  <a:moveTo>
                    <a:pt x="1" y="1"/>
                  </a:moveTo>
                  <a:lnTo>
                    <a:pt x="14068" y="8096"/>
                  </a:lnTo>
                  <a:lnTo>
                    <a:pt x="19907" y="4778"/>
                  </a:lnTo>
                  <a:lnTo>
                    <a:pt x="19907" y="4778"/>
                  </a:lnTo>
                  <a:lnTo>
                    <a:pt x="19907" y="4778"/>
                  </a:lnTo>
                  <a:lnTo>
                    <a:pt x="19642" y="4646"/>
                  </a:lnTo>
                  <a:lnTo>
                    <a:pt x="14068" y="756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58"/>
            <p:cNvSpPr/>
            <p:nvPr/>
          </p:nvSpPr>
          <p:spPr>
            <a:xfrm>
              <a:off x="5865947" y="2338061"/>
              <a:ext cx="103426" cy="57234"/>
            </a:xfrm>
            <a:custGeom>
              <a:rect b="b" l="l" r="r" t="t"/>
              <a:pathLst>
                <a:path extrusionOk="0" fill="none" h="3452" w="6238">
                  <a:moveTo>
                    <a:pt x="6238" y="1"/>
                  </a:moveTo>
                  <a:lnTo>
                    <a:pt x="0" y="3451"/>
                  </a:lnTo>
                  <a:lnTo>
                    <a:pt x="266" y="3451"/>
                  </a:lnTo>
                  <a:lnTo>
                    <a:pt x="266" y="3451"/>
                  </a:lnTo>
                  <a:lnTo>
                    <a:pt x="266" y="3451"/>
                  </a:lnTo>
                  <a:lnTo>
                    <a:pt x="623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58"/>
            <p:cNvSpPr/>
            <p:nvPr/>
          </p:nvSpPr>
          <p:spPr>
            <a:xfrm>
              <a:off x="5601894" y="2261063"/>
              <a:ext cx="268463" cy="156233"/>
            </a:xfrm>
            <a:custGeom>
              <a:rect b="b" l="l" r="r" t="t"/>
              <a:pathLst>
                <a:path extrusionOk="0" h="9423" w="16192">
                  <a:moveTo>
                    <a:pt x="2124" y="0"/>
                  </a:moveTo>
                  <a:lnTo>
                    <a:pt x="1" y="1327"/>
                  </a:lnTo>
                  <a:lnTo>
                    <a:pt x="14068" y="9422"/>
                  </a:lnTo>
                  <a:lnTo>
                    <a:pt x="16192" y="8095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58"/>
            <p:cNvSpPr/>
            <p:nvPr/>
          </p:nvSpPr>
          <p:spPr>
            <a:xfrm>
              <a:off x="5835142" y="2395278"/>
              <a:ext cx="35216" cy="66022"/>
            </a:xfrm>
            <a:custGeom>
              <a:rect b="b" l="l" r="r" t="t"/>
              <a:pathLst>
                <a:path extrusionOk="0" h="3982" w="2124">
                  <a:moveTo>
                    <a:pt x="2124" y="0"/>
                  </a:moveTo>
                  <a:lnTo>
                    <a:pt x="0" y="1327"/>
                  </a:lnTo>
                  <a:lnTo>
                    <a:pt x="0" y="3982"/>
                  </a:lnTo>
                  <a:lnTo>
                    <a:pt x="266" y="3584"/>
                  </a:lnTo>
                  <a:lnTo>
                    <a:pt x="531" y="3716"/>
                  </a:lnTo>
                  <a:lnTo>
                    <a:pt x="796" y="3318"/>
                  </a:lnTo>
                  <a:lnTo>
                    <a:pt x="1062" y="3451"/>
                  </a:lnTo>
                  <a:lnTo>
                    <a:pt x="1327" y="2920"/>
                  </a:lnTo>
                  <a:lnTo>
                    <a:pt x="1593" y="3053"/>
                  </a:lnTo>
                  <a:lnTo>
                    <a:pt x="1858" y="2655"/>
                  </a:lnTo>
                  <a:lnTo>
                    <a:pt x="2124" y="2787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58"/>
            <p:cNvSpPr/>
            <p:nvPr/>
          </p:nvSpPr>
          <p:spPr>
            <a:xfrm>
              <a:off x="5835142" y="2395278"/>
              <a:ext cx="35216" cy="66022"/>
            </a:xfrm>
            <a:custGeom>
              <a:rect b="b" l="l" r="r" t="t"/>
              <a:pathLst>
                <a:path extrusionOk="0" fill="none" h="3982" w="2124">
                  <a:moveTo>
                    <a:pt x="2124" y="0"/>
                  </a:moveTo>
                  <a:lnTo>
                    <a:pt x="2124" y="2787"/>
                  </a:lnTo>
                  <a:lnTo>
                    <a:pt x="1858" y="2655"/>
                  </a:lnTo>
                  <a:lnTo>
                    <a:pt x="1593" y="3053"/>
                  </a:lnTo>
                  <a:lnTo>
                    <a:pt x="1327" y="2920"/>
                  </a:lnTo>
                  <a:lnTo>
                    <a:pt x="1062" y="3451"/>
                  </a:lnTo>
                  <a:lnTo>
                    <a:pt x="796" y="3318"/>
                  </a:lnTo>
                  <a:lnTo>
                    <a:pt x="531" y="3716"/>
                  </a:lnTo>
                  <a:lnTo>
                    <a:pt x="266" y="3584"/>
                  </a:lnTo>
                  <a:lnTo>
                    <a:pt x="0" y="3982"/>
                  </a:lnTo>
                  <a:lnTo>
                    <a:pt x="0" y="1327"/>
                  </a:lnTo>
                  <a:lnTo>
                    <a:pt x="21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58"/>
            <p:cNvSpPr/>
            <p:nvPr/>
          </p:nvSpPr>
          <p:spPr>
            <a:xfrm>
              <a:off x="5835142" y="2395278"/>
              <a:ext cx="35216" cy="22018"/>
            </a:xfrm>
            <a:custGeom>
              <a:rect b="b" l="l" r="r" t="t"/>
              <a:pathLst>
                <a:path extrusionOk="0" h="1328" w="2124">
                  <a:moveTo>
                    <a:pt x="2124" y="0"/>
                  </a:moveTo>
                  <a:lnTo>
                    <a:pt x="0" y="1327"/>
                  </a:lnTo>
                  <a:lnTo>
                    <a:pt x="0" y="1327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58"/>
            <p:cNvSpPr/>
            <p:nvPr/>
          </p:nvSpPr>
          <p:spPr>
            <a:xfrm>
              <a:off x="5835142" y="2395278"/>
              <a:ext cx="35216" cy="22018"/>
            </a:xfrm>
            <a:custGeom>
              <a:rect b="b" l="l" r="r" t="t"/>
              <a:pathLst>
                <a:path extrusionOk="0" fill="none" h="1328" w="2124">
                  <a:moveTo>
                    <a:pt x="2124" y="0"/>
                  </a:moveTo>
                  <a:lnTo>
                    <a:pt x="0" y="1327"/>
                  </a:lnTo>
                  <a:lnTo>
                    <a:pt x="0" y="1327"/>
                  </a:lnTo>
                  <a:lnTo>
                    <a:pt x="21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58"/>
            <p:cNvSpPr/>
            <p:nvPr/>
          </p:nvSpPr>
          <p:spPr>
            <a:xfrm>
              <a:off x="5835142" y="2395278"/>
              <a:ext cx="35216" cy="66022"/>
            </a:xfrm>
            <a:custGeom>
              <a:rect b="b" l="l" r="r" t="t"/>
              <a:pathLst>
                <a:path extrusionOk="0" h="3982" w="2124">
                  <a:moveTo>
                    <a:pt x="2124" y="0"/>
                  </a:moveTo>
                  <a:lnTo>
                    <a:pt x="0" y="1327"/>
                  </a:lnTo>
                  <a:lnTo>
                    <a:pt x="0" y="3982"/>
                  </a:lnTo>
                  <a:lnTo>
                    <a:pt x="266" y="3584"/>
                  </a:lnTo>
                  <a:lnTo>
                    <a:pt x="531" y="3716"/>
                  </a:lnTo>
                  <a:lnTo>
                    <a:pt x="796" y="3318"/>
                  </a:lnTo>
                  <a:lnTo>
                    <a:pt x="1062" y="3451"/>
                  </a:lnTo>
                  <a:lnTo>
                    <a:pt x="1327" y="2920"/>
                  </a:lnTo>
                  <a:lnTo>
                    <a:pt x="1593" y="3053"/>
                  </a:lnTo>
                  <a:lnTo>
                    <a:pt x="1858" y="2655"/>
                  </a:lnTo>
                  <a:lnTo>
                    <a:pt x="2124" y="2787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58"/>
            <p:cNvSpPr/>
            <p:nvPr/>
          </p:nvSpPr>
          <p:spPr>
            <a:xfrm>
              <a:off x="6440229" y="2604302"/>
              <a:ext cx="455486" cy="264070"/>
            </a:xfrm>
            <a:custGeom>
              <a:rect b="b" l="l" r="r" t="t"/>
              <a:pathLst>
                <a:path extrusionOk="0" h="15927" w="27472">
                  <a:moveTo>
                    <a:pt x="13670" y="1"/>
                  </a:moveTo>
                  <a:lnTo>
                    <a:pt x="1" y="7964"/>
                  </a:lnTo>
                  <a:lnTo>
                    <a:pt x="13670" y="15926"/>
                  </a:lnTo>
                  <a:lnTo>
                    <a:pt x="27472" y="7964"/>
                  </a:lnTo>
                  <a:lnTo>
                    <a:pt x="136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58"/>
            <p:cNvSpPr/>
            <p:nvPr/>
          </p:nvSpPr>
          <p:spPr>
            <a:xfrm>
              <a:off x="6440229" y="2604302"/>
              <a:ext cx="455486" cy="264070"/>
            </a:xfrm>
            <a:custGeom>
              <a:rect b="b" l="l" r="r" t="t"/>
              <a:pathLst>
                <a:path extrusionOk="0" fill="none" h="15927" w="27472">
                  <a:moveTo>
                    <a:pt x="1" y="7964"/>
                  </a:moveTo>
                  <a:lnTo>
                    <a:pt x="13670" y="1"/>
                  </a:lnTo>
                  <a:lnTo>
                    <a:pt x="27472" y="7964"/>
                  </a:lnTo>
                  <a:lnTo>
                    <a:pt x="13670" y="15926"/>
                  </a:lnTo>
                  <a:lnTo>
                    <a:pt x="1" y="796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58"/>
            <p:cNvSpPr/>
            <p:nvPr/>
          </p:nvSpPr>
          <p:spPr>
            <a:xfrm>
              <a:off x="6435835" y="2379876"/>
              <a:ext cx="231042" cy="246445"/>
            </a:xfrm>
            <a:custGeom>
              <a:rect b="b" l="l" r="r" t="t"/>
              <a:pathLst>
                <a:path extrusionOk="0" h="14864" w="13935">
                  <a:moveTo>
                    <a:pt x="13935" y="0"/>
                  </a:moveTo>
                  <a:lnTo>
                    <a:pt x="0" y="8096"/>
                  </a:lnTo>
                  <a:lnTo>
                    <a:pt x="11679" y="14864"/>
                  </a:lnTo>
                  <a:lnTo>
                    <a:pt x="13935" y="13537"/>
                  </a:lnTo>
                  <a:lnTo>
                    <a:pt x="1393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58"/>
            <p:cNvSpPr/>
            <p:nvPr/>
          </p:nvSpPr>
          <p:spPr>
            <a:xfrm>
              <a:off x="6666861" y="2379876"/>
              <a:ext cx="233264" cy="246445"/>
            </a:xfrm>
            <a:custGeom>
              <a:rect b="b" l="l" r="r" t="t"/>
              <a:pathLst>
                <a:path extrusionOk="0" h="14864" w="14069">
                  <a:moveTo>
                    <a:pt x="1" y="0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4068" y="80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58"/>
            <p:cNvSpPr/>
            <p:nvPr/>
          </p:nvSpPr>
          <p:spPr>
            <a:xfrm>
              <a:off x="6435835" y="2514091"/>
              <a:ext cx="231042" cy="354281"/>
            </a:xfrm>
            <a:custGeom>
              <a:rect b="b" l="l" r="r" t="t"/>
              <a:pathLst>
                <a:path extrusionOk="0" h="21368" w="13935">
                  <a:moveTo>
                    <a:pt x="0" y="1"/>
                  </a:moveTo>
                  <a:lnTo>
                    <a:pt x="0" y="13272"/>
                  </a:lnTo>
                  <a:lnTo>
                    <a:pt x="13935" y="21367"/>
                  </a:lnTo>
                  <a:lnTo>
                    <a:pt x="13935" y="80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8"/>
            <p:cNvSpPr/>
            <p:nvPr/>
          </p:nvSpPr>
          <p:spPr>
            <a:xfrm>
              <a:off x="6435835" y="2514091"/>
              <a:ext cx="231042" cy="354281"/>
            </a:xfrm>
            <a:custGeom>
              <a:rect b="b" l="l" r="r" t="t"/>
              <a:pathLst>
                <a:path extrusionOk="0" fill="none" h="21368" w="13935">
                  <a:moveTo>
                    <a:pt x="0" y="1"/>
                  </a:moveTo>
                  <a:lnTo>
                    <a:pt x="0" y="13272"/>
                  </a:lnTo>
                  <a:lnTo>
                    <a:pt x="13935" y="21367"/>
                  </a:lnTo>
                  <a:lnTo>
                    <a:pt x="13935" y="809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58"/>
            <p:cNvSpPr/>
            <p:nvPr/>
          </p:nvSpPr>
          <p:spPr>
            <a:xfrm>
              <a:off x="6361026" y="2514091"/>
              <a:ext cx="305851" cy="237658"/>
            </a:xfrm>
            <a:custGeom>
              <a:rect b="b" l="l" r="r" t="t"/>
              <a:pathLst>
                <a:path extrusionOk="0" h="14334" w="18447">
                  <a:moveTo>
                    <a:pt x="4512" y="1"/>
                  </a:moveTo>
                  <a:lnTo>
                    <a:pt x="0" y="6238"/>
                  </a:lnTo>
                  <a:lnTo>
                    <a:pt x="14067" y="14333"/>
                  </a:lnTo>
                  <a:lnTo>
                    <a:pt x="18447" y="8096"/>
                  </a:lnTo>
                  <a:lnTo>
                    <a:pt x="451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58"/>
            <p:cNvSpPr/>
            <p:nvPr/>
          </p:nvSpPr>
          <p:spPr>
            <a:xfrm>
              <a:off x="6361026" y="2514091"/>
              <a:ext cx="305851" cy="237658"/>
            </a:xfrm>
            <a:custGeom>
              <a:rect b="b" l="l" r="r" t="t"/>
              <a:pathLst>
                <a:path extrusionOk="0" fill="none" h="14334" w="18447">
                  <a:moveTo>
                    <a:pt x="4512" y="1"/>
                  </a:moveTo>
                  <a:lnTo>
                    <a:pt x="0" y="6238"/>
                  </a:lnTo>
                  <a:lnTo>
                    <a:pt x="14067" y="14333"/>
                  </a:lnTo>
                  <a:lnTo>
                    <a:pt x="18447" y="8096"/>
                  </a:lnTo>
                  <a:lnTo>
                    <a:pt x="4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6361026" y="2617517"/>
              <a:ext cx="305851" cy="134232"/>
            </a:xfrm>
            <a:custGeom>
              <a:rect b="b" l="l" r="r" t="t"/>
              <a:pathLst>
                <a:path extrusionOk="0" h="8096" w="18447">
                  <a:moveTo>
                    <a:pt x="0" y="0"/>
                  </a:moveTo>
                  <a:lnTo>
                    <a:pt x="14067" y="8095"/>
                  </a:lnTo>
                  <a:lnTo>
                    <a:pt x="18447" y="1858"/>
                  </a:lnTo>
                  <a:lnTo>
                    <a:pt x="13935" y="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B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6361026" y="2617517"/>
              <a:ext cx="305851" cy="134232"/>
            </a:xfrm>
            <a:custGeom>
              <a:rect b="b" l="l" r="r" t="t"/>
              <a:pathLst>
                <a:path extrusionOk="0" fill="none" h="8096" w="18447">
                  <a:moveTo>
                    <a:pt x="0" y="0"/>
                  </a:moveTo>
                  <a:lnTo>
                    <a:pt x="14067" y="8095"/>
                  </a:lnTo>
                  <a:lnTo>
                    <a:pt x="18447" y="1858"/>
                  </a:lnTo>
                  <a:lnTo>
                    <a:pt x="13935" y="769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6666861" y="2514091"/>
              <a:ext cx="233264" cy="354281"/>
            </a:xfrm>
            <a:custGeom>
              <a:rect b="b" l="l" r="r" t="t"/>
              <a:pathLst>
                <a:path extrusionOk="0" h="21368" w="14069">
                  <a:moveTo>
                    <a:pt x="14068" y="1"/>
                  </a:moveTo>
                  <a:lnTo>
                    <a:pt x="1" y="8096"/>
                  </a:lnTo>
                  <a:lnTo>
                    <a:pt x="1" y="21367"/>
                  </a:lnTo>
                  <a:lnTo>
                    <a:pt x="14068" y="13272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8"/>
            <p:cNvSpPr/>
            <p:nvPr/>
          </p:nvSpPr>
          <p:spPr>
            <a:xfrm>
              <a:off x="6666861" y="2514091"/>
              <a:ext cx="233264" cy="354281"/>
            </a:xfrm>
            <a:custGeom>
              <a:rect b="b" l="l" r="r" t="t"/>
              <a:pathLst>
                <a:path extrusionOk="0" fill="none" h="21368" w="14069">
                  <a:moveTo>
                    <a:pt x="14068" y="1"/>
                  </a:moveTo>
                  <a:lnTo>
                    <a:pt x="14068" y="13272"/>
                  </a:lnTo>
                  <a:lnTo>
                    <a:pt x="1" y="21367"/>
                  </a:lnTo>
                  <a:lnTo>
                    <a:pt x="1" y="8096"/>
                  </a:lnTo>
                  <a:lnTo>
                    <a:pt x="1406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8"/>
            <p:cNvSpPr/>
            <p:nvPr/>
          </p:nvSpPr>
          <p:spPr>
            <a:xfrm>
              <a:off x="6666861" y="2648322"/>
              <a:ext cx="173841" cy="220050"/>
            </a:xfrm>
            <a:custGeom>
              <a:rect b="b" l="l" r="r" t="t"/>
              <a:pathLst>
                <a:path extrusionOk="0" h="13272" w="10485">
                  <a:moveTo>
                    <a:pt x="1" y="0"/>
                  </a:moveTo>
                  <a:lnTo>
                    <a:pt x="1" y="13271"/>
                  </a:lnTo>
                  <a:lnTo>
                    <a:pt x="10485" y="7166"/>
                  </a:lnTo>
                  <a:lnTo>
                    <a:pt x="266" y="127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8"/>
            <p:cNvSpPr/>
            <p:nvPr/>
          </p:nvSpPr>
          <p:spPr>
            <a:xfrm>
              <a:off x="6666861" y="2648322"/>
              <a:ext cx="173841" cy="220050"/>
            </a:xfrm>
            <a:custGeom>
              <a:rect b="b" l="l" r="r" t="t"/>
              <a:pathLst>
                <a:path extrusionOk="0" fill="none" h="13272" w="10485">
                  <a:moveTo>
                    <a:pt x="1" y="0"/>
                  </a:moveTo>
                  <a:lnTo>
                    <a:pt x="266" y="12740"/>
                  </a:lnTo>
                  <a:lnTo>
                    <a:pt x="10485" y="7166"/>
                  </a:lnTo>
                  <a:lnTo>
                    <a:pt x="1" y="1327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58"/>
            <p:cNvSpPr/>
            <p:nvPr/>
          </p:nvSpPr>
          <p:spPr>
            <a:xfrm>
              <a:off x="6666861" y="2514091"/>
              <a:ext cx="305868" cy="237658"/>
            </a:xfrm>
            <a:custGeom>
              <a:rect b="b" l="l" r="r" t="t"/>
              <a:pathLst>
                <a:path extrusionOk="0" h="14334" w="18448">
                  <a:moveTo>
                    <a:pt x="14068" y="1"/>
                  </a:moveTo>
                  <a:lnTo>
                    <a:pt x="1" y="8096"/>
                  </a:lnTo>
                  <a:lnTo>
                    <a:pt x="4513" y="14333"/>
                  </a:lnTo>
                  <a:lnTo>
                    <a:pt x="18448" y="6238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58"/>
            <p:cNvSpPr/>
            <p:nvPr/>
          </p:nvSpPr>
          <p:spPr>
            <a:xfrm>
              <a:off x="6728472" y="2782537"/>
              <a:ext cx="2222" cy="26412"/>
            </a:xfrm>
            <a:custGeom>
              <a:rect b="b" l="l" r="r" t="t"/>
              <a:pathLst>
                <a:path extrusionOk="0" h="1593" w="134">
                  <a:moveTo>
                    <a:pt x="133" y="0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58"/>
            <p:cNvSpPr/>
            <p:nvPr/>
          </p:nvSpPr>
          <p:spPr>
            <a:xfrm>
              <a:off x="6728472" y="2782537"/>
              <a:ext cx="2222" cy="26412"/>
            </a:xfrm>
            <a:custGeom>
              <a:rect b="b" l="l" r="r" t="t"/>
              <a:pathLst>
                <a:path extrusionOk="0" fill="none" h="1593" w="134">
                  <a:moveTo>
                    <a:pt x="133" y="0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33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58"/>
            <p:cNvSpPr/>
            <p:nvPr/>
          </p:nvSpPr>
          <p:spPr>
            <a:xfrm>
              <a:off x="6724078" y="2778144"/>
              <a:ext cx="11009" cy="13214"/>
            </a:xfrm>
            <a:custGeom>
              <a:rect b="b" l="l" r="r" t="t"/>
              <a:pathLst>
                <a:path extrusionOk="0" h="797" w="664">
                  <a:moveTo>
                    <a:pt x="266" y="0"/>
                  </a:moveTo>
                  <a:lnTo>
                    <a:pt x="0" y="664"/>
                  </a:lnTo>
                  <a:lnTo>
                    <a:pt x="133" y="796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398" y="265"/>
                  </a:lnTo>
                  <a:lnTo>
                    <a:pt x="398" y="398"/>
                  </a:lnTo>
                  <a:lnTo>
                    <a:pt x="531" y="531"/>
                  </a:lnTo>
                  <a:lnTo>
                    <a:pt x="664" y="531"/>
                  </a:lnTo>
                  <a:lnTo>
                    <a:pt x="664" y="39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58"/>
            <p:cNvSpPr/>
            <p:nvPr/>
          </p:nvSpPr>
          <p:spPr>
            <a:xfrm>
              <a:off x="6724078" y="2778144"/>
              <a:ext cx="11009" cy="13214"/>
            </a:xfrm>
            <a:custGeom>
              <a:rect b="b" l="l" r="r" t="t"/>
              <a:pathLst>
                <a:path extrusionOk="0" fill="none" h="797" w="664">
                  <a:moveTo>
                    <a:pt x="266" y="0"/>
                  </a:moveTo>
                  <a:lnTo>
                    <a:pt x="0" y="664"/>
                  </a:lnTo>
                  <a:lnTo>
                    <a:pt x="133" y="796"/>
                  </a:lnTo>
                  <a:lnTo>
                    <a:pt x="133" y="796"/>
                  </a:lnTo>
                  <a:lnTo>
                    <a:pt x="133" y="664"/>
                  </a:lnTo>
                  <a:lnTo>
                    <a:pt x="266" y="531"/>
                  </a:lnTo>
                  <a:lnTo>
                    <a:pt x="398" y="265"/>
                  </a:lnTo>
                  <a:lnTo>
                    <a:pt x="398" y="398"/>
                  </a:lnTo>
                  <a:lnTo>
                    <a:pt x="531" y="531"/>
                  </a:lnTo>
                  <a:lnTo>
                    <a:pt x="664" y="531"/>
                  </a:lnTo>
                  <a:lnTo>
                    <a:pt x="664" y="398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58"/>
            <p:cNvSpPr/>
            <p:nvPr/>
          </p:nvSpPr>
          <p:spPr>
            <a:xfrm>
              <a:off x="6739481" y="2775939"/>
              <a:ext cx="2205" cy="26412"/>
            </a:xfrm>
            <a:custGeom>
              <a:rect b="b" l="l" r="r" t="t"/>
              <a:pathLst>
                <a:path extrusionOk="0" h="1593" w="133">
                  <a:moveTo>
                    <a:pt x="133" y="0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58"/>
            <p:cNvSpPr/>
            <p:nvPr/>
          </p:nvSpPr>
          <p:spPr>
            <a:xfrm>
              <a:off x="6739481" y="2775939"/>
              <a:ext cx="2205" cy="26412"/>
            </a:xfrm>
            <a:custGeom>
              <a:rect b="b" l="l" r="r" t="t"/>
              <a:pathLst>
                <a:path extrusionOk="0" fill="none" h="1593" w="133">
                  <a:moveTo>
                    <a:pt x="133" y="0"/>
                  </a:moveTo>
                  <a:lnTo>
                    <a:pt x="0" y="266"/>
                  </a:lnTo>
                  <a:lnTo>
                    <a:pt x="0" y="1593"/>
                  </a:lnTo>
                  <a:lnTo>
                    <a:pt x="133" y="1593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58"/>
            <p:cNvSpPr/>
            <p:nvPr/>
          </p:nvSpPr>
          <p:spPr>
            <a:xfrm>
              <a:off x="6737276" y="2771528"/>
              <a:ext cx="8821" cy="13231"/>
            </a:xfrm>
            <a:custGeom>
              <a:rect b="b" l="l" r="r" t="t"/>
              <a:pathLst>
                <a:path extrusionOk="0" h="798" w="532">
                  <a:moveTo>
                    <a:pt x="266" y="1"/>
                  </a:moveTo>
                  <a:lnTo>
                    <a:pt x="1" y="664"/>
                  </a:lnTo>
                  <a:lnTo>
                    <a:pt x="1" y="797"/>
                  </a:lnTo>
                  <a:lnTo>
                    <a:pt x="133" y="664"/>
                  </a:lnTo>
                  <a:lnTo>
                    <a:pt x="133" y="532"/>
                  </a:lnTo>
                  <a:lnTo>
                    <a:pt x="266" y="266"/>
                  </a:lnTo>
                  <a:lnTo>
                    <a:pt x="266" y="399"/>
                  </a:lnTo>
                  <a:lnTo>
                    <a:pt x="399" y="532"/>
                  </a:lnTo>
                  <a:lnTo>
                    <a:pt x="531" y="532"/>
                  </a:lnTo>
                  <a:lnTo>
                    <a:pt x="531" y="399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58"/>
            <p:cNvSpPr/>
            <p:nvPr/>
          </p:nvSpPr>
          <p:spPr>
            <a:xfrm>
              <a:off x="6737276" y="2771528"/>
              <a:ext cx="8821" cy="13231"/>
            </a:xfrm>
            <a:custGeom>
              <a:rect b="b" l="l" r="r" t="t"/>
              <a:pathLst>
                <a:path extrusionOk="0" fill="none" h="798" w="532">
                  <a:moveTo>
                    <a:pt x="266" y="1"/>
                  </a:moveTo>
                  <a:lnTo>
                    <a:pt x="1" y="664"/>
                  </a:lnTo>
                  <a:lnTo>
                    <a:pt x="1" y="797"/>
                  </a:lnTo>
                  <a:lnTo>
                    <a:pt x="1" y="797"/>
                  </a:lnTo>
                  <a:lnTo>
                    <a:pt x="133" y="664"/>
                  </a:lnTo>
                  <a:lnTo>
                    <a:pt x="133" y="532"/>
                  </a:lnTo>
                  <a:lnTo>
                    <a:pt x="266" y="266"/>
                  </a:lnTo>
                  <a:lnTo>
                    <a:pt x="266" y="399"/>
                  </a:lnTo>
                  <a:lnTo>
                    <a:pt x="399" y="532"/>
                  </a:lnTo>
                  <a:lnTo>
                    <a:pt x="531" y="532"/>
                  </a:lnTo>
                  <a:lnTo>
                    <a:pt x="531" y="399"/>
                  </a:lnTo>
                  <a:lnTo>
                    <a:pt x="26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58"/>
            <p:cNvSpPr/>
            <p:nvPr/>
          </p:nvSpPr>
          <p:spPr>
            <a:xfrm>
              <a:off x="6693273" y="2806744"/>
              <a:ext cx="8821" cy="22018"/>
            </a:xfrm>
            <a:custGeom>
              <a:rect b="b" l="l" r="r" t="t"/>
              <a:pathLst>
                <a:path extrusionOk="0" h="1328" w="532">
                  <a:moveTo>
                    <a:pt x="531" y="0"/>
                  </a:moveTo>
                  <a:lnTo>
                    <a:pt x="398" y="133"/>
                  </a:lnTo>
                  <a:lnTo>
                    <a:pt x="398" y="797"/>
                  </a:lnTo>
                  <a:lnTo>
                    <a:pt x="398" y="1062"/>
                  </a:lnTo>
                  <a:lnTo>
                    <a:pt x="266" y="1195"/>
                  </a:lnTo>
                  <a:lnTo>
                    <a:pt x="133" y="1195"/>
                  </a:lnTo>
                  <a:lnTo>
                    <a:pt x="133" y="929"/>
                  </a:lnTo>
                  <a:lnTo>
                    <a:pt x="133" y="797"/>
                  </a:lnTo>
                  <a:lnTo>
                    <a:pt x="0" y="929"/>
                  </a:lnTo>
                  <a:lnTo>
                    <a:pt x="0" y="1195"/>
                  </a:lnTo>
                  <a:lnTo>
                    <a:pt x="133" y="1327"/>
                  </a:lnTo>
                  <a:lnTo>
                    <a:pt x="266" y="1327"/>
                  </a:lnTo>
                  <a:lnTo>
                    <a:pt x="531" y="1062"/>
                  </a:lnTo>
                  <a:lnTo>
                    <a:pt x="531" y="797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58"/>
            <p:cNvSpPr/>
            <p:nvPr/>
          </p:nvSpPr>
          <p:spPr>
            <a:xfrm>
              <a:off x="6693273" y="2806744"/>
              <a:ext cx="8821" cy="22018"/>
            </a:xfrm>
            <a:custGeom>
              <a:rect b="b" l="l" r="r" t="t"/>
              <a:pathLst>
                <a:path extrusionOk="0" fill="none" h="1328" w="532">
                  <a:moveTo>
                    <a:pt x="531" y="0"/>
                  </a:moveTo>
                  <a:lnTo>
                    <a:pt x="398" y="133"/>
                  </a:lnTo>
                  <a:lnTo>
                    <a:pt x="398" y="797"/>
                  </a:lnTo>
                  <a:lnTo>
                    <a:pt x="398" y="797"/>
                  </a:lnTo>
                  <a:lnTo>
                    <a:pt x="398" y="1062"/>
                  </a:lnTo>
                  <a:lnTo>
                    <a:pt x="266" y="1195"/>
                  </a:lnTo>
                  <a:lnTo>
                    <a:pt x="133" y="1195"/>
                  </a:lnTo>
                  <a:lnTo>
                    <a:pt x="133" y="1195"/>
                  </a:lnTo>
                  <a:lnTo>
                    <a:pt x="133" y="929"/>
                  </a:lnTo>
                  <a:lnTo>
                    <a:pt x="133" y="797"/>
                  </a:lnTo>
                  <a:lnTo>
                    <a:pt x="0" y="929"/>
                  </a:lnTo>
                  <a:lnTo>
                    <a:pt x="0" y="1195"/>
                  </a:lnTo>
                  <a:lnTo>
                    <a:pt x="0" y="1195"/>
                  </a:lnTo>
                  <a:lnTo>
                    <a:pt x="133" y="1327"/>
                  </a:lnTo>
                  <a:lnTo>
                    <a:pt x="266" y="1327"/>
                  </a:lnTo>
                  <a:lnTo>
                    <a:pt x="266" y="1327"/>
                  </a:lnTo>
                  <a:lnTo>
                    <a:pt x="266" y="1327"/>
                  </a:lnTo>
                  <a:lnTo>
                    <a:pt x="531" y="1062"/>
                  </a:lnTo>
                  <a:lnTo>
                    <a:pt x="531" y="797"/>
                  </a:lnTo>
                  <a:lnTo>
                    <a:pt x="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8"/>
            <p:cNvSpPr/>
            <p:nvPr/>
          </p:nvSpPr>
          <p:spPr>
            <a:xfrm>
              <a:off x="6684469" y="2784743"/>
              <a:ext cx="33027" cy="33011"/>
            </a:xfrm>
            <a:custGeom>
              <a:rect b="b" l="l" r="r" t="t"/>
              <a:pathLst>
                <a:path extrusionOk="0" h="1991" w="1992">
                  <a:moveTo>
                    <a:pt x="1328" y="133"/>
                  </a:moveTo>
                  <a:lnTo>
                    <a:pt x="1593" y="266"/>
                  </a:lnTo>
                  <a:lnTo>
                    <a:pt x="1726" y="398"/>
                  </a:lnTo>
                  <a:lnTo>
                    <a:pt x="1726" y="796"/>
                  </a:lnTo>
                  <a:lnTo>
                    <a:pt x="133" y="1725"/>
                  </a:lnTo>
                  <a:lnTo>
                    <a:pt x="133" y="1327"/>
                  </a:lnTo>
                  <a:lnTo>
                    <a:pt x="399" y="929"/>
                  </a:lnTo>
                  <a:lnTo>
                    <a:pt x="664" y="531"/>
                  </a:lnTo>
                  <a:lnTo>
                    <a:pt x="929" y="266"/>
                  </a:lnTo>
                  <a:lnTo>
                    <a:pt x="1328" y="133"/>
                  </a:lnTo>
                  <a:close/>
                  <a:moveTo>
                    <a:pt x="1328" y="0"/>
                  </a:moveTo>
                  <a:lnTo>
                    <a:pt x="929" y="133"/>
                  </a:lnTo>
                  <a:lnTo>
                    <a:pt x="531" y="531"/>
                  </a:lnTo>
                  <a:lnTo>
                    <a:pt x="266" y="929"/>
                  </a:lnTo>
                  <a:lnTo>
                    <a:pt x="0" y="1327"/>
                  </a:lnTo>
                  <a:lnTo>
                    <a:pt x="0" y="1858"/>
                  </a:lnTo>
                  <a:lnTo>
                    <a:pt x="0" y="1991"/>
                  </a:lnTo>
                  <a:lnTo>
                    <a:pt x="929" y="1460"/>
                  </a:lnTo>
                  <a:lnTo>
                    <a:pt x="1062" y="1327"/>
                  </a:lnTo>
                  <a:lnTo>
                    <a:pt x="1991" y="796"/>
                  </a:lnTo>
                  <a:lnTo>
                    <a:pt x="1858" y="398"/>
                  </a:lnTo>
                  <a:lnTo>
                    <a:pt x="1593" y="133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8"/>
            <p:cNvSpPr/>
            <p:nvPr/>
          </p:nvSpPr>
          <p:spPr>
            <a:xfrm>
              <a:off x="6686674" y="2786931"/>
              <a:ext cx="26412" cy="26429"/>
            </a:xfrm>
            <a:custGeom>
              <a:rect b="b" l="l" r="r" t="t"/>
              <a:pathLst>
                <a:path extrusionOk="0" fill="none" h="1594" w="1593">
                  <a:moveTo>
                    <a:pt x="0" y="1593"/>
                  </a:moveTo>
                  <a:lnTo>
                    <a:pt x="0" y="1593"/>
                  </a:lnTo>
                  <a:lnTo>
                    <a:pt x="0" y="1195"/>
                  </a:lnTo>
                  <a:lnTo>
                    <a:pt x="266" y="797"/>
                  </a:lnTo>
                  <a:lnTo>
                    <a:pt x="531" y="399"/>
                  </a:lnTo>
                  <a:lnTo>
                    <a:pt x="796" y="134"/>
                  </a:lnTo>
                  <a:lnTo>
                    <a:pt x="796" y="134"/>
                  </a:lnTo>
                  <a:lnTo>
                    <a:pt x="1195" y="1"/>
                  </a:lnTo>
                  <a:lnTo>
                    <a:pt x="1195" y="1"/>
                  </a:lnTo>
                  <a:lnTo>
                    <a:pt x="1460" y="134"/>
                  </a:lnTo>
                  <a:lnTo>
                    <a:pt x="1460" y="134"/>
                  </a:lnTo>
                  <a:lnTo>
                    <a:pt x="1593" y="266"/>
                  </a:lnTo>
                  <a:lnTo>
                    <a:pt x="1593" y="664"/>
                  </a:lnTo>
                  <a:lnTo>
                    <a:pt x="0" y="15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8"/>
            <p:cNvSpPr/>
            <p:nvPr/>
          </p:nvSpPr>
          <p:spPr>
            <a:xfrm>
              <a:off x="6684469" y="2784743"/>
              <a:ext cx="33027" cy="33011"/>
            </a:xfrm>
            <a:custGeom>
              <a:rect b="b" l="l" r="r" t="t"/>
              <a:pathLst>
                <a:path extrusionOk="0" fill="none" h="1991" w="1992">
                  <a:moveTo>
                    <a:pt x="1328" y="0"/>
                  </a:moveTo>
                  <a:lnTo>
                    <a:pt x="1328" y="0"/>
                  </a:lnTo>
                  <a:lnTo>
                    <a:pt x="929" y="133"/>
                  </a:lnTo>
                  <a:lnTo>
                    <a:pt x="929" y="133"/>
                  </a:lnTo>
                  <a:lnTo>
                    <a:pt x="531" y="531"/>
                  </a:lnTo>
                  <a:lnTo>
                    <a:pt x="266" y="929"/>
                  </a:lnTo>
                  <a:lnTo>
                    <a:pt x="0" y="1327"/>
                  </a:lnTo>
                  <a:lnTo>
                    <a:pt x="0" y="1858"/>
                  </a:lnTo>
                  <a:lnTo>
                    <a:pt x="0" y="1991"/>
                  </a:lnTo>
                  <a:lnTo>
                    <a:pt x="929" y="1460"/>
                  </a:lnTo>
                  <a:lnTo>
                    <a:pt x="1062" y="1327"/>
                  </a:lnTo>
                  <a:lnTo>
                    <a:pt x="1991" y="796"/>
                  </a:lnTo>
                  <a:lnTo>
                    <a:pt x="1991" y="796"/>
                  </a:lnTo>
                  <a:lnTo>
                    <a:pt x="1991" y="796"/>
                  </a:lnTo>
                  <a:lnTo>
                    <a:pt x="1858" y="398"/>
                  </a:lnTo>
                  <a:lnTo>
                    <a:pt x="1593" y="133"/>
                  </a:lnTo>
                  <a:lnTo>
                    <a:pt x="1593" y="133"/>
                  </a:lnTo>
                  <a:lnTo>
                    <a:pt x="132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58"/>
            <p:cNvSpPr/>
            <p:nvPr/>
          </p:nvSpPr>
          <p:spPr>
            <a:xfrm>
              <a:off x="7298360" y="3099381"/>
              <a:ext cx="453297" cy="264070"/>
            </a:xfrm>
            <a:custGeom>
              <a:rect b="b" l="l" r="r" t="t"/>
              <a:pathLst>
                <a:path extrusionOk="0" h="15927" w="27340">
                  <a:moveTo>
                    <a:pt x="13670" y="1"/>
                  </a:moveTo>
                  <a:lnTo>
                    <a:pt x="1" y="7963"/>
                  </a:lnTo>
                  <a:lnTo>
                    <a:pt x="13670" y="15926"/>
                  </a:lnTo>
                  <a:lnTo>
                    <a:pt x="27339" y="7963"/>
                  </a:lnTo>
                  <a:lnTo>
                    <a:pt x="136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58"/>
            <p:cNvSpPr/>
            <p:nvPr/>
          </p:nvSpPr>
          <p:spPr>
            <a:xfrm>
              <a:off x="7298360" y="3099381"/>
              <a:ext cx="453297" cy="264070"/>
            </a:xfrm>
            <a:custGeom>
              <a:rect b="b" l="l" r="r" t="t"/>
              <a:pathLst>
                <a:path extrusionOk="0" fill="none" h="15927" w="27340">
                  <a:moveTo>
                    <a:pt x="1" y="7963"/>
                  </a:moveTo>
                  <a:lnTo>
                    <a:pt x="13670" y="1"/>
                  </a:lnTo>
                  <a:lnTo>
                    <a:pt x="27339" y="7963"/>
                  </a:lnTo>
                  <a:lnTo>
                    <a:pt x="13670" y="15926"/>
                  </a:lnTo>
                  <a:lnTo>
                    <a:pt x="1" y="796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58"/>
            <p:cNvSpPr/>
            <p:nvPr/>
          </p:nvSpPr>
          <p:spPr>
            <a:xfrm>
              <a:off x="7293966" y="2874954"/>
              <a:ext cx="231042" cy="246445"/>
            </a:xfrm>
            <a:custGeom>
              <a:rect b="b" l="l" r="r" t="t"/>
              <a:pathLst>
                <a:path extrusionOk="0" h="14864" w="13935">
                  <a:moveTo>
                    <a:pt x="13935" y="0"/>
                  </a:moveTo>
                  <a:lnTo>
                    <a:pt x="0" y="8096"/>
                  </a:lnTo>
                  <a:lnTo>
                    <a:pt x="11679" y="14864"/>
                  </a:lnTo>
                  <a:lnTo>
                    <a:pt x="13935" y="13537"/>
                  </a:lnTo>
                  <a:lnTo>
                    <a:pt x="1393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58"/>
            <p:cNvSpPr/>
            <p:nvPr/>
          </p:nvSpPr>
          <p:spPr>
            <a:xfrm>
              <a:off x="7524992" y="2874954"/>
              <a:ext cx="233264" cy="246445"/>
            </a:xfrm>
            <a:custGeom>
              <a:rect b="b" l="l" r="r" t="t"/>
              <a:pathLst>
                <a:path extrusionOk="0" h="14864" w="14069">
                  <a:moveTo>
                    <a:pt x="1" y="0"/>
                  </a:moveTo>
                  <a:lnTo>
                    <a:pt x="1" y="13537"/>
                  </a:lnTo>
                  <a:lnTo>
                    <a:pt x="2257" y="14864"/>
                  </a:lnTo>
                  <a:lnTo>
                    <a:pt x="14068" y="80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8"/>
            <p:cNvSpPr/>
            <p:nvPr/>
          </p:nvSpPr>
          <p:spPr>
            <a:xfrm>
              <a:off x="7293966" y="3009169"/>
              <a:ext cx="231042" cy="354281"/>
            </a:xfrm>
            <a:custGeom>
              <a:rect b="b" l="l" r="r" t="t"/>
              <a:pathLst>
                <a:path extrusionOk="0" h="21368" w="13935">
                  <a:moveTo>
                    <a:pt x="0" y="1"/>
                  </a:moveTo>
                  <a:lnTo>
                    <a:pt x="0" y="13272"/>
                  </a:lnTo>
                  <a:lnTo>
                    <a:pt x="13935" y="21367"/>
                  </a:lnTo>
                  <a:lnTo>
                    <a:pt x="13935" y="80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8"/>
            <p:cNvSpPr/>
            <p:nvPr/>
          </p:nvSpPr>
          <p:spPr>
            <a:xfrm>
              <a:off x="7293966" y="3009169"/>
              <a:ext cx="231042" cy="354281"/>
            </a:xfrm>
            <a:custGeom>
              <a:rect b="b" l="l" r="r" t="t"/>
              <a:pathLst>
                <a:path extrusionOk="0" fill="none" h="21368" w="13935">
                  <a:moveTo>
                    <a:pt x="0" y="1"/>
                  </a:moveTo>
                  <a:lnTo>
                    <a:pt x="0" y="13272"/>
                  </a:lnTo>
                  <a:lnTo>
                    <a:pt x="13935" y="21367"/>
                  </a:lnTo>
                  <a:lnTo>
                    <a:pt x="13935" y="809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8"/>
            <p:cNvSpPr/>
            <p:nvPr/>
          </p:nvSpPr>
          <p:spPr>
            <a:xfrm>
              <a:off x="7219157" y="3009169"/>
              <a:ext cx="305851" cy="237658"/>
            </a:xfrm>
            <a:custGeom>
              <a:rect b="b" l="l" r="r" t="t"/>
              <a:pathLst>
                <a:path extrusionOk="0" h="14334" w="18447">
                  <a:moveTo>
                    <a:pt x="4512" y="1"/>
                  </a:moveTo>
                  <a:lnTo>
                    <a:pt x="0" y="6238"/>
                  </a:lnTo>
                  <a:lnTo>
                    <a:pt x="14067" y="14333"/>
                  </a:lnTo>
                  <a:lnTo>
                    <a:pt x="18447" y="8096"/>
                  </a:lnTo>
                  <a:lnTo>
                    <a:pt x="451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8"/>
            <p:cNvSpPr/>
            <p:nvPr/>
          </p:nvSpPr>
          <p:spPr>
            <a:xfrm>
              <a:off x="7219157" y="3009169"/>
              <a:ext cx="305851" cy="237658"/>
            </a:xfrm>
            <a:custGeom>
              <a:rect b="b" l="l" r="r" t="t"/>
              <a:pathLst>
                <a:path extrusionOk="0" fill="none" h="14334" w="18447">
                  <a:moveTo>
                    <a:pt x="4512" y="1"/>
                  </a:moveTo>
                  <a:lnTo>
                    <a:pt x="0" y="6238"/>
                  </a:lnTo>
                  <a:lnTo>
                    <a:pt x="14067" y="14333"/>
                  </a:lnTo>
                  <a:lnTo>
                    <a:pt x="18447" y="8096"/>
                  </a:lnTo>
                  <a:lnTo>
                    <a:pt x="4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58"/>
            <p:cNvSpPr/>
            <p:nvPr/>
          </p:nvSpPr>
          <p:spPr>
            <a:xfrm>
              <a:off x="7219157" y="3112595"/>
              <a:ext cx="305851" cy="134232"/>
            </a:xfrm>
            <a:custGeom>
              <a:rect b="b" l="l" r="r" t="t"/>
              <a:pathLst>
                <a:path extrusionOk="0" h="8096" w="18447">
                  <a:moveTo>
                    <a:pt x="0" y="0"/>
                  </a:moveTo>
                  <a:lnTo>
                    <a:pt x="14067" y="8095"/>
                  </a:lnTo>
                  <a:lnTo>
                    <a:pt x="18447" y="1858"/>
                  </a:lnTo>
                  <a:lnTo>
                    <a:pt x="13935" y="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B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58"/>
            <p:cNvSpPr/>
            <p:nvPr/>
          </p:nvSpPr>
          <p:spPr>
            <a:xfrm>
              <a:off x="7219157" y="3112595"/>
              <a:ext cx="305851" cy="134232"/>
            </a:xfrm>
            <a:custGeom>
              <a:rect b="b" l="l" r="r" t="t"/>
              <a:pathLst>
                <a:path extrusionOk="0" fill="none" h="8096" w="18447">
                  <a:moveTo>
                    <a:pt x="0" y="0"/>
                  </a:moveTo>
                  <a:lnTo>
                    <a:pt x="14067" y="8095"/>
                  </a:lnTo>
                  <a:lnTo>
                    <a:pt x="18447" y="1858"/>
                  </a:lnTo>
                  <a:lnTo>
                    <a:pt x="18447" y="1858"/>
                  </a:lnTo>
                  <a:lnTo>
                    <a:pt x="13935" y="769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8"/>
            <p:cNvSpPr/>
            <p:nvPr/>
          </p:nvSpPr>
          <p:spPr>
            <a:xfrm>
              <a:off x="7524992" y="3009169"/>
              <a:ext cx="233264" cy="354281"/>
            </a:xfrm>
            <a:custGeom>
              <a:rect b="b" l="l" r="r" t="t"/>
              <a:pathLst>
                <a:path extrusionOk="0" h="21368" w="14069">
                  <a:moveTo>
                    <a:pt x="14068" y="1"/>
                  </a:moveTo>
                  <a:lnTo>
                    <a:pt x="1" y="8096"/>
                  </a:lnTo>
                  <a:lnTo>
                    <a:pt x="1" y="21367"/>
                  </a:lnTo>
                  <a:lnTo>
                    <a:pt x="14068" y="13272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8"/>
            <p:cNvSpPr/>
            <p:nvPr/>
          </p:nvSpPr>
          <p:spPr>
            <a:xfrm>
              <a:off x="7524992" y="3009169"/>
              <a:ext cx="233264" cy="354281"/>
            </a:xfrm>
            <a:custGeom>
              <a:rect b="b" l="l" r="r" t="t"/>
              <a:pathLst>
                <a:path extrusionOk="0" fill="none" h="21368" w="14069">
                  <a:moveTo>
                    <a:pt x="14068" y="1"/>
                  </a:moveTo>
                  <a:lnTo>
                    <a:pt x="14068" y="13272"/>
                  </a:lnTo>
                  <a:lnTo>
                    <a:pt x="1" y="21367"/>
                  </a:lnTo>
                  <a:lnTo>
                    <a:pt x="1" y="8096"/>
                  </a:lnTo>
                  <a:lnTo>
                    <a:pt x="1406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8"/>
            <p:cNvSpPr/>
            <p:nvPr/>
          </p:nvSpPr>
          <p:spPr>
            <a:xfrm>
              <a:off x="7524992" y="3143385"/>
              <a:ext cx="173841" cy="220066"/>
            </a:xfrm>
            <a:custGeom>
              <a:rect b="b" l="l" r="r" t="t"/>
              <a:pathLst>
                <a:path extrusionOk="0" h="13273" w="10485">
                  <a:moveTo>
                    <a:pt x="1" y="1"/>
                  </a:moveTo>
                  <a:lnTo>
                    <a:pt x="1" y="13272"/>
                  </a:lnTo>
                  <a:lnTo>
                    <a:pt x="10485" y="7167"/>
                  </a:lnTo>
                  <a:lnTo>
                    <a:pt x="266" y="127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8"/>
            <p:cNvSpPr/>
            <p:nvPr/>
          </p:nvSpPr>
          <p:spPr>
            <a:xfrm>
              <a:off x="7524992" y="3143385"/>
              <a:ext cx="173841" cy="220066"/>
            </a:xfrm>
            <a:custGeom>
              <a:rect b="b" l="l" r="r" t="t"/>
              <a:pathLst>
                <a:path extrusionOk="0" fill="none" h="13273" w="10485">
                  <a:moveTo>
                    <a:pt x="1" y="1"/>
                  </a:moveTo>
                  <a:lnTo>
                    <a:pt x="266" y="12741"/>
                  </a:lnTo>
                  <a:lnTo>
                    <a:pt x="10485" y="7167"/>
                  </a:lnTo>
                  <a:lnTo>
                    <a:pt x="1" y="1327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58"/>
            <p:cNvSpPr/>
            <p:nvPr/>
          </p:nvSpPr>
          <p:spPr>
            <a:xfrm>
              <a:off x="7524992" y="3009169"/>
              <a:ext cx="305868" cy="237658"/>
            </a:xfrm>
            <a:custGeom>
              <a:rect b="b" l="l" r="r" t="t"/>
              <a:pathLst>
                <a:path extrusionOk="0" h="14334" w="18448">
                  <a:moveTo>
                    <a:pt x="14068" y="1"/>
                  </a:moveTo>
                  <a:lnTo>
                    <a:pt x="1" y="8096"/>
                  </a:lnTo>
                  <a:lnTo>
                    <a:pt x="4513" y="14333"/>
                  </a:lnTo>
                  <a:lnTo>
                    <a:pt x="18448" y="6238"/>
                  </a:lnTo>
                  <a:lnTo>
                    <a:pt x="140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58"/>
            <p:cNvSpPr/>
            <p:nvPr/>
          </p:nvSpPr>
          <p:spPr>
            <a:xfrm>
              <a:off x="7586603" y="3277616"/>
              <a:ext cx="2222" cy="28617"/>
            </a:xfrm>
            <a:custGeom>
              <a:rect b="b" l="l" r="r" t="t"/>
              <a:pathLst>
                <a:path extrusionOk="0" h="1726" w="134">
                  <a:moveTo>
                    <a:pt x="133" y="0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" y="1726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8"/>
            <p:cNvSpPr/>
            <p:nvPr/>
          </p:nvSpPr>
          <p:spPr>
            <a:xfrm>
              <a:off x="7586603" y="3277616"/>
              <a:ext cx="2222" cy="28617"/>
            </a:xfrm>
            <a:custGeom>
              <a:rect b="b" l="l" r="r" t="t"/>
              <a:pathLst>
                <a:path extrusionOk="0" fill="none" h="1726" w="134">
                  <a:moveTo>
                    <a:pt x="133" y="0"/>
                  </a:moveTo>
                  <a:lnTo>
                    <a:pt x="1" y="266"/>
                  </a:lnTo>
                  <a:lnTo>
                    <a:pt x="1" y="1593"/>
                  </a:lnTo>
                  <a:lnTo>
                    <a:pt x="1" y="1726"/>
                  </a:lnTo>
                  <a:lnTo>
                    <a:pt x="133" y="1593"/>
                  </a:lnTo>
                  <a:lnTo>
                    <a:pt x="133" y="133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8"/>
            <p:cNvSpPr/>
            <p:nvPr/>
          </p:nvSpPr>
          <p:spPr>
            <a:xfrm>
              <a:off x="7582209" y="3273206"/>
              <a:ext cx="11009" cy="13231"/>
            </a:xfrm>
            <a:custGeom>
              <a:rect b="b" l="l" r="r" t="t"/>
              <a:pathLst>
                <a:path extrusionOk="0" h="798" w="664">
                  <a:moveTo>
                    <a:pt x="266" y="1"/>
                  </a:moveTo>
                  <a:lnTo>
                    <a:pt x="0" y="664"/>
                  </a:lnTo>
                  <a:lnTo>
                    <a:pt x="133" y="797"/>
                  </a:lnTo>
                  <a:lnTo>
                    <a:pt x="133" y="664"/>
                  </a:lnTo>
                  <a:lnTo>
                    <a:pt x="266" y="532"/>
                  </a:lnTo>
                  <a:lnTo>
                    <a:pt x="398" y="266"/>
                  </a:lnTo>
                  <a:lnTo>
                    <a:pt x="398" y="399"/>
                  </a:lnTo>
                  <a:lnTo>
                    <a:pt x="531" y="532"/>
                  </a:lnTo>
                  <a:lnTo>
                    <a:pt x="664" y="399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8"/>
            <p:cNvSpPr/>
            <p:nvPr/>
          </p:nvSpPr>
          <p:spPr>
            <a:xfrm>
              <a:off x="7582209" y="3273206"/>
              <a:ext cx="11009" cy="13231"/>
            </a:xfrm>
            <a:custGeom>
              <a:rect b="b" l="l" r="r" t="t"/>
              <a:pathLst>
                <a:path extrusionOk="0" fill="none" h="798" w="664">
                  <a:moveTo>
                    <a:pt x="266" y="1"/>
                  </a:moveTo>
                  <a:lnTo>
                    <a:pt x="0" y="664"/>
                  </a:lnTo>
                  <a:lnTo>
                    <a:pt x="133" y="797"/>
                  </a:lnTo>
                  <a:lnTo>
                    <a:pt x="133" y="797"/>
                  </a:lnTo>
                  <a:lnTo>
                    <a:pt x="133" y="664"/>
                  </a:lnTo>
                  <a:lnTo>
                    <a:pt x="266" y="532"/>
                  </a:lnTo>
                  <a:lnTo>
                    <a:pt x="398" y="266"/>
                  </a:lnTo>
                  <a:lnTo>
                    <a:pt x="398" y="399"/>
                  </a:lnTo>
                  <a:lnTo>
                    <a:pt x="531" y="532"/>
                  </a:lnTo>
                  <a:lnTo>
                    <a:pt x="531" y="532"/>
                  </a:lnTo>
                  <a:lnTo>
                    <a:pt x="664" y="399"/>
                  </a:lnTo>
                  <a:lnTo>
                    <a:pt x="26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8"/>
            <p:cNvSpPr/>
            <p:nvPr/>
          </p:nvSpPr>
          <p:spPr>
            <a:xfrm>
              <a:off x="7597612" y="3273206"/>
              <a:ext cx="2222" cy="26429"/>
            </a:xfrm>
            <a:custGeom>
              <a:rect b="b" l="l" r="r" t="t"/>
              <a:pathLst>
                <a:path extrusionOk="0" h="1594" w="134">
                  <a:moveTo>
                    <a:pt x="133" y="1"/>
                  </a:moveTo>
                  <a:lnTo>
                    <a:pt x="0" y="134"/>
                  </a:lnTo>
                  <a:lnTo>
                    <a:pt x="0" y="1461"/>
                  </a:lnTo>
                  <a:lnTo>
                    <a:pt x="133" y="1593"/>
                  </a:lnTo>
                  <a:lnTo>
                    <a:pt x="133" y="1461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58"/>
            <p:cNvSpPr/>
            <p:nvPr/>
          </p:nvSpPr>
          <p:spPr>
            <a:xfrm>
              <a:off x="7597612" y="3273206"/>
              <a:ext cx="2222" cy="26429"/>
            </a:xfrm>
            <a:custGeom>
              <a:rect b="b" l="l" r="r" t="t"/>
              <a:pathLst>
                <a:path extrusionOk="0" fill="none" h="1594" w="134">
                  <a:moveTo>
                    <a:pt x="133" y="1"/>
                  </a:moveTo>
                  <a:lnTo>
                    <a:pt x="0" y="134"/>
                  </a:lnTo>
                  <a:lnTo>
                    <a:pt x="0" y="1461"/>
                  </a:lnTo>
                  <a:lnTo>
                    <a:pt x="133" y="1593"/>
                  </a:lnTo>
                  <a:lnTo>
                    <a:pt x="133" y="1461"/>
                  </a:lnTo>
                  <a:lnTo>
                    <a:pt x="133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58"/>
            <p:cNvSpPr/>
            <p:nvPr/>
          </p:nvSpPr>
          <p:spPr>
            <a:xfrm>
              <a:off x="7595407" y="3266607"/>
              <a:ext cx="8821" cy="13231"/>
            </a:xfrm>
            <a:custGeom>
              <a:rect b="b" l="l" r="r" t="t"/>
              <a:pathLst>
                <a:path extrusionOk="0" h="798" w="532">
                  <a:moveTo>
                    <a:pt x="266" y="1"/>
                  </a:moveTo>
                  <a:lnTo>
                    <a:pt x="1" y="664"/>
                  </a:lnTo>
                  <a:lnTo>
                    <a:pt x="1" y="797"/>
                  </a:lnTo>
                  <a:lnTo>
                    <a:pt x="133" y="664"/>
                  </a:lnTo>
                  <a:lnTo>
                    <a:pt x="133" y="532"/>
                  </a:lnTo>
                  <a:lnTo>
                    <a:pt x="266" y="399"/>
                  </a:lnTo>
                  <a:lnTo>
                    <a:pt x="399" y="532"/>
                  </a:lnTo>
                  <a:lnTo>
                    <a:pt x="531" y="532"/>
                  </a:lnTo>
                  <a:lnTo>
                    <a:pt x="531" y="399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8"/>
            <p:cNvSpPr/>
            <p:nvPr/>
          </p:nvSpPr>
          <p:spPr>
            <a:xfrm>
              <a:off x="7595407" y="3266607"/>
              <a:ext cx="8821" cy="13231"/>
            </a:xfrm>
            <a:custGeom>
              <a:rect b="b" l="l" r="r" t="t"/>
              <a:pathLst>
                <a:path extrusionOk="0" fill="none" h="798" w="532">
                  <a:moveTo>
                    <a:pt x="266" y="1"/>
                  </a:moveTo>
                  <a:lnTo>
                    <a:pt x="1" y="664"/>
                  </a:lnTo>
                  <a:lnTo>
                    <a:pt x="1" y="797"/>
                  </a:lnTo>
                  <a:lnTo>
                    <a:pt x="1" y="797"/>
                  </a:lnTo>
                  <a:lnTo>
                    <a:pt x="133" y="664"/>
                  </a:lnTo>
                  <a:lnTo>
                    <a:pt x="133" y="532"/>
                  </a:lnTo>
                  <a:lnTo>
                    <a:pt x="266" y="399"/>
                  </a:lnTo>
                  <a:lnTo>
                    <a:pt x="266" y="399"/>
                  </a:lnTo>
                  <a:lnTo>
                    <a:pt x="399" y="532"/>
                  </a:lnTo>
                  <a:lnTo>
                    <a:pt x="531" y="532"/>
                  </a:lnTo>
                  <a:lnTo>
                    <a:pt x="531" y="399"/>
                  </a:lnTo>
                  <a:lnTo>
                    <a:pt x="26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8"/>
            <p:cNvSpPr/>
            <p:nvPr/>
          </p:nvSpPr>
          <p:spPr>
            <a:xfrm>
              <a:off x="7551404" y="3301823"/>
              <a:ext cx="8821" cy="22018"/>
            </a:xfrm>
            <a:custGeom>
              <a:rect b="b" l="l" r="r" t="t"/>
              <a:pathLst>
                <a:path extrusionOk="0" h="1328" w="532">
                  <a:moveTo>
                    <a:pt x="531" y="0"/>
                  </a:moveTo>
                  <a:lnTo>
                    <a:pt x="399" y="133"/>
                  </a:lnTo>
                  <a:lnTo>
                    <a:pt x="399" y="796"/>
                  </a:lnTo>
                  <a:lnTo>
                    <a:pt x="266" y="1062"/>
                  </a:lnTo>
                  <a:lnTo>
                    <a:pt x="266" y="1195"/>
                  </a:lnTo>
                  <a:lnTo>
                    <a:pt x="133" y="1195"/>
                  </a:lnTo>
                  <a:lnTo>
                    <a:pt x="133" y="929"/>
                  </a:lnTo>
                  <a:lnTo>
                    <a:pt x="0" y="929"/>
                  </a:lnTo>
                  <a:lnTo>
                    <a:pt x="0" y="1195"/>
                  </a:lnTo>
                  <a:lnTo>
                    <a:pt x="133" y="1327"/>
                  </a:lnTo>
                  <a:lnTo>
                    <a:pt x="266" y="1327"/>
                  </a:lnTo>
                  <a:lnTo>
                    <a:pt x="399" y="1062"/>
                  </a:lnTo>
                  <a:lnTo>
                    <a:pt x="531" y="796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8"/>
            <p:cNvSpPr/>
            <p:nvPr/>
          </p:nvSpPr>
          <p:spPr>
            <a:xfrm>
              <a:off x="7551404" y="3301823"/>
              <a:ext cx="8821" cy="22018"/>
            </a:xfrm>
            <a:custGeom>
              <a:rect b="b" l="l" r="r" t="t"/>
              <a:pathLst>
                <a:path extrusionOk="0" fill="none" h="1328" w="532">
                  <a:moveTo>
                    <a:pt x="531" y="0"/>
                  </a:moveTo>
                  <a:lnTo>
                    <a:pt x="399" y="133"/>
                  </a:lnTo>
                  <a:lnTo>
                    <a:pt x="399" y="796"/>
                  </a:lnTo>
                  <a:lnTo>
                    <a:pt x="399" y="796"/>
                  </a:lnTo>
                  <a:lnTo>
                    <a:pt x="266" y="1062"/>
                  </a:lnTo>
                  <a:lnTo>
                    <a:pt x="266" y="1195"/>
                  </a:lnTo>
                  <a:lnTo>
                    <a:pt x="133" y="1195"/>
                  </a:lnTo>
                  <a:lnTo>
                    <a:pt x="133" y="1195"/>
                  </a:lnTo>
                  <a:lnTo>
                    <a:pt x="133" y="929"/>
                  </a:lnTo>
                  <a:lnTo>
                    <a:pt x="133" y="929"/>
                  </a:lnTo>
                  <a:lnTo>
                    <a:pt x="0" y="929"/>
                  </a:lnTo>
                  <a:lnTo>
                    <a:pt x="0" y="1195"/>
                  </a:lnTo>
                  <a:lnTo>
                    <a:pt x="0" y="1195"/>
                  </a:lnTo>
                  <a:lnTo>
                    <a:pt x="133" y="1327"/>
                  </a:lnTo>
                  <a:lnTo>
                    <a:pt x="133" y="1327"/>
                  </a:lnTo>
                  <a:lnTo>
                    <a:pt x="266" y="1327"/>
                  </a:lnTo>
                  <a:lnTo>
                    <a:pt x="266" y="1327"/>
                  </a:lnTo>
                  <a:lnTo>
                    <a:pt x="399" y="1062"/>
                  </a:lnTo>
                  <a:lnTo>
                    <a:pt x="531" y="796"/>
                  </a:lnTo>
                  <a:lnTo>
                    <a:pt x="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8"/>
            <p:cNvSpPr/>
            <p:nvPr/>
          </p:nvSpPr>
          <p:spPr>
            <a:xfrm>
              <a:off x="7542600" y="3279821"/>
              <a:ext cx="30822" cy="33011"/>
            </a:xfrm>
            <a:custGeom>
              <a:rect b="b" l="l" r="r" t="t"/>
              <a:pathLst>
                <a:path extrusionOk="0" h="1991" w="1859">
                  <a:moveTo>
                    <a:pt x="1328" y="0"/>
                  </a:moveTo>
                  <a:lnTo>
                    <a:pt x="930" y="265"/>
                  </a:lnTo>
                  <a:lnTo>
                    <a:pt x="1593" y="265"/>
                  </a:lnTo>
                  <a:lnTo>
                    <a:pt x="1726" y="398"/>
                  </a:lnTo>
                  <a:lnTo>
                    <a:pt x="1726" y="796"/>
                  </a:lnTo>
                  <a:lnTo>
                    <a:pt x="133" y="1725"/>
                  </a:lnTo>
                  <a:lnTo>
                    <a:pt x="133" y="1327"/>
                  </a:lnTo>
                  <a:lnTo>
                    <a:pt x="399" y="929"/>
                  </a:lnTo>
                  <a:lnTo>
                    <a:pt x="664" y="531"/>
                  </a:lnTo>
                  <a:lnTo>
                    <a:pt x="930" y="265"/>
                  </a:lnTo>
                  <a:lnTo>
                    <a:pt x="531" y="531"/>
                  </a:lnTo>
                  <a:lnTo>
                    <a:pt x="266" y="929"/>
                  </a:lnTo>
                  <a:lnTo>
                    <a:pt x="1" y="1327"/>
                  </a:lnTo>
                  <a:lnTo>
                    <a:pt x="1" y="1858"/>
                  </a:lnTo>
                  <a:lnTo>
                    <a:pt x="1" y="1991"/>
                  </a:lnTo>
                  <a:lnTo>
                    <a:pt x="930" y="1460"/>
                  </a:lnTo>
                  <a:lnTo>
                    <a:pt x="1062" y="1327"/>
                  </a:lnTo>
                  <a:lnTo>
                    <a:pt x="1858" y="796"/>
                  </a:lnTo>
                  <a:lnTo>
                    <a:pt x="1858" y="398"/>
                  </a:lnTo>
                  <a:lnTo>
                    <a:pt x="1593" y="133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BEC1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58"/>
            <p:cNvSpPr/>
            <p:nvPr/>
          </p:nvSpPr>
          <p:spPr>
            <a:xfrm>
              <a:off x="7544805" y="3284215"/>
              <a:ext cx="26412" cy="24223"/>
            </a:xfrm>
            <a:custGeom>
              <a:rect b="b" l="l" r="r" t="t"/>
              <a:pathLst>
                <a:path extrusionOk="0" fill="none" h="1461" w="1593">
                  <a:moveTo>
                    <a:pt x="0" y="1460"/>
                  </a:moveTo>
                  <a:lnTo>
                    <a:pt x="0" y="1460"/>
                  </a:lnTo>
                  <a:lnTo>
                    <a:pt x="0" y="1062"/>
                  </a:lnTo>
                  <a:lnTo>
                    <a:pt x="266" y="664"/>
                  </a:lnTo>
                  <a:lnTo>
                    <a:pt x="531" y="266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460" y="0"/>
                  </a:lnTo>
                  <a:lnTo>
                    <a:pt x="1460" y="0"/>
                  </a:lnTo>
                  <a:lnTo>
                    <a:pt x="1593" y="133"/>
                  </a:lnTo>
                  <a:lnTo>
                    <a:pt x="1593" y="531"/>
                  </a:lnTo>
                  <a:lnTo>
                    <a:pt x="0" y="14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8"/>
            <p:cNvSpPr/>
            <p:nvPr/>
          </p:nvSpPr>
          <p:spPr>
            <a:xfrm>
              <a:off x="7542600" y="3279821"/>
              <a:ext cx="30822" cy="33011"/>
            </a:xfrm>
            <a:custGeom>
              <a:rect b="b" l="l" r="r" t="t"/>
              <a:pathLst>
                <a:path extrusionOk="0" fill="none" h="1991" w="1859">
                  <a:moveTo>
                    <a:pt x="1328" y="0"/>
                  </a:moveTo>
                  <a:lnTo>
                    <a:pt x="1328" y="0"/>
                  </a:lnTo>
                  <a:lnTo>
                    <a:pt x="930" y="265"/>
                  </a:lnTo>
                  <a:lnTo>
                    <a:pt x="930" y="265"/>
                  </a:lnTo>
                  <a:lnTo>
                    <a:pt x="531" y="531"/>
                  </a:lnTo>
                  <a:lnTo>
                    <a:pt x="266" y="929"/>
                  </a:lnTo>
                  <a:lnTo>
                    <a:pt x="1" y="1327"/>
                  </a:lnTo>
                  <a:lnTo>
                    <a:pt x="1" y="1858"/>
                  </a:lnTo>
                  <a:lnTo>
                    <a:pt x="1" y="1991"/>
                  </a:lnTo>
                  <a:lnTo>
                    <a:pt x="930" y="1460"/>
                  </a:lnTo>
                  <a:lnTo>
                    <a:pt x="1062" y="1327"/>
                  </a:lnTo>
                  <a:lnTo>
                    <a:pt x="1858" y="796"/>
                  </a:lnTo>
                  <a:lnTo>
                    <a:pt x="1858" y="796"/>
                  </a:lnTo>
                  <a:lnTo>
                    <a:pt x="1858" y="796"/>
                  </a:lnTo>
                  <a:lnTo>
                    <a:pt x="1858" y="398"/>
                  </a:lnTo>
                  <a:lnTo>
                    <a:pt x="1593" y="133"/>
                  </a:lnTo>
                  <a:lnTo>
                    <a:pt x="1593" y="133"/>
                  </a:lnTo>
                  <a:lnTo>
                    <a:pt x="132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8"/>
            <p:cNvSpPr/>
            <p:nvPr/>
          </p:nvSpPr>
          <p:spPr>
            <a:xfrm>
              <a:off x="6257600" y="3719888"/>
              <a:ext cx="851549" cy="589701"/>
            </a:xfrm>
            <a:custGeom>
              <a:rect b="b" l="l" r="r" t="t"/>
              <a:pathLst>
                <a:path extrusionOk="0" h="35567" w="51360">
                  <a:moveTo>
                    <a:pt x="25614" y="16324"/>
                  </a:moveTo>
                  <a:lnTo>
                    <a:pt x="27737" y="16456"/>
                  </a:lnTo>
                  <a:lnTo>
                    <a:pt x="29860" y="16854"/>
                  </a:lnTo>
                  <a:lnTo>
                    <a:pt x="31851" y="17385"/>
                  </a:lnTo>
                  <a:lnTo>
                    <a:pt x="33576" y="18181"/>
                  </a:lnTo>
                  <a:lnTo>
                    <a:pt x="34505" y="18845"/>
                  </a:lnTo>
                  <a:lnTo>
                    <a:pt x="33576" y="19376"/>
                  </a:lnTo>
                  <a:lnTo>
                    <a:pt x="31851" y="20172"/>
                  </a:lnTo>
                  <a:lnTo>
                    <a:pt x="29860" y="20836"/>
                  </a:lnTo>
                  <a:lnTo>
                    <a:pt x="27737" y="21101"/>
                  </a:lnTo>
                  <a:lnTo>
                    <a:pt x="25614" y="21234"/>
                  </a:lnTo>
                  <a:lnTo>
                    <a:pt x="23490" y="21101"/>
                  </a:lnTo>
                  <a:lnTo>
                    <a:pt x="21500" y="20836"/>
                  </a:lnTo>
                  <a:lnTo>
                    <a:pt x="19509" y="20172"/>
                  </a:lnTo>
                  <a:lnTo>
                    <a:pt x="17784" y="19376"/>
                  </a:lnTo>
                  <a:lnTo>
                    <a:pt x="16855" y="18845"/>
                  </a:lnTo>
                  <a:lnTo>
                    <a:pt x="17784" y="18181"/>
                  </a:lnTo>
                  <a:lnTo>
                    <a:pt x="19509" y="17385"/>
                  </a:lnTo>
                  <a:lnTo>
                    <a:pt x="21500" y="16854"/>
                  </a:lnTo>
                  <a:lnTo>
                    <a:pt x="23490" y="16456"/>
                  </a:lnTo>
                  <a:lnTo>
                    <a:pt x="25614" y="16324"/>
                  </a:lnTo>
                  <a:close/>
                  <a:moveTo>
                    <a:pt x="22031" y="0"/>
                  </a:moveTo>
                  <a:lnTo>
                    <a:pt x="21765" y="133"/>
                  </a:lnTo>
                  <a:lnTo>
                    <a:pt x="21632" y="398"/>
                  </a:lnTo>
                  <a:lnTo>
                    <a:pt x="21500" y="531"/>
                  </a:lnTo>
                  <a:lnTo>
                    <a:pt x="20969" y="3716"/>
                  </a:lnTo>
                  <a:lnTo>
                    <a:pt x="20703" y="4114"/>
                  </a:lnTo>
                  <a:lnTo>
                    <a:pt x="20305" y="4380"/>
                  </a:lnTo>
                  <a:lnTo>
                    <a:pt x="18447" y="4778"/>
                  </a:lnTo>
                  <a:lnTo>
                    <a:pt x="16589" y="5176"/>
                  </a:lnTo>
                  <a:lnTo>
                    <a:pt x="16059" y="5309"/>
                  </a:lnTo>
                  <a:lnTo>
                    <a:pt x="15528" y="5176"/>
                  </a:lnTo>
                  <a:lnTo>
                    <a:pt x="10883" y="2920"/>
                  </a:lnTo>
                  <a:lnTo>
                    <a:pt x="10352" y="2920"/>
                  </a:lnTo>
                  <a:lnTo>
                    <a:pt x="9821" y="3052"/>
                  </a:lnTo>
                  <a:lnTo>
                    <a:pt x="5176" y="5707"/>
                  </a:lnTo>
                  <a:lnTo>
                    <a:pt x="5044" y="5839"/>
                  </a:lnTo>
                  <a:lnTo>
                    <a:pt x="4911" y="5972"/>
                  </a:lnTo>
                  <a:lnTo>
                    <a:pt x="4911" y="12210"/>
                  </a:lnTo>
                  <a:lnTo>
                    <a:pt x="531" y="12475"/>
                  </a:lnTo>
                  <a:lnTo>
                    <a:pt x="266" y="12608"/>
                  </a:lnTo>
                  <a:lnTo>
                    <a:pt x="133" y="12740"/>
                  </a:lnTo>
                  <a:lnTo>
                    <a:pt x="1" y="12873"/>
                  </a:lnTo>
                  <a:lnTo>
                    <a:pt x="1" y="13138"/>
                  </a:lnTo>
                  <a:lnTo>
                    <a:pt x="1" y="16589"/>
                  </a:lnTo>
                  <a:lnTo>
                    <a:pt x="1" y="18978"/>
                  </a:lnTo>
                  <a:lnTo>
                    <a:pt x="1" y="22428"/>
                  </a:lnTo>
                  <a:lnTo>
                    <a:pt x="1" y="22694"/>
                  </a:lnTo>
                  <a:lnTo>
                    <a:pt x="133" y="22959"/>
                  </a:lnTo>
                  <a:lnTo>
                    <a:pt x="399" y="23092"/>
                  </a:lnTo>
                  <a:lnTo>
                    <a:pt x="664" y="23092"/>
                  </a:lnTo>
                  <a:lnTo>
                    <a:pt x="4911" y="23357"/>
                  </a:lnTo>
                  <a:lnTo>
                    <a:pt x="4911" y="26940"/>
                  </a:lnTo>
                  <a:lnTo>
                    <a:pt x="4911" y="27073"/>
                  </a:lnTo>
                  <a:lnTo>
                    <a:pt x="4911" y="28135"/>
                  </a:lnTo>
                  <a:lnTo>
                    <a:pt x="4911" y="29595"/>
                  </a:lnTo>
                  <a:lnTo>
                    <a:pt x="5044" y="29727"/>
                  </a:lnTo>
                  <a:lnTo>
                    <a:pt x="5176" y="29860"/>
                  </a:lnTo>
                  <a:lnTo>
                    <a:pt x="9821" y="32647"/>
                  </a:lnTo>
                  <a:lnTo>
                    <a:pt x="10219" y="32647"/>
                  </a:lnTo>
                  <a:lnTo>
                    <a:pt x="10352" y="32780"/>
                  </a:lnTo>
                  <a:lnTo>
                    <a:pt x="10617" y="32780"/>
                  </a:lnTo>
                  <a:lnTo>
                    <a:pt x="10617" y="32647"/>
                  </a:lnTo>
                  <a:lnTo>
                    <a:pt x="10883" y="32647"/>
                  </a:lnTo>
                  <a:lnTo>
                    <a:pt x="15528" y="30391"/>
                  </a:lnTo>
                  <a:lnTo>
                    <a:pt x="16589" y="30391"/>
                  </a:lnTo>
                  <a:lnTo>
                    <a:pt x="18447" y="30922"/>
                  </a:lnTo>
                  <a:lnTo>
                    <a:pt x="20305" y="31320"/>
                  </a:lnTo>
                  <a:lnTo>
                    <a:pt x="20703" y="31453"/>
                  </a:lnTo>
                  <a:lnTo>
                    <a:pt x="20969" y="31983"/>
                  </a:lnTo>
                  <a:lnTo>
                    <a:pt x="21500" y="35036"/>
                  </a:lnTo>
                  <a:lnTo>
                    <a:pt x="21632" y="35168"/>
                  </a:lnTo>
                  <a:lnTo>
                    <a:pt x="21632" y="35301"/>
                  </a:lnTo>
                  <a:lnTo>
                    <a:pt x="21765" y="35434"/>
                  </a:lnTo>
                  <a:lnTo>
                    <a:pt x="21898" y="35434"/>
                  </a:lnTo>
                  <a:lnTo>
                    <a:pt x="22296" y="35567"/>
                  </a:lnTo>
                  <a:lnTo>
                    <a:pt x="29330" y="35567"/>
                  </a:lnTo>
                  <a:lnTo>
                    <a:pt x="29462" y="35434"/>
                  </a:lnTo>
                  <a:lnTo>
                    <a:pt x="29728" y="35301"/>
                  </a:lnTo>
                  <a:lnTo>
                    <a:pt x="29728" y="35036"/>
                  </a:lnTo>
                  <a:lnTo>
                    <a:pt x="30391" y="31983"/>
                  </a:lnTo>
                  <a:lnTo>
                    <a:pt x="30657" y="31453"/>
                  </a:lnTo>
                  <a:lnTo>
                    <a:pt x="31055" y="31320"/>
                  </a:lnTo>
                  <a:lnTo>
                    <a:pt x="32913" y="30922"/>
                  </a:lnTo>
                  <a:lnTo>
                    <a:pt x="34771" y="30391"/>
                  </a:lnTo>
                  <a:lnTo>
                    <a:pt x="35832" y="30391"/>
                  </a:lnTo>
                  <a:lnTo>
                    <a:pt x="40477" y="32647"/>
                  </a:lnTo>
                  <a:lnTo>
                    <a:pt x="41008" y="32780"/>
                  </a:lnTo>
                  <a:lnTo>
                    <a:pt x="41274" y="32647"/>
                  </a:lnTo>
                  <a:lnTo>
                    <a:pt x="41539" y="32647"/>
                  </a:lnTo>
                  <a:lnTo>
                    <a:pt x="46184" y="29860"/>
                  </a:lnTo>
                  <a:lnTo>
                    <a:pt x="46317" y="29727"/>
                  </a:lnTo>
                  <a:lnTo>
                    <a:pt x="46449" y="29595"/>
                  </a:lnTo>
                  <a:lnTo>
                    <a:pt x="46449" y="23357"/>
                  </a:lnTo>
                  <a:lnTo>
                    <a:pt x="50829" y="23092"/>
                  </a:lnTo>
                  <a:lnTo>
                    <a:pt x="51094" y="23092"/>
                  </a:lnTo>
                  <a:lnTo>
                    <a:pt x="51227" y="22959"/>
                  </a:lnTo>
                  <a:lnTo>
                    <a:pt x="51360" y="22694"/>
                  </a:lnTo>
                  <a:lnTo>
                    <a:pt x="51360" y="22428"/>
                  </a:lnTo>
                  <a:lnTo>
                    <a:pt x="51360" y="16058"/>
                  </a:lnTo>
                  <a:lnTo>
                    <a:pt x="51360" y="15925"/>
                  </a:lnTo>
                  <a:lnTo>
                    <a:pt x="51360" y="13138"/>
                  </a:lnTo>
                  <a:lnTo>
                    <a:pt x="51360" y="12873"/>
                  </a:lnTo>
                  <a:lnTo>
                    <a:pt x="51227" y="12740"/>
                  </a:lnTo>
                  <a:lnTo>
                    <a:pt x="51094" y="12608"/>
                  </a:lnTo>
                  <a:lnTo>
                    <a:pt x="50829" y="12475"/>
                  </a:lnTo>
                  <a:lnTo>
                    <a:pt x="46449" y="12210"/>
                  </a:lnTo>
                  <a:lnTo>
                    <a:pt x="46449" y="6105"/>
                  </a:lnTo>
                  <a:lnTo>
                    <a:pt x="46317" y="5839"/>
                  </a:lnTo>
                  <a:lnTo>
                    <a:pt x="46184" y="5707"/>
                  </a:lnTo>
                  <a:lnTo>
                    <a:pt x="41539" y="3052"/>
                  </a:lnTo>
                  <a:lnTo>
                    <a:pt x="41008" y="2920"/>
                  </a:lnTo>
                  <a:lnTo>
                    <a:pt x="40477" y="2920"/>
                  </a:lnTo>
                  <a:lnTo>
                    <a:pt x="35832" y="5176"/>
                  </a:lnTo>
                  <a:lnTo>
                    <a:pt x="35302" y="5309"/>
                  </a:lnTo>
                  <a:lnTo>
                    <a:pt x="34771" y="5176"/>
                  </a:lnTo>
                  <a:lnTo>
                    <a:pt x="32913" y="4778"/>
                  </a:lnTo>
                  <a:lnTo>
                    <a:pt x="31055" y="4380"/>
                  </a:lnTo>
                  <a:lnTo>
                    <a:pt x="30657" y="4114"/>
                  </a:lnTo>
                  <a:lnTo>
                    <a:pt x="30391" y="3716"/>
                  </a:lnTo>
                  <a:lnTo>
                    <a:pt x="29728" y="531"/>
                  </a:lnTo>
                  <a:lnTo>
                    <a:pt x="29728" y="398"/>
                  </a:lnTo>
                  <a:lnTo>
                    <a:pt x="29595" y="133"/>
                  </a:lnTo>
                  <a:lnTo>
                    <a:pt x="2933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58"/>
            <p:cNvSpPr/>
            <p:nvPr/>
          </p:nvSpPr>
          <p:spPr>
            <a:xfrm>
              <a:off x="6257600" y="3719888"/>
              <a:ext cx="851549" cy="589701"/>
            </a:xfrm>
            <a:custGeom>
              <a:rect b="b" l="l" r="r" t="t"/>
              <a:pathLst>
                <a:path extrusionOk="0" fill="none" h="35567" w="51360">
                  <a:moveTo>
                    <a:pt x="51360" y="15925"/>
                  </a:moveTo>
                  <a:lnTo>
                    <a:pt x="51360" y="13138"/>
                  </a:lnTo>
                  <a:lnTo>
                    <a:pt x="51360" y="13138"/>
                  </a:lnTo>
                  <a:lnTo>
                    <a:pt x="51360" y="12873"/>
                  </a:lnTo>
                  <a:lnTo>
                    <a:pt x="51227" y="12740"/>
                  </a:lnTo>
                  <a:lnTo>
                    <a:pt x="51094" y="12608"/>
                  </a:lnTo>
                  <a:lnTo>
                    <a:pt x="50829" y="12475"/>
                  </a:lnTo>
                  <a:lnTo>
                    <a:pt x="46449" y="12210"/>
                  </a:lnTo>
                  <a:lnTo>
                    <a:pt x="46449" y="5972"/>
                  </a:lnTo>
                  <a:lnTo>
                    <a:pt x="46449" y="6105"/>
                  </a:lnTo>
                  <a:lnTo>
                    <a:pt x="46449" y="6105"/>
                  </a:lnTo>
                  <a:lnTo>
                    <a:pt x="46317" y="5839"/>
                  </a:lnTo>
                  <a:lnTo>
                    <a:pt x="46184" y="5707"/>
                  </a:lnTo>
                  <a:lnTo>
                    <a:pt x="41539" y="3052"/>
                  </a:lnTo>
                  <a:lnTo>
                    <a:pt x="41539" y="3052"/>
                  </a:lnTo>
                  <a:lnTo>
                    <a:pt x="41008" y="2920"/>
                  </a:lnTo>
                  <a:lnTo>
                    <a:pt x="40477" y="2920"/>
                  </a:lnTo>
                  <a:lnTo>
                    <a:pt x="35832" y="5176"/>
                  </a:lnTo>
                  <a:lnTo>
                    <a:pt x="35832" y="5176"/>
                  </a:lnTo>
                  <a:lnTo>
                    <a:pt x="35302" y="5309"/>
                  </a:lnTo>
                  <a:lnTo>
                    <a:pt x="34771" y="5176"/>
                  </a:lnTo>
                  <a:lnTo>
                    <a:pt x="34771" y="5176"/>
                  </a:lnTo>
                  <a:lnTo>
                    <a:pt x="32913" y="4778"/>
                  </a:lnTo>
                  <a:lnTo>
                    <a:pt x="31055" y="4380"/>
                  </a:lnTo>
                  <a:lnTo>
                    <a:pt x="31055" y="4380"/>
                  </a:lnTo>
                  <a:lnTo>
                    <a:pt x="30657" y="4114"/>
                  </a:lnTo>
                  <a:lnTo>
                    <a:pt x="30391" y="3716"/>
                  </a:lnTo>
                  <a:lnTo>
                    <a:pt x="29728" y="531"/>
                  </a:lnTo>
                  <a:lnTo>
                    <a:pt x="29728" y="531"/>
                  </a:lnTo>
                  <a:lnTo>
                    <a:pt x="29728" y="398"/>
                  </a:lnTo>
                  <a:lnTo>
                    <a:pt x="29595" y="133"/>
                  </a:lnTo>
                  <a:lnTo>
                    <a:pt x="29330" y="0"/>
                  </a:lnTo>
                  <a:lnTo>
                    <a:pt x="29064" y="0"/>
                  </a:lnTo>
                  <a:lnTo>
                    <a:pt x="22296" y="0"/>
                  </a:lnTo>
                  <a:lnTo>
                    <a:pt x="22296" y="0"/>
                  </a:lnTo>
                  <a:lnTo>
                    <a:pt x="22031" y="0"/>
                  </a:lnTo>
                  <a:lnTo>
                    <a:pt x="21765" y="133"/>
                  </a:lnTo>
                  <a:lnTo>
                    <a:pt x="21632" y="398"/>
                  </a:lnTo>
                  <a:lnTo>
                    <a:pt x="21500" y="531"/>
                  </a:lnTo>
                  <a:lnTo>
                    <a:pt x="20969" y="3716"/>
                  </a:lnTo>
                  <a:lnTo>
                    <a:pt x="20969" y="3716"/>
                  </a:lnTo>
                  <a:lnTo>
                    <a:pt x="20703" y="4114"/>
                  </a:lnTo>
                  <a:lnTo>
                    <a:pt x="20305" y="4380"/>
                  </a:lnTo>
                  <a:lnTo>
                    <a:pt x="20305" y="4380"/>
                  </a:lnTo>
                  <a:lnTo>
                    <a:pt x="18447" y="4778"/>
                  </a:lnTo>
                  <a:lnTo>
                    <a:pt x="16589" y="5176"/>
                  </a:lnTo>
                  <a:lnTo>
                    <a:pt x="16589" y="5176"/>
                  </a:lnTo>
                  <a:lnTo>
                    <a:pt x="16059" y="5309"/>
                  </a:lnTo>
                  <a:lnTo>
                    <a:pt x="15528" y="5176"/>
                  </a:lnTo>
                  <a:lnTo>
                    <a:pt x="10883" y="2920"/>
                  </a:lnTo>
                  <a:lnTo>
                    <a:pt x="10883" y="2920"/>
                  </a:lnTo>
                  <a:lnTo>
                    <a:pt x="10352" y="2920"/>
                  </a:lnTo>
                  <a:lnTo>
                    <a:pt x="9821" y="3052"/>
                  </a:lnTo>
                  <a:lnTo>
                    <a:pt x="5176" y="5707"/>
                  </a:lnTo>
                  <a:lnTo>
                    <a:pt x="5176" y="5707"/>
                  </a:lnTo>
                  <a:lnTo>
                    <a:pt x="5044" y="5839"/>
                  </a:lnTo>
                  <a:lnTo>
                    <a:pt x="4911" y="5972"/>
                  </a:lnTo>
                  <a:lnTo>
                    <a:pt x="4911" y="5972"/>
                  </a:lnTo>
                  <a:lnTo>
                    <a:pt x="4911" y="12210"/>
                  </a:lnTo>
                  <a:lnTo>
                    <a:pt x="531" y="12475"/>
                  </a:lnTo>
                  <a:lnTo>
                    <a:pt x="531" y="12475"/>
                  </a:lnTo>
                  <a:lnTo>
                    <a:pt x="266" y="12608"/>
                  </a:lnTo>
                  <a:lnTo>
                    <a:pt x="133" y="12740"/>
                  </a:lnTo>
                  <a:lnTo>
                    <a:pt x="1" y="12873"/>
                  </a:lnTo>
                  <a:lnTo>
                    <a:pt x="1" y="13138"/>
                  </a:lnTo>
                  <a:lnTo>
                    <a:pt x="1" y="16589"/>
                  </a:lnTo>
                  <a:lnTo>
                    <a:pt x="1" y="16589"/>
                  </a:lnTo>
                  <a:lnTo>
                    <a:pt x="1" y="18978"/>
                  </a:lnTo>
                  <a:lnTo>
                    <a:pt x="1" y="18978"/>
                  </a:lnTo>
                  <a:lnTo>
                    <a:pt x="1" y="22428"/>
                  </a:lnTo>
                  <a:lnTo>
                    <a:pt x="1" y="22428"/>
                  </a:lnTo>
                  <a:lnTo>
                    <a:pt x="1" y="22428"/>
                  </a:lnTo>
                  <a:lnTo>
                    <a:pt x="1" y="22428"/>
                  </a:lnTo>
                  <a:lnTo>
                    <a:pt x="1" y="22694"/>
                  </a:lnTo>
                  <a:lnTo>
                    <a:pt x="1" y="22694"/>
                  </a:lnTo>
                  <a:lnTo>
                    <a:pt x="133" y="22959"/>
                  </a:lnTo>
                  <a:lnTo>
                    <a:pt x="133" y="22959"/>
                  </a:lnTo>
                  <a:lnTo>
                    <a:pt x="399" y="23092"/>
                  </a:lnTo>
                  <a:lnTo>
                    <a:pt x="531" y="23092"/>
                  </a:lnTo>
                  <a:lnTo>
                    <a:pt x="664" y="23092"/>
                  </a:lnTo>
                  <a:lnTo>
                    <a:pt x="4911" y="23357"/>
                  </a:lnTo>
                  <a:lnTo>
                    <a:pt x="4911" y="23357"/>
                  </a:lnTo>
                  <a:lnTo>
                    <a:pt x="4911" y="26940"/>
                  </a:lnTo>
                  <a:lnTo>
                    <a:pt x="4911" y="26940"/>
                  </a:lnTo>
                  <a:lnTo>
                    <a:pt x="4911" y="26940"/>
                  </a:lnTo>
                  <a:lnTo>
                    <a:pt x="4911" y="27073"/>
                  </a:lnTo>
                  <a:lnTo>
                    <a:pt x="4911" y="28135"/>
                  </a:lnTo>
                  <a:lnTo>
                    <a:pt x="4911" y="29595"/>
                  </a:lnTo>
                  <a:lnTo>
                    <a:pt x="4911" y="29595"/>
                  </a:lnTo>
                  <a:lnTo>
                    <a:pt x="4911" y="29595"/>
                  </a:lnTo>
                  <a:lnTo>
                    <a:pt x="5044" y="29727"/>
                  </a:lnTo>
                  <a:lnTo>
                    <a:pt x="5044" y="29727"/>
                  </a:lnTo>
                  <a:lnTo>
                    <a:pt x="5044" y="29727"/>
                  </a:lnTo>
                  <a:lnTo>
                    <a:pt x="5176" y="29860"/>
                  </a:lnTo>
                  <a:lnTo>
                    <a:pt x="9821" y="32647"/>
                  </a:lnTo>
                  <a:lnTo>
                    <a:pt x="9821" y="32647"/>
                  </a:lnTo>
                  <a:lnTo>
                    <a:pt x="9821" y="32647"/>
                  </a:lnTo>
                  <a:lnTo>
                    <a:pt x="10219" y="32647"/>
                  </a:lnTo>
                  <a:lnTo>
                    <a:pt x="10352" y="32780"/>
                  </a:lnTo>
                  <a:lnTo>
                    <a:pt x="10352" y="32780"/>
                  </a:lnTo>
                  <a:lnTo>
                    <a:pt x="10617" y="32780"/>
                  </a:lnTo>
                  <a:lnTo>
                    <a:pt x="10617" y="32647"/>
                  </a:lnTo>
                  <a:lnTo>
                    <a:pt x="10617" y="32647"/>
                  </a:lnTo>
                  <a:lnTo>
                    <a:pt x="10883" y="32647"/>
                  </a:lnTo>
                  <a:lnTo>
                    <a:pt x="15528" y="30391"/>
                  </a:lnTo>
                  <a:lnTo>
                    <a:pt x="15528" y="30391"/>
                  </a:lnTo>
                  <a:lnTo>
                    <a:pt x="16059" y="30391"/>
                  </a:lnTo>
                  <a:lnTo>
                    <a:pt x="16589" y="30391"/>
                  </a:lnTo>
                  <a:lnTo>
                    <a:pt x="16589" y="30391"/>
                  </a:lnTo>
                  <a:lnTo>
                    <a:pt x="18447" y="30922"/>
                  </a:lnTo>
                  <a:lnTo>
                    <a:pt x="20305" y="31320"/>
                  </a:lnTo>
                  <a:lnTo>
                    <a:pt x="20305" y="31320"/>
                  </a:lnTo>
                  <a:lnTo>
                    <a:pt x="20703" y="31453"/>
                  </a:lnTo>
                  <a:lnTo>
                    <a:pt x="20969" y="31983"/>
                  </a:lnTo>
                  <a:lnTo>
                    <a:pt x="21500" y="35036"/>
                  </a:lnTo>
                  <a:lnTo>
                    <a:pt x="21500" y="35036"/>
                  </a:lnTo>
                  <a:lnTo>
                    <a:pt x="21632" y="35168"/>
                  </a:lnTo>
                  <a:lnTo>
                    <a:pt x="21632" y="35301"/>
                  </a:lnTo>
                  <a:lnTo>
                    <a:pt x="21765" y="35434"/>
                  </a:lnTo>
                  <a:lnTo>
                    <a:pt x="21898" y="35434"/>
                  </a:lnTo>
                  <a:lnTo>
                    <a:pt x="21898" y="35434"/>
                  </a:lnTo>
                  <a:lnTo>
                    <a:pt x="22296" y="35567"/>
                  </a:lnTo>
                  <a:lnTo>
                    <a:pt x="29064" y="35567"/>
                  </a:lnTo>
                  <a:lnTo>
                    <a:pt x="29064" y="35567"/>
                  </a:lnTo>
                  <a:lnTo>
                    <a:pt x="29330" y="35567"/>
                  </a:lnTo>
                  <a:lnTo>
                    <a:pt x="29462" y="35434"/>
                  </a:lnTo>
                  <a:lnTo>
                    <a:pt x="29462" y="35434"/>
                  </a:lnTo>
                  <a:lnTo>
                    <a:pt x="29462" y="35434"/>
                  </a:lnTo>
                  <a:lnTo>
                    <a:pt x="29728" y="35301"/>
                  </a:lnTo>
                  <a:lnTo>
                    <a:pt x="29728" y="35036"/>
                  </a:lnTo>
                  <a:lnTo>
                    <a:pt x="30391" y="31983"/>
                  </a:lnTo>
                  <a:lnTo>
                    <a:pt x="30391" y="31983"/>
                  </a:lnTo>
                  <a:lnTo>
                    <a:pt x="30657" y="31453"/>
                  </a:lnTo>
                  <a:lnTo>
                    <a:pt x="31055" y="31320"/>
                  </a:lnTo>
                  <a:lnTo>
                    <a:pt x="31055" y="31320"/>
                  </a:lnTo>
                  <a:lnTo>
                    <a:pt x="32913" y="30922"/>
                  </a:lnTo>
                  <a:lnTo>
                    <a:pt x="34771" y="30391"/>
                  </a:lnTo>
                  <a:lnTo>
                    <a:pt x="34771" y="30391"/>
                  </a:lnTo>
                  <a:lnTo>
                    <a:pt x="35302" y="30391"/>
                  </a:lnTo>
                  <a:lnTo>
                    <a:pt x="35832" y="30391"/>
                  </a:lnTo>
                  <a:lnTo>
                    <a:pt x="40477" y="32647"/>
                  </a:lnTo>
                  <a:lnTo>
                    <a:pt x="40477" y="32647"/>
                  </a:lnTo>
                  <a:lnTo>
                    <a:pt x="41008" y="32780"/>
                  </a:lnTo>
                  <a:lnTo>
                    <a:pt x="41008" y="32780"/>
                  </a:lnTo>
                  <a:lnTo>
                    <a:pt x="41008" y="32780"/>
                  </a:lnTo>
                  <a:lnTo>
                    <a:pt x="41274" y="32647"/>
                  </a:lnTo>
                  <a:lnTo>
                    <a:pt x="41539" y="32647"/>
                  </a:lnTo>
                  <a:lnTo>
                    <a:pt x="46184" y="29860"/>
                  </a:lnTo>
                  <a:lnTo>
                    <a:pt x="46184" y="29860"/>
                  </a:lnTo>
                  <a:lnTo>
                    <a:pt x="46317" y="29727"/>
                  </a:lnTo>
                  <a:lnTo>
                    <a:pt x="46449" y="29595"/>
                  </a:lnTo>
                  <a:lnTo>
                    <a:pt x="46449" y="29595"/>
                  </a:lnTo>
                  <a:lnTo>
                    <a:pt x="46449" y="23357"/>
                  </a:lnTo>
                  <a:lnTo>
                    <a:pt x="50829" y="23092"/>
                  </a:lnTo>
                  <a:lnTo>
                    <a:pt x="50829" y="23092"/>
                  </a:lnTo>
                  <a:lnTo>
                    <a:pt x="51094" y="23092"/>
                  </a:lnTo>
                  <a:lnTo>
                    <a:pt x="51227" y="22959"/>
                  </a:lnTo>
                  <a:lnTo>
                    <a:pt x="51360" y="22694"/>
                  </a:lnTo>
                  <a:lnTo>
                    <a:pt x="51360" y="22428"/>
                  </a:lnTo>
                  <a:lnTo>
                    <a:pt x="51360" y="16058"/>
                  </a:lnTo>
                  <a:lnTo>
                    <a:pt x="51360" y="159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58"/>
            <p:cNvSpPr/>
            <p:nvPr/>
          </p:nvSpPr>
          <p:spPr>
            <a:xfrm>
              <a:off x="6537039" y="3990523"/>
              <a:ext cx="292670" cy="81424"/>
            </a:xfrm>
            <a:custGeom>
              <a:rect b="b" l="l" r="r" t="t"/>
              <a:pathLst>
                <a:path extrusionOk="0" fill="none" h="4911" w="17652">
                  <a:moveTo>
                    <a:pt x="17651" y="2522"/>
                  </a:moveTo>
                  <a:lnTo>
                    <a:pt x="17651" y="2522"/>
                  </a:lnTo>
                  <a:lnTo>
                    <a:pt x="16722" y="3053"/>
                  </a:lnTo>
                  <a:lnTo>
                    <a:pt x="16722" y="3053"/>
                  </a:lnTo>
                  <a:lnTo>
                    <a:pt x="14997" y="3849"/>
                  </a:lnTo>
                  <a:lnTo>
                    <a:pt x="13006" y="4513"/>
                  </a:lnTo>
                  <a:lnTo>
                    <a:pt x="10883" y="4778"/>
                  </a:lnTo>
                  <a:lnTo>
                    <a:pt x="8760" y="4911"/>
                  </a:lnTo>
                  <a:lnTo>
                    <a:pt x="6636" y="4778"/>
                  </a:lnTo>
                  <a:lnTo>
                    <a:pt x="4646" y="4513"/>
                  </a:lnTo>
                  <a:lnTo>
                    <a:pt x="2655" y="3849"/>
                  </a:lnTo>
                  <a:lnTo>
                    <a:pt x="930" y="3053"/>
                  </a:lnTo>
                  <a:lnTo>
                    <a:pt x="930" y="3053"/>
                  </a:lnTo>
                  <a:lnTo>
                    <a:pt x="1" y="2522"/>
                  </a:lnTo>
                  <a:lnTo>
                    <a:pt x="1" y="2522"/>
                  </a:lnTo>
                  <a:lnTo>
                    <a:pt x="930" y="1858"/>
                  </a:lnTo>
                  <a:lnTo>
                    <a:pt x="930" y="1858"/>
                  </a:lnTo>
                  <a:lnTo>
                    <a:pt x="2655" y="1062"/>
                  </a:lnTo>
                  <a:lnTo>
                    <a:pt x="4646" y="531"/>
                  </a:lnTo>
                  <a:lnTo>
                    <a:pt x="6636" y="133"/>
                  </a:lnTo>
                  <a:lnTo>
                    <a:pt x="8760" y="1"/>
                  </a:lnTo>
                  <a:lnTo>
                    <a:pt x="10883" y="133"/>
                  </a:lnTo>
                  <a:lnTo>
                    <a:pt x="13006" y="531"/>
                  </a:lnTo>
                  <a:lnTo>
                    <a:pt x="14997" y="1062"/>
                  </a:lnTo>
                  <a:lnTo>
                    <a:pt x="16722" y="1858"/>
                  </a:lnTo>
                  <a:lnTo>
                    <a:pt x="16722" y="1858"/>
                  </a:lnTo>
                  <a:lnTo>
                    <a:pt x="17651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58"/>
            <p:cNvSpPr/>
            <p:nvPr/>
          </p:nvSpPr>
          <p:spPr>
            <a:xfrm>
              <a:off x="6257600" y="3999327"/>
              <a:ext cx="851549" cy="310262"/>
            </a:xfrm>
            <a:custGeom>
              <a:rect b="b" l="l" r="r" t="t"/>
              <a:pathLst>
                <a:path extrusionOk="0" h="18713" w="51360">
                  <a:moveTo>
                    <a:pt x="1" y="0"/>
                  </a:moveTo>
                  <a:lnTo>
                    <a:pt x="1" y="5574"/>
                  </a:lnTo>
                  <a:lnTo>
                    <a:pt x="1" y="5840"/>
                  </a:lnTo>
                  <a:lnTo>
                    <a:pt x="133" y="6105"/>
                  </a:lnTo>
                  <a:lnTo>
                    <a:pt x="266" y="6238"/>
                  </a:lnTo>
                  <a:lnTo>
                    <a:pt x="664" y="6238"/>
                  </a:lnTo>
                  <a:lnTo>
                    <a:pt x="4115" y="6503"/>
                  </a:lnTo>
                  <a:lnTo>
                    <a:pt x="4911" y="6503"/>
                  </a:lnTo>
                  <a:lnTo>
                    <a:pt x="4911" y="6901"/>
                  </a:lnTo>
                  <a:lnTo>
                    <a:pt x="5044" y="6636"/>
                  </a:lnTo>
                  <a:lnTo>
                    <a:pt x="5176" y="6503"/>
                  </a:lnTo>
                  <a:lnTo>
                    <a:pt x="8760" y="3849"/>
                  </a:lnTo>
                  <a:lnTo>
                    <a:pt x="9025" y="3716"/>
                  </a:lnTo>
                  <a:lnTo>
                    <a:pt x="9025" y="3584"/>
                  </a:lnTo>
                  <a:lnTo>
                    <a:pt x="9025" y="3318"/>
                  </a:lnTo>
                  <a:lnTo>
                    <a:pt x="8892" y="3185"/>
                  </a:lnTo>
                  <a:lnTo>
                    <a:pt x="8096" y="2256"/>
                  </a:lnTo>
                  <a:lnTo>
                    <a:pt x="7565" y="1327"/>
                  </a:lnTo>
                  <a:lnTo>
                    <a:pt x="7167" y="929"/>
                  </a:lnTo>
                  <a:lnTo>
                    <a:pt x="6769" y="797"/>
                  </a:lnTo>
                  <a:lnTo>
                    <a:pt x="531" y="399"/>
                  </a:lnTo>
                  <a:lnTo>
                    <a:pt x="266" y="266"/>
                  </a:lnTo>
                  <a:lnTo>
                    <a:pt x="133" y="133"/>
                  </a:lnTo>
                  <a:lnTo>
                    <a:pt x="1" y="0"/>
                  </a:lnTo>
                  <a:close/>
                  <a:moveTo>
                    <a:pt x="51360" y="0"/>
                  </a:moveTo>
                  <a:lnTo>
                    <a:pt x="51227" y="133"/>
                  </a:lnTo>
                  <a:lnTo>
                    <a:pt x="51094" y="266"/>
                  </a:lnTo>
                  <a:lnTo>
                    <a:pt x="50829" y="399"/>
                  </a:lnTo>
                  <a:lnTo>
                    <a:pt x="44591" y="797"/>
                  </a:lnTo>
                  <a:lnTo>
                    <a:pt x="44193" y="929"/>
                  </a:lnTo>
                  <a:lnTo>
                    <a:pt x="43795" y="1327"/>
                  </a:lnTo>
                  <a:lnTo>
                    <a:pt x="43132" y="2256"/>
                  </a:lnTo>
                  <a:lnTo>
                    <a:pt x="42468" y="3185"/>
                  </a:lnTo>
                  <a:lnTo>
                    <a:pt x="42335" y="3318"/>
                  </a:lnTo>
                  <a:lnTo>
                    <a:pt x="42335" y="3584"/>
                  </a:lnTo>
                  <a:lnTo>
                    <a:pt x="42335" y="3716"/>
                  </a:lnTo>
                  <a:lnTo>
                    <a:pt x="42468" y="3849"/>
                  </a:lnTo>
                  <a:lnTo>
                    <a:pt x="46184" y="6503"/>
                  </a:lnTo>
                  <a:lnTo>
                    <a:pt x="46317" y="6636"/>
                  </a:lnTo>
                  <a:lnTo>
                    <a:pt x="46449" y="6901"/>
                  </a:lnTo>
                  <a:lnTo>
                    <a:pt x="46449" y="6503"/>
                  </a:lnTo>
                  <a:lnTo>
                    <a:pt x="50829" y="6238"/>
                  </a:lnTo>
                  <a:lnTo>
                    <a:pt x="51094" y="6238"/>
                  </a:lnTo>
                  <a:lnTo>
                    <a:pt x="51227" y="6105"/>
                  </a:lnTo>
                  <a:lnTo>
                    <a:pt x="51360" y="5840"/>
                  </a:lnTo>
                  <a:lnTo>
                    <a:pt x="51360" y="5574"/>
                  </a:lnTo>
                  <a:lnTo>
                    <a:pt x="51360" y="0"/>
                  </a:lnTo>
                  <a:close/>
                  <a:moveTo>
                    <a:pt x="4911" y="6901"/>
                  </a:moveTo>
                  <a:lnTo>
                    <a:pt x="4911" y="10086"/>
                  </a:lnTo>
                  <a:lnTo>
                    <a:pt x="4911" y="11281"/>
                  </a:lnTo>
                  <a:lnTo>
                    <a:pt x="4911" y="12741"/>
                  </a:lnTo>
                  <a:lnTo>
                    <a:pt x="5044" y="12873"/>
                  </a:lnTo>
                  <a:lnTo>
                    <a:pt x="5044" y="13006"/>
                  </a:lnTo>
                  <a:lnTo>
                    <a:pt x="5176" y="13006"/>
                  </a:lnTo>
                  <a:lnTo>
                    <a:pt x="9821" y="15793"/>
                  </a:lnTo>
                  <a:lnTo>
                    <a:pt x="10219" y="15793"/>
                  </a:lnTo>
                  <a:lnTo>
                    <a:pt x="10485" y="15926"/>
                  </a:lnTo>
                  <a:lnTo>
                    <a:pt x="10617" y="15926"/>
                  </a:lnTo>
                  <a:lnTo>
                    <a:pt x="10617" y="15793"/>
                  </a:lnTo>
                  <a:lnTo>
                    <a:pt x="10883" y="15793"/>
                  </a:lnTo>
                  <a:lnTo>
                    <a:pt x="15528" y="13537"/>
                  </a:lnTo>
                  <a:lnTo>
                    <a:pt x="16589" y="13537"/>
                  </a:lnTo>
                  <a:lnTo>
                    <a:pt x="18447" y="14068"/>
                  </a:lnTo>
                  <a:lnTo>
                    <a:pt x="20305" y="14466"/>
                  </a:lnTo>
                  <a:lnTo>
                    <a:pt x="20703" y="14599"/>
                  </a:lnTo>
                  <a:lnTo>
                    <a:pt x="20836" y="14864"/>
                  </a:lnTo>
                  <a:lnTo>
                    <a:pt x="20969" y="15129"/>
                  </a:lnTo>
                  <a:lnTo>
                    <a:pt x="21500" y="18182"/>
                  </a:lnTo>
                  <a:lnTo>
                    <a:pt x="21632" y="18314"/>
                  </a:lnTo>
                  <a:lnTo>
                    <a:pt x="21632" y="18447"/>
                  </a:lnTo>
                  <a:lnTo>
                    <a:pt x="21898" y="18580"/>
                  </a:lnTo>
                  <a:lnTo>
                    <a:pt x="22163" y="18713"/>
                  </a:lnTo>
                  <a:lnTo>
                    <a:pt x="29330" y="18713"/>
                  </a:lnTo>
                  <a:lnTo>
                    <a:pt x="29462" y="18580"/>
                  </a:lnTo>
                  <a:lnTo>
                    <a:pt x="29728" y="18447"/>
                  </a:lnTo>
                  <a:lnTo>
                    <a:pt x="29728" y="18182"/>
                  </a:lnTo>
                  <a:lnTo>
                    <a:pt x="30391" y="15129"/>
                  </a:lnTo>
                  <a:lnTo>
                    <a:pt x="30524" y="14731"/>
                  </a:lnTo>
                  <a:lnTo>
                    <a:pt x="30789" y="14599"/>
                  </a:lnTo>
                  <a:lnTo>
                    <a:pt x="30789" y="14466"/>
                  </a:lnTo>
                  <a:lnTo>
                    <a:pt x="31055" y="14466"/>
                  </a:lnTo>
                  <a:lnTo>
                    <a:pt x="32913" y="14068"/>
                  </a:lnTo>
                  <a:lnTo>
                    <a:pt x="34771" y="13537"/>
                  </a:lnTo>
                  <a:lnTo>
                    <a:pt x="35832" y="13537"/>
                  </a:lnTo>
                  <a:lnTo>
                    <a:pt x="40477" y="15793"/>
                  </a:lnTo>
                  <a:lnTo>
                    <a:pt x="41008" y="15926"/>
                  </a:lnTo>
                  <a:lnTo>
                    <a:pt x="41274" y="15793"/>
                  </a:lnTo>
                  <a:lnTo>
                    <a:pt x="41539" y="15793"/>
                  </a:lnTo>
                  <a:lnTo>
                    <a:pt x="46184" y="13006"/>
                  </a:lnTo>
                  <a:lnTo>
                    <a:pt x="46317" y="12873"/>
                  </a:lnTo>
                  <a:lnTo>
                    <a:pt x="46449" y="12741"/>
                  </a:lnTo>
                  <a:lnTo>
                    <a:pt x="46449" y="6901"/>
                  </a:lnTo>
                  <a:lnTo>
                    <a:pt x="46317" y="7034"/>
                  </a:lnTo>
                  <a:lnTo>
                    <a:pt x="46184" y="7167"/>
                  </a:lnTo>
                  <a:lnTo>
                    <a:pt x="41539" y="9821"/>
                  </a:lnTo>
                  <a:lnTo>
                    <a:pt x="41008" y="9954"/>
                  </a:lnTo>
                  <a:lnTo>
                    <a:pt x="40477" y="9954"/>
                  </a:lnTo>
                  <a:lnTo>
                    <a:pt x="35832" y="7698"/>
                  </a:lnTo>
                  <a:lnTo>
                    <a:pt x="35302" y="7565"/>
                  </a:lnTo>
                  <a:lnTo>
                    <a:pt x="34771" y="7698"/>
                  </a:lnTo>
                  <a:lnTo>
                    <a:pt x="32913" y="8096"/>
                  </a:lnTo>
                  <a:lnTo>
                    <a:pt x="31055" y="8494"/>
                  </a:lnTo>
                  <a:lnTo>
                    <a:pt x="30657" y="8759"/>
                  </a:lnTo>
                  <a:lnTo>
                    <a:pt x="30391" y="9157"/>
                  </a:lnTo>
                  <a:lnTo>
                    <a:pt x="29728" y="12342"/>
                  </a:lnTo>
                  <a:lnTo>
                    <a:pt x="29728" y="12475"/>
                  </a:lnTo>
                  <a:lnTo>
                    <a:pt x="29595" y="12741"/>
                  </a:lnTo>
                  <a:lnTo>
                    <a:pt x="29330" y="12873"/>
                  </a:lnTo>
                  <a:lnTo>
                    <a:pt x="22031" y="12873"/>
                  </a:lnTo>
                  <a:lnTo>
                    <a:pt x="21765" y="12741"/>
                  </a:lnTo>
                  <a:lnTo>
                    <a:pt x="21632" y="12475"/>
                  </a:lnTo>
                  <a:lnTo>
                    <a:pt x="21500" y="12342"/>
                  </a:lnTo>
                  <a:lnTo>
                    <a:pt x="20969" y="9157"/>
                  </a:lnTo>
                  <a:lnTo>
                    <a:pt x="20703" y="8759"/>
                  </a:lnTo>
                  <a:lnTo>
                    <a:pt x="20305" y="8494"/>
                  </a:lnTo>
                  <a:lnTo>
                    <a:pt x="18447" y="8096"/>
                  </a:lnTo>
                  <a:lnTo>
                    <a:pt x="16589" y="7698"/>
                  </a:lnTo>
                  <a:lnTo>
                    <a:pt x="16059" y="7565"/>
                  </a:lnTo>
                  <a:lnTo>
                    <a:pt x="15528" y="7698"/>
                  </a:lnTo>
                  <a:lnTo>
                    <a:pt x="10883" y="9954"/>
                  </a:lnTo>
                  <a:lnTo>
                    <a:pt x="10352" y="9954"/>
                  </a:lnTo>
                  <a:lnTo>
                    <a:pt x="9821" y="9821"/>
                  </a:lnTo>
                  <a:lnTo>
                    <a:pt x="5176" y="7167"/>
                  </a:lnTo>
                  <a:lnTo>
                    <a:pt x="5044" y="7034"/>
                  </a:lnTo>
                  <a:lnTo>
                    <a:pt x="4911" y="690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58"/>
            <p:cNvSpPr/>
            <p:nvPr/>
          </p:nvSpPr>
          <p:spPr>
            <a:xfrm>
              <a:off x="6257600" y="3983924"/>
              <a:ext cx="851549" cy="325664"/>
            </a:xfrm>
            <a:custGeom>
              <a:rect b="b" l="l" r="r" t="t"/>
              <a:pathLst>
                <a:path extrusionOk="0" fill="none" h="19642" w="51360">
                  <a:moveTo>
                    <a:pt x="51360" y="133"/>
                  </a:moveTo>
                  <a:lnTo>
                    <a:pt x="51360" y="6503"/>
                  </a:lnTo>
                  <a:lnTo>
                    <a:pt x="51360" y="6503"/>
                  </a:lnTo>
                  <a:lnTo>
                    <a:pt x="51360" y="6769"/>
                  </a:lnTo>
                  <a:lnTo>
                    <a:pt x="51227" y="7034"/>
                  </a:lnTo>
                  <a:lnTo>
                    <a:pt x="51094" y="7167"/>
                  </a:lnTo>
                  <a:lnTo>
                    <a:pt x="50829" y="7167"/>
                  </a:lnTo>
                  <a:lnTo>
                    <a:pt x="46449" y="7432"/>
                  </a:lnTo>
                  <a:lnTo>
                    <a:pt x="46449" y="13670"/>
                  </a:lnTo>
                  <a:lnTo>
                    <a:pt x="46449" y="13670"/>
                  </a:lnTo>
                  <a:lnTo>
                    <a:pt x="46317" y="13802"/>
                  </a:lnTo>
                  <a:lnTo>
                    <a:pt x="46184" y="13935"/>
                  </a:lnTo>
                  <a:lnTo>
                    <a:pt x="41539" y="16722"/>
                  </a:lnTo>
                  <a:lnTo>
                    <a:pt x="41539" y="16722"/>
                  </a:lnTo>
                  <a:lnTo>
                    <a:pt x="41274" y="16722"/>
                  </a:lnTo>
                  <a:lnTo>
                    <a:pt x="41008" y="16855"/>
                  </a:lnTo>
                  <a:lnTo>
                    <a:pt x="41008" y="16855"/>
                  </a:lnTo>
                  <a:lnTo>
                    <a:pt x="41008" y="16855"/>
                  </a:lnTo>
                  <a:lnTo>
                    <a:pt x="40477" y="16722"/>
                  </a:lnTo>
                  <a:lnTo>
                    <a:pt x="35832" y="14466"/>
                  </a:lnTo>
                  <a:lnTo>
                    <a:pt x="35832" y="14466"/>
                  </a:lnTo>
                  <a:lnTo>
                    <a:pt x="35302" y="14466"/>
                  </a:lnTo>
                  <a:lnTo>
                    <a:pt x="35302" y="14466"/>
                  </a:lnTo>
                  <a:lnTo>
                    <a:pt x="35302" y="14466"/>
                  </a:lnTo>
                  <a:lnTo>
                    <a:pt x="34771" y="14466"/>
                  </a:lnTo>
                  <a:lnTo>
                    <a:pt x="34771" y="14466"/>
                  </a:lnTo>
                  <a:lnTo>
                    <a:pt x="32913" y="14997"/>
                  </a:lnTo>
                  <a:lnTo>
                    <a:pt x="31055" y="15395"/>
                  </a:lnTo>
                  <a:lnTo>
                    <a:pt x="31055" y="15395"/>
                  </a:lnTo>
                  <a:lnTo>
                    <a:pt x="30789" y="15395"/>
                  </a:lnTo>
                  <a:lnTo>
                    <a:pt x="30789" y="15528"/>
                  </a:lnTo>
                  <a:lnTo>
                    <a:pt x="30789" y="15528"/>
                  </a:lnTo>
                  <a:lnTo>
                    <a:pt x="30524" y="15660"/>
                  </a:lnTo>
                  <a:lnTo>
                    <a:pt x="30391" y="16058"/>
                  </a:lnTo>
                  <a:lnTo>
                    <a:pt x="29728" y="19111"/>
                  </a:lnTo>
                  <a:lnTo>
                    <a:pt x="29728" y="19111"/>
                  </a:lnTo>
                  <a:lnTo>
                    <a:pt x="29728" y="19376"/>
                  </a:lnTo>
                  <a:lnTo>
                    <a:pt x="29462" y="19509"/>
                  </a:lnTo>
                  <a:lnTo>
                    <a:pt x="29462" y="19509"/>
                  </a:lnTo>
                  <a:lnTo>
                    <a:pt x="29462" y="19509"/>
                  </a:lnTo>
                  <a:lnTo>
                    <a:pt x="29330" y="19642"/>
                  </a:lnTo>
                  <a:lnTo>
                    <a:pt x="29064" y="19642"/>
                  </a:lnTo>
                  <a:lnTo>
                    <a:pt x="22296" y="19642"/>
                  </a:lnTo>
                  <a:lnTo>
                    <a:pt x="22163" y="19642"/>
                  </a:lnTo>
                  <a:lnTo>
                    <a:pt x="22163" y="19642"/>
                  </a:lnTo>
                  <a:lnTo>
                    <a:pt x="21898" y="19509"/>
                  </a:lnTo>
                  <a:lnTo>
                    <a:pt x="21632" y="19376"/>
                  </a:lnTo>
                  <a:lnTo>
                    <a:pt x="21632" y="19243"/>
                  </a:lnTo>
                  <a:lnTo>
                    <a:pt x="21632" y="19243"/>
                  </a:lnTo>
                  <a:lnTo>
                    <a:pt x="21500" y="19111"/>
                  </a:lnTo>
                  <a:lnTo>
                    <a:pt x="20969" y="16058"/>
                  </a:lnTo>
                  <a:lnTo>
                    <a:pt x="20969" y="16058"/>
                  </a:lnTo>
                  <a:lnTo>
                    <a:pt x="20836" y="15793"/>
                  </a:lnTo>
                  <a:lnTo>
                    <a:pt x="20703" y="15528"/>
                  </a:lnTo>
                  <a:lnTo>
                    <a:pt x="20703" y="15528"/>
                  </a:lnTo>
                  <a:lnTo>
                    <a:pt x="20703" y="15528"/>
                  </a:lnTo>
                  <a:lnTo>
                    <a:pt x="20305" y="15395"/>
                  </a:lnTo>
                  <a:lnTo>
                    <a:pt x="20305" y="15395"/>
                  </a:lnTo>
                  <a:lnTo>
                    <a:pt x="18447" y="14997"/>
                  </a:lnTo>
                  <a:lnTo>
                    <a:pt x="16589" y="14466"/>
                  </a:lnTo>
                  <a:lnTo>
                    <a:pt x="16589" y="14466"/>
                  </a:lnTo>
                  <a:lnTo>
                    <a:pt x="15926" y="14466"/>
                  </a:lnTo>
                  <a:lnTo>
                    <a:pt x="15926" y="14466"/>
                  </a:lnTo>
                  <a:lnTo>
                    <a:pt x="15926" y="14466"/>
                  </a:lnTo>
                  <a:lnTo>
                    <a:pt x="15528" y="14466"/>
                  </a:lnTo>
                  <a:lnTo>
                    <a:pt x="10883" y="16722"/>
                  </a:lnTo>
                  <a:lnTo>
                    <a:pt x="10883" y="16722"/>
                  </a:lnTo>
                  <a:lnTo>
                    <a:pt x="10617" y="16722"/>
                  </a:lnTo>
                  <a:lnTo>
                    <a:pt x="10617" y="16855"/>
                  </a:lnTo>
                  <a:lnTo>
                    <a:pt x="10485" y="16855"/>
                  </a:lnTo>
                  <a:lnTo>
                    <a:pt x="10485" y="16855"/>
                  </a:lnTo>
                  <a:lnTo>
                    <a:pt x="10219" y="16722"/>
                  </a:lnTo>
                  <a:lnTo>
                    <a:pt x="9821" y="16722"/>
                  </a:lnTo>
                  <a:lnTo>
                    <a:pt x="9821" y="16722"/>
                  </a:lnTo>
                  <a:lnTo>
                    <a:pt x="5176" y="13935"/>
                  </a:lnTo>
                  <a:lnTo>
                    <a:pt x="5044" y="13935"/>
                  </a:lnTo>
                  <a:lnTo>
                    <a:pt x="5044" y="13802"/>
                  </a:lnTo>
                  <a:lnTo>
                    <a:pt x="4911" y="13670"/>
                  </a:lnTo>
                  <a:lnTo>
                    <a:pt x="4911" y="13670"/>
                  </a:lnTo>
                  <a:lnTo>
                    <a:pt x="4911" y="12210"/>
                  </a:lnTo>
                  <a:lnTo>
                    <a:pt x="4911" y="11015"/>
                  </a:lnTo>
                  <a:lnTo>
                    <a:pt x="4911" y="7432"/>
                  </a:lnTo>
                  <a:lnTo>
                    <a:pt x="4115" y="7432"/>
                  </a:lnTo>
                  <a:lnTo>
                    <a:pt x="664" y="7167"/>
                  </a:lnTo>
                  <a:lnTo>
                    <a:pt x="531" y="7167"/>
                  </a:lnTo>
                  <a:lnTo>
                    <a:pt x="531" y="7167"/>
                  </a:lnTo>
                  <a:lnTo>
                    <a:pt x="531" y="7167"/>
                  </a:lnTo>
                  <a:lnTo>
                    <a:pt x="266" y="7167"/>
                  </a:lnTo>
                  <a:lnTo>
                    <a:pt x="133" y="7034"/>
                  </a:lnTo>
                  <a:lnTo>
                    <a:pt x="1" y="6769"/>
                  </a:lnTo>
                  <a:lnTo>
                    <a:pt x="1" y="6503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1" y="929"/>
                  </a:lnTo>
                  <a:lnTo>
                    <a:pt x="133" y="1062"/>
                  </a:lnTo>
                  <a:lnTo>
                    <a:pt x="266" y="1195"/>
                  </a:lnTo>
                  <a:lnTo>
                    <a:pt x="531" y="1328"/>
                  </a:lnTo>
                  <a:lnTo>
                    <a:pt x="6769" y="1726"/>
                  </a:lnTo>
                  <a:lnTo>
                    <a:pt x="6769" y="1726"/>
                  </a:lnTo>
                  <a:lnTo>
                    <a:pt x="7167" y="1858"/>
                  </a:lnTo>
                  <a:lnTo>
                    <a:pt x="7565" y="2256"/>
                  </a:lnTo>
                  <a:lnTo>
                    <a:pt x="7565" y="2256"/>
                  </a:lnTo>
                  <a:lnTo>
                    <a:pt x="8096" y="3185"/>
                  </a:lnTo>
                  <a:lnTo>
                    <a:pt x="8892" y="4114"/>
                  </a:lnTo>
                  <a:lnTo>
                    <a:pt x="8892" y="4114"/>
                  </a:lnTo>
                  <a:lnTo>
                    <a:pt x="9025" y="4247"/>
                  </a:lnTo>
                  <a:lnTo>
                    <a:pt x="9025" y="4513"/>
                  </a:lnTo>
                  <a:lnTo>
                    <a:pt x="9025" y="4645"/>
                  </a:lnTo>
                  <a:lnTo>
                    <a:pt x="8760" y="4778"/>
                  </a:lnTo>
                  <a:lnTo>
                    <a:pt x="5176" y="7432"/>
                  </a:lnTo>
                  <a:lnTo>
                    <a:pt x="5176" y="7432"/>
                  </a:lnTo>
                  <a:lnTo>
                    <a:pt x="5044" y="7565"/>
                  </a:lnTo>
                  <a:lnTo>
                    <a:pt x="4911" y="7830"/>
                  </a:lnTo>
                  <a:lnTo>
                    <a:pt x="5044" y="7963"/>
                  </a:lnTo>
                  <a:lnTo>
                    <a:pt x="5176" y="8096"/>
                  </a:lnTo>
                  <a:lnTo>
                    <a:pt x="9821" y="10750"/>
                  </a:lnTo>
                  <a:lnTo>
                    <a:pt x="9821" y="10750"/>
                  </a:lnTo>
                  <a:lnTo>
                    <a:pt x="10352" y="10883"/>
                  </a:lnTo>
                  <a:lnTo>
                    <a:pt x="10883" y="10883"/>
                  </a:lnTo>
                  <a:lnTo>
                    <a:pt x="15528" y="8627"/>
                  </a:lnTo>
                  <a:lnTo>
                    <a:pt x="15528" y="8627"/>
                  </a:lnTo>
                  <a:lnTo>
                    <a:pt x="16059" y="8494"/>
                  </a:lnTo>
                  <a:lnTo>
                    <a:pt x="16589" y="8627"/>
                  </a:lnTo>
                  <a:lnTo>
                    <a:pt x="16589" y="8627"/>
                  </a:lnTo>
                  <a:lnTo>
                    <a:pt x="18447" y="9025"/>
                  </a:lnTo>
                  <a:lnTo>
                    <a:pt x="20305" y="9423"/>
                  </a:lnTo>
                  <a:lnTo>
                    <a:pt x="20305" y="9423"/>
                  </a:lnTo>
                  <a:lnTo>
                    <a:pt x="20703" y="9688"/>
                  </a:lnTo>
                  <a:lnTo>
                    <a:pt x="20969" y="10086"/>
                  </a:lnTo>
                  <a:lnTo>
                    <a:pt x="21500" y="13271"/>
                  </a:lnTo>
                  <a:lnTo>
                    <a:pt x="21500" y="13271"/>
                  </a:lnTo>
                  <a:lnTo>
                    <a:pt x="21632" y="13404"/>
                  </a:lnTo>
                  <a:lnTo>
                    <a:pt x="21765" y="13670"/>
                  </a:lnTo>
                  <a:lnTo>
                    <a:pt x="22031" y="13802"/>
                  </a:lnTo>
                  <a:lnTo>
                    <a:pt x="22296" y="13802"/>
                  </a:lnTo>
                  <a:lnTo>
                    <a:pt x="29064" y="13802"/>
                  </a:lnTo>
                  <a:lnTo>
                    <a:pt x="29064" y="13802"/>
                  </a:lnTo>
                  <a:lnTo>
                    <a:pt x="29330" y="13802"/>
                  </a:lnTo>
                  <a:lnTo>
                    <a:pt x="29595" y="13670"/>
                  </a:lnTo>
                  <a:lnTo>
                    <a:pt x="29728" y="13404"/>
                  </a:lnTo>
                  <a:lnTo>
                    <a:pt x="29728" y="13271"/>
                  </a:lnTo>
                  <a:lnTo>
                    <a:pt x="30391" y="10086"/>
                  </a:lnTo>
                  <a:lnTo>
                    <a:pt x="30391" y="10086"/>
                  </a:lnTo>
                  <a:lnTo>
                    <a:pt x="30657" y="9688"/>
                  </a:lnTo>
                  <a:lnTo>
                    <a:pt x="31055" y="9423"/>
                  </a:lnTo>
                  <a:lnTo>
                    <a:pt x="31055" y="9423"/>
                  </a:lnTo>
                  <a:lnTo>
                    <a:pt x="32913" y="9025"/>
                  </a:lnTo>
                  <a:lnTo>
                    <a:pt x="34771" y="8627"/>
                  </a:lnTo>
                  <a:lnTo>
                    <a:pt x="34771" y="8627"/>
                  </a:lnTo>
                  <a:lnTo>
                    <a:pt x="35302" y="8494"/>
                  </a:lnTo>
                  <a:lnTo>
                    <a:pt x="35832" y="8627"/>
                  </a:lnTo>
                  <a:lnTo>
                    <a:pt x="40477" y="10883"/>
                  </a:lnTo>
                  <a:lnTo>
                    <a:pt x="40477" y="10883"/>
                  </a:lnTo>
                  <a:lnTo>
                    <a:pt x="41008" y="10883"/>
                  </a:lnTo>
                  <a:lnTo>
                    <a:pt x="41539" y="10750"/>
                  </a:lnTo>
                  <a:lnTo>
                    <a:pt x="46184" y="8096"/>
                  </a:lnTo>
                  <a:lnTo>
                    <a:pt x="46184" y="8096"/>
                  </a:lnTo>
                  <a:lnTo>
                    <a:pt x="46317" y="7963"/>
                  </a:lnTo>
                  <a:lnTo>
                    <a:pt x="46449" y="7830"/>
                  </a:lnTo>
                  <a:lnTo>
                    <a:pt x="46317" y="7565"/>
                  </a:lnTo>
                  <a:lnTo>
                    <a:pt x="46184" y="7432"/>
                  </a:lnTo>
                  <a:lnTo>
                    <a:pt x="42468" y="4778"/>
                  </a:lnTo>
                  <a:lnTo>
                    <a:pt x="42468" y="4778"/>
                  </a:lnTo>
                  <a:lnTo>
                    <a:pt x="42335" y="4645"/>
                  </a:lnTo>
                  <a:lnTo>
                    <a:pt x="42335" y="4513"/>
                  </a:lnTo>
                  <a:lnTo>
                    <a:pt x="42335" y="4247"/>
                  </a:lnTo>
                  <a:lnTo>
                    <a:pt x="42468" y="4114"/>
                  </a:lnTo>
                  <a:lnTo>
                    <a:pt x="42468" y="4114"/>
                  </a:lnTo>
                  <a:lnTo>
                    <a:pt x="43132" y="3185"/>
                  </a:lnTo>
                  <a:lnTo>
                    <a:pt x="43795" y="2256"/>
                  </a:lnTo>
                  <a:lnTo>
                    <a:pt x="43795" y="2256"/>
                  </a:lnTo>
                  <a:lnTo>
                    <a:pt x="44193" y="1858"/>
                  </a:lnTo>
                  <a:lnTo>
                    <a:pt x="44591" y="1726"/>
                  </a:lnTo>
                  <a:lnTo>
                    <a:pt x="50829" y="1328"/>
                  </a:lnTo>
                  <a:lnTo>
                    <a:pt x="50829" y="1328"/>
                  </a:lnTo>
                  <a:lnTo>
                    <a:pt x="51094" y="1195"/>
                  </a:lnTo>
                  <a:lnTo>
                    <a:pt x="51227" y="1062"/>
                  </a:lnTo>
                  <a:lnTo>
                    <a:pt x="51360" y="929"/>
                  </a:lnTo>
                  <a:lnTo>
                    <a:pt x="51360" y="664"/>
                  </a:lnTo>
                  <a:lnTo>
                    <a:pt x="51360" y="0"/>
                  </a:lnTo>
                  <a:lnTo>
                    <a:pt x="51360" y="13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58"/>
            <p:cNvSpPr/>
            <p:nvPr/>
          </p:nvSpPr>
          <p:spPr>
            <a:xfrm>
              <a:off x="6959514" y="3821092"/>
              <a:ext cx="68227" cy="101237"/>
            </a:xfrm>
            <a:custGeom>
              <a:rect b="b" l="l" r="r" t="t"/>
              <a:pathLst>
                <a:path extrusionOk="0" h="6106" w="4115">
                  <a:moveTo>
                    <a:pt x="4114" y="1"/>
                  </a:moveTo>
                  <a:lnTo>
                    <a:pt x="3849" y="266"/>
                  </a:lnTo>
                  <a:lnTo>
                    <a:pt x="133" y="2920"/>
                  </a:lnTo>
                  <a:lnTo>
                    <a:pt x="0" y="3053"/>
                  </a:lnTo>
                  <a:lnTo>
                    <a:pt x="0" y="3186"/>
                  </a:lnTo>
                  <a:lnTo>
                    <a:pt x="0" y="3451"/>
                  </a:lnTo>
                  <a:lnTo>
                    <a:pt x="133" y="3584"/>
                  </a:lnTo>
                  <a:lnTo>
                    <a:pt x="797" y="4513"/>
                  </a:lnTo>
                  <a:lnTo>
                    <a:pt x="1460" y="5442"/>
                  </a:lnTo>
                  <a:lnTo>
                    <a:pt x="1858" y="5840"/>
                  </a:lnTo>
                  <a:lnTo>
                    <a:pt x="2256" y="5973"/>
                  </a:lnTo>
                  <a:lnTo>
                    <a:pt x="4114" y="6106"/>
                  </a:lnTo>
                  <a:lnTo>
                    <a:pt x="411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58"/>
            <p:cNvSpPr/>
            <p:nvPr/>
          </p:nvSpPr>
          <p:spPr>
            <a:xfrm>
              <a:off x="6339008" y="3818903"/>
              <a:ext cx="68227" cy="103426"/>
            </a:xfrm>
            <a:custGeom>
              <a:rect b="b" l="l" r="r" t="t"/>
              <a:pathLst>
                <a:path extrusionOk="0" h="6238" w="4115">
                  <a:moveTo>
                    <a:pt x="1" y="0"/>
                  </a:moveTo>
                  <a:lnTo>
                    <a:pt x="1" y="6238"/>
                  </a:lnTo>
                  <a:lnTo>
                    <a:pt x="1859" y="6105"/>
                  </a:lnTo>
                  <a:lnTo>
                    <a:pt x="2257" y="5972"/>
                  </a:lnTo>
                  <a:lnTo>
                    <a:pt x="2655" y="5574"/>
                  </a:lnTo>
                  <a:lnTo>
                    <a:pt x="3186" y="4645"/>
                  </a:lnTo>
                  <a:lnTo>
                    <a:pt x="3982" y="3716"/>
                  </a:lnTo>
                  <a:lnTo>
                    <a:pt x="4115" y="3583"/>
                  </a:lnTo>
                  <a:lnTo>
                    <a:pt x="4115" y="3318"/>
                  </a:lnTo>
                  <a:lnTo>
                    <a:pt x="4115" y="3185"/>
                  </a:lnTo>
                  <a:lnTo>
                    <a:pt x="3850" y="3052"/>
                  </a:lnTo>
                  <a:lnTo>
                    <a:pt x="266" y="398"/>
                  </a:lnTo>
                  <a:lnTo>
                    <a:pt x="134" y="2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58"/>
            <p:cNvSpPr/>
            <p:nvPr/>
          </p:nvSpPr>
          <p:spPr>
            <a:xfrm>
              <a:off x="6257600" y="3719888"/>
              <a:ext cx="851549" cy="492890"/>
            </a:xfrm>
            <a:custGeom>
              <a:rect b="b" l="l" r="r" t="t"/>
              <a:pathLst>
                <a:path extrusionOk="0" h="29728" w="51360">
                  <a:moveTo>
                    <a:pt x="25614" y="8494"/>
                  </a:moveTo>
                  <a:lnTo>
                    <a:pt x="27737" y="8626"/>
                  </a:lnTo>
                  <a:lnTo>
                    <a:pt x="29860" y="8892"/>
                  </a:lnTo>
                  <a:lnTo>
                    <a:pt x="31851" y="9555"/>
                  </a:lnTo>
                  <a:lnTo>
                    <a:pt x="33576" y="10352"/>
                  </a:lnTo>
                  <a:lnTo>
                    <a:pt x="34240" y="10750"/>
                  </a:lnTo>
                  <a:lnTo>
                    <a:pt x="34903" y="11281"/>
                  </a:lnTo>
                  <a:lnTo>
                    <a:pt x="35567" y="11811"/>
                  </a:lnTo>
                  <a:lnTo>
                    <a:pt x="35965" y="12475"/>
                  </a:lnTo>
                  <a:lnTo>
                    <a:pt x="36363" y="13006"/>
                  </a:lnTo>
                  <a:lnTo>
                    <a:pt x="36629" y="13669"/>
                  </a:lnTo>
                  <a:lnTo>
                    <a:pt x="36761" y="14200"/>
                  </a:lnTo>
                  <a:lnTo>
                    <a:pt x="36761" y="14864"/>
                  </a:lnTo>
                  <a:lnTo>
                    <a:pt x="36761" y="15527"/>
                  </a:lnTo>
                  <a:lnTo>
                    <a:pt x="36629" y="16058"/>
                  </a:lnTo>
                  <a:lnTo>
                    <a:pt x="36363" y="16722"/>
                  </a:lnTo>
                  <a:lnTo>
                    <a:pt x="35965" y="17253"/>
                  </a:lnTo>
                  <a:lnTo>
                    <a:pt x="35567" y="17783"/>
                  </a:lnTo>
                  <a:lnTo>
                    <a:pt x="34903" y="18447"/>
                  </a:lnTo>
                  <a:lnTo>
                    <a:pt x="34240" y="18845"/>
                  </a:lnTo>
                  <a:lnTo>
                    <a:pt x="33576" y="19376"/>
                  </a:lnTo>
                  <a:lnTo>
                    <a:pt x="31851" y="20172"/>
                  </a:lnTo>
                  <a:lnTo>
                    <a:pt x="29860" y="20836"/>
                  </a:lnTo>
                  <a:lnTo>
                    <a:pt x="27737" y="21101"/>
                  </a:lnTo>
                  <a:lnTo>
                    <a:pt x="25614" y="21234"/>
                  </a:lnTo>
                  <a:lnTo>
                    <a:pt x="23490" y="21101"/>
                  </a:lnTo>
                  <a:lnTo>
                    <a:pt x="21500" y="20836"/>
                  </a:lnTo>
                  <a:lnTo>
                    <a:pt x="19509" y="20172"/>
                  </a:lnTo>
                  <a:lnTo>
                    <a:pt x="17784" y="19376"/>
                  </a:lnTo>
                  <a:lnTo>
                    <a:pt x="16988" y="18845"/>
                  </a:lnTo>
                  <a:lnTo>
                    <a:pt x="16324" y="18447"/>
                  </a:lnTo>
                  <a:lnTo>
                    <a:pt x="15793" y="17783"/>
                  </a:lnTo>
                  <a:lnTo>
                    <a:pt x="15395" y="17253"/>
                  </a:lnTo>
                  <a:lnTo>
                    <a:pt x="14997" y="16722"/>
                  </a:lnTo>
                  <a:lnTo>
                    <a:pt x="14731" y="16058"/>
                  </a:lnTo>
                  <a:lnTo>
                    <a:pt x="14599" y="15527"/>
                  </a:lnTo>
                  <a:lnTo>
                    <a:pt x="14599" y="14864"/>
                  </a:lnTo>
                  <a:lnTo>
                    <a:pt x="14599" y="14200"/>
                  </a:lnTo>
                  <a:lnTo>
                    <a:pt x="14731" y="13669"/>
                  </a:lnTo>
                  <a:lnTo>
                    <a:pt x="14997" y="13006"/>
                  </a:lnTo>
                  <a:lnTo>
                    <a:pt x="15395" y="12475"/>
                  </a:lnTo>
                  <a:lnTo>
                    <a:pt x="15793" y="11811"/>
                  </a:lnTo>
                  <a:lnTo>
                    <a:pt x="16324" y="11281"/>
                  </a:lnTo>
                  <a:lnTo>
                    <a:pt x="16988" y="10750"/>
                  </a:lnTo>
                  <a:lnTo>
                    <a:pt x="17784" y="10352"/>
                  </a:lnTo>
                  <a:lnTo>
                    <a:pt x="19509" y="9555"/>
                  </a:lnTo>
                  <a:lnTo>
                    <a:pt x="21500" y="8892"/>
                  </a:lnTo>
                  <a:lnTo>
                    <a:pt x="23490" y="8626"/>
                  </a:lnTo>
                  <a:lnTo>
                    <a:pt x="25614" y="8494"/>
                  </a:lnTo>
                  <a:close/>
                  <a:moveTo>
                    <a:pt x="22031" y="0"/>
                  </a:moveTo>
                  <a:lnTo>
                    <a:pt x="21765" y="133"/>
                  </a:lnTo>
                  <a:lnTo>
                    <a:pt x="21632" y="398"/>
                  </a:lnTo>
                  <a:lnTo>
                    <a:pt x="21500" y="531"/>
                  </a:lnTo>
                  <a:lnTo>
                    <a:pt x="20969" y="3716"/>
                  </a:lnTo>
                  <a:lnTo>
                    <a:pt x="20703" y="4114"/>
                  </a:lnTo>
                  <a:lnTo>
                    <a:pt x="20305" y="4380"/>
                  </a:lnTo>
                  <a:lnTo>
                    <a:pt x="18447" y="4778"/>
                  </a:lnTo>
                  <a:lnTo>
                    <a:pt x="16589" y="5176"/>
                  </a:lnTo>
                  <a:lnTo>
                    <a:pt x="16059" y="5309"/>
                  </a:lnTo>
                  <a:lnTo>
                    <a:pt x="15528" y="5176"/>
                  </a:lnTo>
                  <a:lnTo>
                    <a:pt x="10883" y="2920"/>
                  </a:lnTo>
                  <a:lnTo>
                    <a:pt x="10352" y="2920"/>
                  </a:lnTo>
                  <a:lnTo>
                    <a:pt x="9821" y="3052"/>
                  </a:lnTo>
                  <a:lnTo>
                    <a:pt x="5176" y="5707"/>
                  </a:lnTo>
                  <a:lnTo>
                    <a:pt x="5044" y="5839"/>
                  </a:lnTo>
                  <a:lnTo>
                    <a:pt x="4911" y="5972"/>
                  </a:lnTo>
                  <a:lnTo>
                    <a:pt x="5044" y="6238"/>
                  </a:lnTo>
                  <a:lnTo>
                    <a:pt x="5176" y="6370"/>
                  </a:lnTo>
                  <a:lnTo>
                    <a:pt x="8760" y="9024"/>
                  </a:lnTo>
                  <a:lnTo>
                    <a:pt x="9025" y="9157"/>
                  </a:lnTo>
                  <a:lnTo>
                    <a:pt x="9025" y="9290"/>
                  </a:lnTo>
                  <a:lnTo>
                    <a:pt x="9025" y="9555"/>
                  </a:lnTo>
                  <a:lnTo>
                    <a:pt x="8892" y="9688"/>
                  </a:lnTo>
                  <a:lnTo>
                    <a:pt x="8096" y="10617"/>
                  </a:lnTo>
                  <a:lnTo>
                    <a:pt x="7565" y="11546"/>
                  </a:lnTo>
                  <a:lnTo>
                    <a:pt x="7167" y="11944"/>
                  </a:lnTo>
                  <a:lnTo>
                    <a:pt x="6769" y="12077"/>
                  </a:lnTo>
                  <a:lnTo>
                    <a:pt x="531" y="12475"/>
                  </a:lnTo>
                  <a:lnTo>
                    <a:pt x="266" y="12608"/>
                  </a:lnTo>
                  <a:lnTo>
                    <a:pt x="133" y="12740"/>
                  </a:lnTo>
                  <a:lnTo>
                    <a:pt x="1" y="12873"/>
                  </a:lnTo>
                  <a:lnTo>
                    <a:pt x="1" y="13138"/>
                  </a:lnTo>
                  <a:lnTo>
                    <a:pt x="1" y="16589"/>
                  </a:lnTo>
                  <a:lnTo>
                    <a:pt x="1" y="16854"/>
                  </a:lnTo>
                  <a:lnTo>
                    <a:pt x="133" y="16987"/>
                  </a:lnTo>
                  <a:lnTo>
                    <a:pt x="266" y="17120"/>
                  </a:lnTo>
                  <a:lnTo>
                    <a:pt x="531" y="17253"/>
                  </a:lnTo>
                  <a:lnTo>
                    <a:pt x="6769" y="17651"/>
                  </a:lnTo>
                  <a:lnTo>
                    <a:pt x="7167" y="17783"/>
                  </a:lnTo>
                  <a:lnTo>
                    <a:pt x="7565" y="18181"/>
                  </a:lnTo>
                  <a:lnTo>
                    <a:pt x="8096" y="19110"/>
                  </a:lnTo>
                  <a:lnTo>
                    <a:pt x="8892" y="20039"/>
                  </a:lnTo>
                  <a:lnTo>
                    <a:pt x="9025" y="20172"/>
                  </a:lnTo>
                  <a:lnTo>
                    <a:pt x="9025" y="20438"/>
                  </a:lnTo>
                  <a:lnTo>
                    <a:pt x="9025" y="20570"/>
                  </a:lnTo>
                  <a:lnTo>
                    <a:pt x="8760" y="20703"/>
                  </a:lnTo>
                  <a:lnTo>
                    <a:pt x="5176" y="23357"/>
                  </a:lnTo>
                  <a:lnTo>
                    <a:pt x="5044" y="23490"/>
                  </a:lnTo>
                  <a:lnTo>
                    <a:pt x="4911" y="23755"/>
                  </a:lnTo>
                  <a:lnTo>
                    <a:pt x="5044" y="23888"/>
                  </a:lnTo>
                  <a:lnTo>
                    <a:pt x="5176" y="24021"/>
                  </a:lnTo>
                  <a:lnTo>
                    <a:pt x="9821" y="26675"/>
                  </a:lnTo>
                  <a:lnTo>
                    <a:pt x="10352" y="26808"/>
                  </a:lnTo>
                  <a:lnTo>
                    <a:pt x="10883" y="26808"/>
                  </a:lnTo>
                  <a:lnTo>
                    <a:pt x="15528" y="24552"/>
                  </a:lnTo>
                  <a:lnTo>
                    <a:pt x="16059" y="24419"/>
                  </a:lnTo>
                  <a:lnTo>
                    <a:pt x="16589" y="24552"/>
                  </a:lnTo>
                  <a:lnTo>
                    <a:pt x="18447" y="24950"/>
                  </a:lnTo>
                  <a:lnTo>
                    <a:pt x="20305" y="25348"/>
                  </a:lnTo>
                  <a:lnTo>
                    <a:pt x="20703" y="25613"/>
                  </a:lnTo>
                  <a:lnTo>
                    <a:pt x="20969" y="26011"/>
                  </a:lnTo>
                  <a:lnTo>
                    <a:pt x="21500" y="29196"/>
                  </a:lnTo>
                  <a:lnTo>
                    <a:pt x="21632" y="29329"/>
                  </a:lnTo>
                  <a:lnTo>
                    <a:pt x="21765" y="29595"/>
                  </a:lnTo>
                  <a:lnTo>
                    <a:pt x="22031" y="29727"/>
                  </a:lnTo>
                  <a:lnTo>
                    <a:pt x="29330" y="29727"/>
                  </a:lnTo>
                  <a:lnTo>
                    <a:pt x="29595" y="29595"/>
                  </a:lnTo>
                  <a:lnTo>
                    <a:pt x="29728" y="29329"/>
                  </a:lnTo>
                  <a:lnTo>
                    <a:pt x="29728" y="29196"/>
                  </a:lnTo>
                  <a:lnTo>
                    <a:pt x="30391" y="26011"/>
                  </a:lnTo>
                  <a:lnTo>
                    <a:pt x="30657" y="25613"/>
                  </a:lnTo>
                  <a:lnTo>
                    <a:pt x="31055" y="25348"/>
                  </a:lnTo>
                  <a:lnTo>
                    <a:pt x="32913" y="24950"/>
                  </a:lnTo>
                  <a:lnTo>
                    <a:pt x="34771" y="24552"/>
                  </a:lnTo>
                  <a:lnTo>
                    <a:pt x="35302" y="24419"/>
                  </a:lnTo>
                  <a:lnTo>
                    <a:pt x="35832" y="24552"/>
                  </a:lnTo>
                  <a:lnTo>
                    <a:pt x="40477" y="26808"/>
                  </a:lnTo>
                  <a:lnTo>
                    <a:pt x="41008" y="26808"/>
                  </a:lnTo>
                  <a:lnTo>
                    <a:pt x="41539" y="26675"/>
                  </a:lnTo>
                  <a:lnTo>
                    <a:pt x="46184" y="24021"/>
                  </a:lnTo>
                  <a:lnTo>
                    <a:pt x="46317" y="23888"/>
                  </a:lnTo>
                  <a:lnTo>
                    <a:pt x="46449" y="23755"/>
                  </a:lnTo>
                  <a:lnTo>
                    <a:pt x="46317" y="23490"/>
                  </a:lnTo>
                  <a:lnTo>
                    <a:pt x="46184" y="23357"/>
                  </a:lnTo>
                  <a:lnTo>
                    <a:pt x="42468" y="20703"/>
                  </a:lnTo>
                  <a:lnTo>
                    <a:pt x="42335" y="20570"/>
                  </a:lnTo>
                  <a:lnTo>
                    <a:pt x="42335" y="20438"/>
                  </a:lnTo>
                  <a:lnTo>
                    <a:pt x="42335" y="20172"/>
                  </a:lnTo>
                  <a:lnTo>
                    <a:pt x="42468" y="20039"/>
                  </a:lnTo>
                  <a:lnTo>
                    <a:pt x="43132" y="19110"/>
                  </a:lnTo>
                  <a:lnTo>
                    <a:pt x="43795" y="18181"/>
                  </a:lnTo>
                  <a:lnTo>
                    <a:pt x="44193" y="17783"/>
                  </a:lnTo>
                  <a:lnTo>
                    <a:pt x="44591" y="17651"/>
                  </a:lnTo>
                  <a:lnTo>
                    <a:pt x="50829" y="17253"/>
                  </a:lnTo>
                  <a:lnTo>
                    <a:pt x="51094" y="17120"/>
                  </a:lnTo>
                  <a:lnTo>
                    <a:pt x="51227" y="16987"/>
                  </a:lnTo>
                  <a:lnTo>
                    <a:pt x="51360" y="16854"/>
                  </a:lnTo>
                  <a:lnTo>
                    <a:pt x="51360" y="16589"/>
                  </a:lnTo>
                  <a:lnTo>
                    <a:pt x="51360" y="13138"/>
                  </a:lnTo>
                  <a:lnTo>
                    <a:pt x="51360" y="12873"/>
                  </a:lnTo>
                  <a:lnTo>
                    <a:pt x="51227" y="12740"/>
                  </a:lnTo>
                  <a:lnTo>
                    <a:pt x="51094" y="12608"/>
                  </a:lnTo>
                  <a:lnTo>
                    <a:pt x="50829" y="12475"/>
                  </a:lnTo>
                  <a:lnTo>
                    <a:pt x="44591" y="12077"/>
                  </a:lnTo>
                  <a:lnTo>
                    <a:pt x="44193" y="11944"/>
                  </a:lnTo>
                  <a:lnTo>
                    <a:pt x="43795" y="11546"/>
                  </a:lnTo>
                  <a:lnTo>
                    <a:pt x="43132" y="10617"/>
                  </a:lnTo>
                  <a:lnTo>
                    <a:pt x="42468" y="9688"/>
                  </a:lnTo>
                  <a:lnTo>
                    <a:pt x="42335" y="9555"/>
                  </a:lnTo>
                  <a:lnTo>
                    <a:pt x="42335" y="9290"/>
                  </a:lnTo>
                  <a:lnTo>
                    <a:pt x="42335" y="9157"/>
                  </a:lnTo>
                  <a:lnTo>
                    <a:pt x="42468" y="9024"/>
                  </a:lnTo>
                  <a:lnTo>
                    <a:pt x="46184" y="6370"/>
                  </a:lnTo>
                  <a:lnTo>
                    <a:pt x="46317" y="6238"/>
                  </a:lnTo>
                  <a:lnTo>
                    <a:pt x="46449" y="5972"/>
                  </a:lnTo>
                  <a:lnTo>
                    <a:pt x="46317" y="5839"/>
                  </a:lnTo>
                  <a:lnTo>
                    <a:pt x="46184" y="5707"/>
                  </a:lnTo>
                  <a:lnTo>
                    <a:pt x="41539" y="3052"/>
                  </a:lnTo>
                  <a:lnTo>
                    <a:pt x="41008" y="2920"/>
                  </a:lnTo>
                  <a:lnTo>
                    <a:pt x="40477" y="2920"/>
                  </a:lnTo>
                  <a:lnTo>
                    <a:pt x="35832" y="5176"/>
                  </a:lnTo>
                  <a:lnTo>
                    <a:pt x="35302" y="5309"/>
                  </a:lnTo>
                  <a:lnTo>
                    <a:pt x="34771" y="5176"/>
                  </a:lnTo>
                  <a:lnTo>
                    <a:pt x="32913" y="4778"/>
                  </a:lnTo>
                  <a:lnTo>
                    <a:pt x="31055" y="4380"/>
                  </a:lnTo>
                  <a:lnTo>
                    <a:pt x="30657" y="4114"/>
                  </a:lnTo>
                  <a:lnTo>
                    <a:pt x="30391" y="3716"/>
                  </a:lnTo>
                  <a:lnTo>
                    <a:pt x="29728" y="531"/>
                  </a:lnTo>
                  <a:lnTo>
                    <a:pt x="29728" y="398"/>
                  </a:lnTo>
                  <a:lnTo>
                    <a:pt x="29595" y="133"/>
                  </a:lnTo>
                  <a:lnTo>
                    <a:pt x="2933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58"/>
            <p:cNvSpPr/>
            <p:nvPr/>
          </p:nvSpPr>
          <p:spPr>
            <a:xfrm>
              <a:off x="6257600" y="3719888"/>
              <a:ext cx="851549" cy="492890"/>
            </a:xfrm>
            <a:custGeom>
              <a:rect b="b" l="l" r="r" t="t"/>
              <a:pathLst>
                <a:path extrusionOk="0" fill="none" h="29728" w="51360">
                  <a:moveTo>
                    <a:pt x="9821" y="3052"/>
                  </a:moveTo>
                  <a:lnTo>
                    <a:pt x="5176" y="5707"/>
                  </a:lnTo>
                  <a:lnTo>
                    <a:pt x="5176" y="5707"/>
                  </a:lnTo>
                  <a:lnTo>
                    <a:pt x="5044" y="5839"/>
                  </a:lnTo>
                  <a:lnTo>
                    <a:pt x="4911" y="5972"/>
                  </a:lnTo>
                  <a:lnTo>
                    <a:pt x="5044" y="6238"/>
                  </a:lnTo>
                  <a:lnTo>
                    <a:pt x="5176" y="6370"/>
                  </a:lnTo>
                  <a:lnTo>
                    <a:pt x="8760" y="9024"/>
                  </a:lnTo>
                  <a:lnTo>
                    <a:pt x="8760" y="9024"/>
                  </a:lnTo>
                  <a:lnTo>
                    <a:pt x="9025" y="9157"/>
                  </a:lnTo>
                  <a:lnTo>
                    <a:pt x="9025" y="9290"/>
                  </a:lnTo>
                  <a:lnTo>
                    <a:pt x="9025" y="9555"/>
                  </a:lnTo>
                  <a:lnTo>
                    <a:pt x="8892" y="9688"/>
                  </a:lnTo>
                  <a:lnTo>
                    <a:pt x="8892" y="9688"/>
                  </a:lnTo>
                  <a:lnTo>
                    <a:pt x="8096" y="10617"/>
                  </a:lnTo>
                  <a:lnTo>
                    <a:pt x="7565" y="11546"/>
                  </a:lnTo>
                  <a:lnTo>
                    <a:pt x="7565" y="11546"/>
                  </a:lnTo>
                  <a:lnTo>
                    <a:pt x="7167" y="11944"/>
                  </a:lnTo>
                  <a:lnTo>
                    <a:pt x="6769" y="12077"/>
                  </a:lnTo>
                  <a:lnTo>
                    <a:pt x="531" y="12475"/>
                  </a:lnTo>
                  <a:lnTo>
                    <a:pt x="531" y="12475"/>
                  </a:lnTo>
                  <a:lnTo>
                    <a:pt x="266" y="12608"/>
                  </a:lnTo>
                  <a:lnTo>
                    <a:pt x="133" y="12740"/>
                  </a:lnTo>
                  <a:lnTo>
                    <a:pt x="1" y="12873"/>
                  </a:lnTo>
                  <a:lnTo>
                    <a:pt x="1" y="13138"/>
                  </a:lnTo>
                  <a:lnTo>
                    <a:pt x="1" y="16589"/>
                  </a:lnTo>
                  <a:lnTo>
                    <a:pt x="1" y="16589"/>
                  </a:lnTo>
                  <a:lnTo>
                    <a:pt x="1" y="16854"/>
                  </a:lnTo>
                  <a:lnTo>
                    <a:pt x="133" y="16987"/>
                  </a:lnTo>
                  <a:lnTo>
                    <a:pt x="266" y="17120"/>
                  </a:lnTo>
                  <a:lnTo>
                    <a:pt x="531" y="17253"/>
                  </a:lnTo>
                  <a:lnTo>
                    <a:pt x="6769" y="17651"/>
                  </a:lnTo>
                  <a:lnTo>
                    <a:pt x="6769" y="17651"/>
                  </a:lnTo>
                  <a:lnTo>
                    <a:pt x="7167" y="17783"/>
                  </a:lnTo>
                  <a:lnTo>
                    <a:pt x="7565" y="18181"/>
                  </a:lnTo>
                  <a:lnTo>
                    <a:pt x="7565" y="18181"/>
                  </a:lnTo>
                  <a:lnTo>
                    <a:pt x="8096" y="19110"/>
                  </a:lnTo>
                  <a:lnTo>
                    <a:pt x="8892" y="20039"/>
                  </a:lnTo>
                  <a:lnTo>
                    <a:pt x="8892" y="20039"/>
                  </a:lnTo>
                  <a:lnTo>
                    <a:pt x="9025" y="20172"/>
                  </a:lnTo>
                  <a:lnTo>
                    <a:pt x="9025" y="20438"/>
                  </a:lnTo>
                  <a:lnTo>
                    <a:pt x="9025" y="20570"/>
                  </a:lnTo>
                  <a:lnTo>
                    <a:pt x="8760" y="20703"/>
                  </a:lnTo>
                  <a:lnTo>
                    <a:pt x="5176" y="23357"/>
                  </a:lnTo>
                  <a:lnTo>
                    <a:pt x="5176" y="23357"/>
                  </a:lnTo>
                  <a:lnTo>
                    <a:pt x="5044" y="23490"/>
                  </a:lnTo>
                  <a:lnTo>
                    <a:pt x="4911" y="23755"/>
                  </a:lnTo>
                  <a:lnTo>
                    <a:pt x="5044" y="23888"/>
                  </a:lnTo>
                  <a:lnTo>
                    <a:pt x="5176" y="24021"/>
                  </a:lnTo>
                  <a:lnTo>
                    <a:pt x="9821" y="26675"/>
                  </a:lnTo>
                  <a:lnTo>
                    <a:pt x="9821" y="26675"/>
                  </a:lnTo>
                  <a:lnTo>
                    <a:pt x="10352" y="26808"/>
                  </a:lnTo>
                  <a:lnTo>
                    <a:pt x="10883" y="26808"/>
                  </a:lnTo>
                  <a:lnTo>
                    <a:pt x="15528" y="24552"/>
                  </a:lnTo>
                  <a:lnTo>
                    <a:pt x="15528" y="24552"/>
                  </a:lnTo>
                  <a:lnTo>
                    <a:pt x="16059" y="24419"/>
                  </a:lnTo>
                  <a:lnTo>
                    <a:pt x="16589" y="24552"/>
                  </a:lnTo>
                  <a:lnTo>
                    <a:pt x="16589" y="24552"/>
                  </a:lnTo>
                  <a:lnTo>
                    <a:pt x="18447" y="24950"/>
                  </a:lnTo>
                  <a:lnTo>
                    <a:pt x="20305" y="25348"/>
                  </a:lnTo>
                  <a:lnTo>
                    <a:pt x="20305" y="25348"/>
                  </a:lnTo>
                  <a:lnTo>
                    <a:pt x="20703" y="25613"/>
                  </a:lnTo>
                  <a:lnTo>
                    <a:pt x="20969" y="26011"/>
                  </a:lnTo>
                  <a:lnTo>
                    <a:pt x="21500" y="29196"/>
                  </a:lnTo>
                  <a:lnTo>
                    <a:pt x="21500" y="29196"/>
                  </a:lnTo>
                  <a:lnTo>
                    <a:pt x="21632" y="29329"/>
                  </a:lnTo>
                  <a:lnTo>
                    <a:pt x="21765" y="29595"/>
                  </a:lnTo>
                  <a:lnTo>
                    <a:pt x="22031" y="29727"/>
                  </a:lnTo>
                  <a:lnTo>
                    <a:pt x="22296" y="29727"/>
                  </a:lnTo>
                  <a:lnTo>
                    <a:pt x="29064" y="29727"/>
                  </a:lnTo>
                  <a:lnTo>
                    <a:pt x="29064" y="29727"/>
                  </a:lnTo>
                  <a:lnTo>
                    <a:pt x="29330" y="29727"/>
                  </a:lnTo>
                  <a:lnTo>
                    <a:pt x="29595" y="29595"/>
                  </a:lnTo>
                  <a:lnTo>
                    <a:pt x="29728" y="29329"/>
                  </a:lnTo>
                  <a:lnTo>
                    <a:pt x="29728" y="29196"/>
                  </a:lnTo>
                  <a:lnTo>
                    <a:pt x="30391" y="26011"/>
                  </a:lnTo>
                  <a:lnTo>
                    <a:pt x="30391" y="26011"/>
                  </a:lnTo>
                  <a:lnTo>
                    <a:pt x="30657" y="25613"/>
                  </a:lnTo>
                  <a:lnTo>
                    <a:pt x="31055" y="25348"/>
                  </a:lnTo>
                  <a:lnTo>
                    <a:pt x="31055" y="25348"/>
                  </a:lnTo>
                  <a:lnTo>
                    <a:pt x="32913" y="24950"/>
                  </a:lnTo>
                  <a:lnTo>
                    <a:pt x="34771" y="24552"/>
                  </a:lnTo>
                  <a:lnTo>
                    <a:pt x="34771" y="24552"/>
                  </a:lnTo>
                  <a:lnTo>
                    <a:pt x="35302" y="24419"/>
                  </a:lnTo>
                  <a:lnTo>
                    <a:pt x="35832" y="24552"/>
                  </a:lnTo>
                  <a:lnTo>
                    <a:pt x="40477" y="26808"/>
                  </a:lnTo>
                  <a:lnTo>
                    <a:pt x="40477" y="26808"/>
                  </a:lnTo>
                  <a:lnTo>
                    <a:pt x="41008" y="26808"/>
                  </a:lnTo>
                  <a:lnTo>
                    <a:pt x="41539" y="26675"/>
                  </a:lnTo>
                  <a:lnTo>
                    <a:pt x="46184" y="24021"/>
                  </a:lnTo>
                  <a:lnTo>
                    <a:pt x="46184" y="24021"/>
                  </a:lnTo>
                  <a:lnTo>
                    <a:pt x="46317" y="23888"/>
                  </a:lnTo>
                  <a:lnTo>
                    <a:pt x="46449" y="23755"/>
                  </a:lnTo>
                  <a:lnTo>
                    <a:pt x="46317" y="23490"/>
                  </a:lnTo>
                  <a:lnTo>
                    <a:pt x="46184" y="23357"/>
                  </a:lnTo>
                  <a:lnTo>
                    <a:pt x="42468" y="20703"/>
                  </a:lnTo>
                  <a:lnTo>
                    <a:pt x="42468" y="20703"/>
                  </a:lnTo>
                  <a:lnTo>
                    <a:pt x="42335" y="20570"/>
                  </a:lnTo>
                  <a:lnTo>
                    <a:pt x="42335" y="20438"/>
                  </a:lnTo>
                  <a:lnTo>
                    <a:pt x="42335" y="20172"/>
                  </a:lnTo>
                  <a:lnTo>
                    <a:pt x="42468" y="20039"/>
                  </a:lnTo>
                  <a:lnTo>
                    <a:pt x="42468" y="20039"/>
                  </a:lnTo>
                  <a:lnTo>
                    <a:pt x="43132" y="19110"/>
                  </a:lnTo>
                  <a:lnTo>
                    <a:pt x="43795" y="18181"/>
                  </a:lnTo>
                  <a:lnTo>
                    <a:pt x="43795" y="18181"/>
                  </a:lnTo>
                  <a:lnTo>
                    <a:pt x="44193" y="17783"/>
                  </a:lnTo>
                  <a:lnTo>
                    <a:pt x="44591" y="17651"/>
                  </a:lnTo>
                  <a:lnTo>
                    <a:pt x="50829" y="17253"/>
                  </a:lnTo>
                  <a:lnTo>
                    <a:pt x="50829" y="17253"/>
                  </a:lnTo>
                  <a:lnTo>
                    <a:pt x="51094" y="17120"/>
                  </a:lnTo>
                  <a:lnTo>
                    <a:pt x="51227" y="16987"/>
                  </a:lnTo>
                  <a:lnTo>
                    <a:pt x="51360" y="16854"/>
                  </a:lnTo>
                  <a:lnTo>
                    <a:pt x="51360" y="16589"/>
                  </a:lnTo>
                  <a:lnTo>
                    <a:pt x="51360" y="13138"/>
                  </a:lnTo>
                  <a:lnTo>
                    <a:pt x="51360" y="13138"/>
                  </a:lnTo>
                  <a:lnTo>
                    <a:pt x="51360" y="12873"/>
                  </a:lnTo>
                  <a:lnTo>
                    <a:pt x="51227" y="12740"/>
                  </a:lnTo>
                  <a:lnTo>
                    <a:pt x="51094" y="12608"/>
                  </a:lnTo>
                  <a:lnTo>
                    <a:pt x="50829" y="12475"/>
                  </a:lnTo>
                  <a:lnTo>
                    <a:pt x="44591" y="12077"/>
                  </a:lnTo>
                  <a:lnTo>
                    <a:pt x="44591" y="12077"/>
                  </a:lnTo>
                  <a:lnTo>
                    <a:pt x="44193" y="11944"/>
                  </a:lnTo>
                  <a:lnTo>
                    <a:pt x="43795" y="11546"/>
                  </a:lnTo>
                  <a:lnTo>
                    <a:pt x="43795" y="11546"/>
                  </a:lnTo>
                  <a:lnTo>
                    <a:pt x="43132" y="10617"/>
                  </a:lnTo>
                  <a:lnTo>
                    <a:pt x="42468" y="9688"/>
                  </a:lnTo>
                  <a:lnTo>
                    <a:pt x="42468" y="9688"/>
                  </a:lnTo>
                  <a:lnTo>
                    <a:pt x="42335" y="9555"/>
                  </a:lnTo>
                  <a:lnTo>
                    <a:pt x="42335" y="9290"/>
                  </a:lnTo>
                  <a:lnTo>
                    <a:pt x="42335" y="9157"/>
                  </a:lnTo>
                  <a:lnTo>
                    <a:pt x="42468" y="9024"/>
                  </a:lnTo>
                  <a:lnTo>
                    <a:pt x="46184" y="6370"/>
                  </a:lnTo>
                  <a:lnTo>
                    <a:pt x="46184" y="6370"/>
                  </a:lnTo>
                  <a:lnTo>
                    <a:pt x="46317" y="6238"/>
                  </a:lnTo>
                  <a:lnTo>
                    <a:pt x="46449" y="5972"/>
                  </a:lnTo>
                  <a:lnTo>
                    <a:pt x="46317" y="5839"/>
                  </a:lnTo>
                  <a:lnTo>
                    <a:pt x="46184" y="5707"/>
                  </a:lnTo>
                  <a:lnTo>
                    <a:pt x="41539" y="3052"/>
                  </a:lnTo>
                  <a:lnTo>
                    <a:pt x="41539" y="3052"/>
                  </a:lnTo>
                  <a:lnTo>
                    <a:pt x="41008" y="2920"/>
                  </a:lnTo>
                  <a:lnTo>
                    <a:pt x="40477" y="2920"/>
                  </a:lnTo>
                  <a:lnTo>
                    <a:pt x="35832" y="5176"/>
                  </a:lnTo>
                  <a:lnTo>
                    <a:pt x="35832" y="5176"/>
                  </a:lnTo>
                  <a:lnTo>
                    <a:pt x="35302" y="5309"/>
                  </a:lnTo>
                  <a:lnTo>
                    <a:pt x="34771" y="5176"/>
                  </a:lnTo>
                  <a:lnTo>
                    <a:pt x="34771" y="5176"/>
                  </a:lnTo>
                  <a:lnTo>
                    <a:pt x="32913" y="4778"/>
                  </a:lnTo>
                  <a:lnTo>
                    <a:pt x="31055" y="4380"/>
                  </a:lnTo>
                  <a:lnTo>
                    <a:pt x="31055" y="4380"/>
                  </a:lnTo>
                  <a:lnTo>
                    <a:pt x="30657" y="4114"/>
                  </a:lnTo>
                  <a:lnTo>
                    <a:pt x="30391" y="3716"/>
                  </a:lnTo>
                  <a:lnTo>
                    <a:pt x="29728" y="531"/>
                  </a:lnTo>
                  <a:lnTo>
                    <a:pt x="29728" y="531"/>
                  </a:lnTo>
                  <a:lnTo>
                    <a:pt x="29728" y="398"/>
                  </a:lnTo>
                  <a:lnTo>
                    <a:pt x="29595" y="133"/>
                  </a:lnTo>
                  <a:lnTo>
                    <a:pt x="29330" y="0"/>
                  </a:lnTo>
                  <a:lnTo>
                    <a:pt x="29064" y="0"/>
                  </a:lnTo>
                  <a:lnTo>
                    <a:pt x="22296" y="0"/>
                  </a:lnTo>
                  <a:lnTo>
                    <a:pt x="22296" y="0"/>
                  </a:lnTo>
                  <a:lnTo>
                    <a:pt x="22031" y="0"/>
                  </a:lnTo>
                  <a:lnTo>
                    <a:pt x="21765" y="133"/>
                  </a:lnTo>
                  <a:lnTo>
                    <a:pt x="21632" y="398"/>
                  </a:lnTo>
                  <a:lnTo>
                    <a:pt x="21500" y="531"/>
                  </a:lnTo>
                  <a:lnTo>
                    <a:pt x="20969" y="3716"/>
                  </a:lnTo>
                  <a:lnTo>
                    <a:pt x="20969" y="3716"/>
                  </a:lnTo>
                  <a:lnTo>
                    <a:pt x="20703" y="4114"/>
                  </a:lnTo>
                  <a:lnTo>
                    <a:pt x="20305" y="4380"/>
                  </a:lnTo>
                  <a:lnTo>
                    <a:pt x="20305" y="4380"/>
                  </a:lnTo>
                  <a:lnTo>
                    <a:pt x="18447" y="4778"/>
                  </a:lnTo>
                  <a:lnTo>
                    <a:pt x="16589" y="5176"/>
                  </a:lnTo>
                  <a:lnTo>
                    <a:pt x="16589" y="5176"/>
                  </a:lnTo>
                  <a:lnTo>
                    <a:pt x="16059" y="5309"/>
                  </a:lnTo>
                  <a:lnTo>
                    <a:pt x="15528" y="5176"/>
                  </a:lnTo>
                  <a:lnTo>
                    <a:pt x="10883" y="2920"/>
                  </a:lnTo>
                  <a:lnTo>
                    <a:pt x="10883" y="2920"/>
                  </a:lnTo>
                  <a:lnTo>
                    <a:pt x="10352" y="2920"/>
                  </a:lnTo>
                  <a:lnTo>
                    <a:pt x="9821" y="30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58"/>
            <p:cNvSpPr/>
            <p:nvPr/>
          </p:nvSpPr>
          <p:spPr>
            <a:xfrm>
              <a:off x="6499635" y="3860702"/>
              <a:ext cx="367479" cy="211246"/>
            </a:xfrm>
            <a:custGeom>
              <a:rect b="b" l="l" r="r" t="t"/>
              <a:pathLst>
                <a:path extrusionOk="0" fill="none" h="12741" w="22164">
                  <a:moveTo>
                    <a:pt x="18978" y="1859"/>
                  </a:moveTo>
                  <a:lnTo>
                    <a:pt x="18978" y="1859"/>
                  </a:lnTo>
                  <a:lnTo>
                    <a:pt x="19642" y="2257"/>
                  </a:lnTo>
                  <a:lnTo>
                    <a:pt x="20305" y="2788"/>
                  </a:lnTo>
                  <a:lnTo>
                    <a:pt x="20969" y="3318"/>
                  </a:lnTo>
                  <a:lnTo>
                    <a:pt x="21367" y="3982"/>
                  </a:lnTo>
                  <a:lnTo>
                    <a:pt x="21765" y="4513"/>
                  </a:lnTo>
                  <a:lnTo>
                    <a:pt x="22031" y="5176"/>
                  </a:lnTo>
                  <a:lnTo>
                    <a:pt x="22163" y="5707"/>
                  </a:lnTo>
                  <a:lnTo>
                    <a:pt x="22163" y="6371"/>
                  </a:lnTo>
                  <a:lnTo>
                    <a:pt x="22163" y="7034"/>
                  </a:lnTo>
                  <a:lnTo>
                    <a:pt x="22031" y="7565"/>
                  </a:lnTo>
                  <a:lnTo>
                    <a:pt x="21765" y="8229"/>
                  </a:lnTo>
                  <a:lnTo>
                    <a:pt x="21367" y="8760"/>
                  </a:lnTo>
                  <a:lnTo>
                    <a:pt x="20969" y="9290"/>
                  </a:lnTo>
                  <a:lnTo>
                    <a:pt x="20305" y="9954"/>
                  </a:lnTo>
                  <a:lnTo>
                    <a:pt x="19642" y="10352"/>
                  </a:lnTo>
                  <a:lnTo>
                    <a:pt x="18978" y="10883"/>
                  </a:lnTo>
                  <a:lnTo>
                    <a:pt x="18978" y="10883"/>
                  </a:lnTo>
                  <a:lnTo>
                    <a:pt x="17253" y="11679"/>
                  </a:lnTo>
                  <a:lnTo>
                    <a:pt x="15262" y="12343"/>
                  </a:lnTo>
                  <a:lnTo>
                    <a:pt x="13139" y="12608"/>
                  </a:lnTo>
                  <a:lnTo>
                    <a:pt x="11016" y="12741"/>
                  </a:lnTo>
                  <a:lnTo>
                    <a:pt x="8892" y="12608"/>
                  </a:lnTo>
                  <a:lnTo>
                    <a:pt x="6902" y="12343"/>
                  </a:lnTo>
                  <a:lnTo>
                    <a:pt x="4911" y="11679"/>
                  </a:lnTo>
                  <a:lnTo>
                    <a:pt x="3186" y="10883"/>
                  </a:lnTo>
                  <a:lnTo>
                    <a:pt x="3186" y="10883"/>
                  </a:lnTo>
                  <a:lnTo>
                    <a:pt x="2390" y="10352"/>
                  </a:lnTo>
                  <a:lnTo>
                    <a:pt x="1726" y="9954"/>
                  </a:lnTo>
                  <a:lnTo>
                    <a:pt x="1195" y="9290"/>
                  </a:lnTo>
                  <a:lnTo>
                    <a:pt x="797" y="8760"/>
                  </a:lnTo>
                  <a:lnTo>
                    <a:pt x="399" y="8229"/>
                  </a:lnTo>
                  <a:lnTo>
                    <a:pt x="133" y="7565"/>
                  </a:lnTo>
                  <a:lnTo>
                    <a:pt x="1" y="7034"/>
                  </a:lnTo>
                  <a:lnTo>
                    <a:pt x="1" y="6371"/>
                  </a:lnTo>
                  <a:lnTo>
                    <a:pt x="1" y="5707"/>
                  </a:lnTo>
                  <a:lnTo>
                    <a:pt x="133" y="5176"/>
                  </a:lnTo>
                  <a:lnTo>
                    <a:pt x="399" y="4513"/>
                  </a:lnTo>
                  <a:lnTo>
                    <a:pt x="797" y="3982"/>
                  </a:lnTo>
                  <a:lnTo>
                    <a:pt x="1195" y="3318"/>
                  </a:lnTo>
                  <a:lnTo>
                    <a:pt x="1726" y="2788"/>
                  </a:lnTo>
                  <a:lnTo>
                    <a:pt x="2390" y="2257"/>
                  </a:lnTo>
                  <a:lnTo>
                    <a:pt x="3186" y="1859"/>
                  </a:lnTo>
                  <a:lnTo>
                    <a:pt x="3186" y="1859"/>
                  </a:lnTo>
                  <a:lnTo>
                    <a:pt x="4911" y="1062"/>
                  </a:lnTo>
                  <a:lnTo>
                    <a:pt x="6902" y="399"/>
                  </a:lnTo>
                  <a:lnTo>
                    <a:pt x="8892" y="133"/>
                  </a:lnTo>
                  <a:lnTo>
                    <a:pt x="11016" y="1"/>
                  </a:lnTo>
                  <a:lnTo>
                    <a:pt x="13139" y="133"/>
                  </a:lnTo>
                  <a:lnTo>
                    <a:pt x="15262" y="399"/>
                  </a:lnTo>
                  <a:lnTo>
                    <a:pt x="17253" y="1062"/>
                  </a:lnTo>
                  <a:lnTo>
                    <a:pt x="18978" y="185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58"/>
            <p:cNvSpPr/>
            <p:nvPr/>
          </p:nvSpPr>
          <p:spPr>
            <a:xfrm>
              <a:off x="6257600" y="3999327"/>
              <a:ext cx="116640" cy="114435"/>
            </a:xfrm>
            <a:custGeom>
              <a:rect b="b" l="l" r="r" t="t"/>
              <a:pathLst>
                <a:path extrusionOk="0" h="6902" w="7035">
                  <a:moveTo>
                    <a:pt x="1" y="0"/>
                  </a:moveTo>
                  <a:lnTo>
                    <a:pt x="1" y="5574"/>
                  </a:lnTo>
                  <a:lnTo>
                    <a:pt x="1" y="5840"/>
                  </a:lnTo>
                  <a:lnTo>
                    <a:pt x="133" y="6105"/>
                  </a:lnTo>
                  <a:lnTo>
                    <a:pt x="266" y="6238"/>
                  </a:lnTo>
                  <a:lnTo>
                    <a:pt x="664" y="6238"/>
                  </a:lnTo>
                  <a:lnTo>
                    <a:pt x="4115" y="6503"/>
                  </a:lnTo>
                  <a:lnTo>
                    <a:pt x="4911" y="6503"/>
                  </a:lnTo>
                  <a:lnTo>
                    <a:pt x="4911" y="6901"/>
                  </a:lnTo>
                  <a:lnTo>
                    <a:pt x="5044" y="6636"/>
                  </a:lnTo>
                  <a:lnTo>
                    <a:pt x="5176" y="6503"/>
                  </a:lnTo>
                  <a:lnTo>
                    <a:pt x="7034" y="5176"/>
                  </a:lnTo>
                  <a:lnTo>
                    <a:pt x="7034" y="797"/>
                  </a:lnTo>
                  <a:lnTo>
                    <a:pt x="6769" y="797"/>
                  </a:lnTo>
                  <a:lnTo>
                    <a:pt x="531" y="399"/>
                  </a:lnTo>
                  <a:lnTo>
                    <a:pt x="266" y="266"/>
                  </a:lnTo>
                  <a:lnTo>
                    <a:pt x="133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58"/>
            <p:cNvSpPr/>
            <p:nvPr/>
          </p:nvSpPr>
          <p:spPr>
            <a:xfrm>
              <a:off x="6427031" y="4124738"/>
              <a:ext cx="94622" cy="138642"/>
            </a:xfrm>
            <a:custGeom>
              <a:rect b="b" l="l" r="r" t="t"/>
              <a:pathLst>
                <a:path extrusionOk="0" h="8362" w="5707">
                  <a:moveTo>
                    <a:pt x="5707" y="1"/>
                  </a:moveTo>
                  <a:lnTo>
                    <a:pt x="5309" y="134"/>
                  </a:lnTo>
                  <a:lnTo>
                    <a:pt x="664" y="2390"/>
                  </a:lnTo>
                  <a:lnTo>
                    <a:pt x="0" y="2390"/>
                  </a:lnTo>
                  <a:lnTo>
                    <a:pt x="0" y="8362"/>
                  </a:lnTo>
                  <a:lnTo>
                    <a:pt x="398" y="8362"/>
                  </a:lnTo>
                  <a:lnTo>
                    <a:pt x="398" y="8229"/>
                  </a:lnTo>
                  <a:lnTo>
                    <a:pt x="664" y="8229"/>
                  </a:lnTo>
                  <a:lnTo>
                    <a:pt x="5309" y="5973"/>
                  </a:lnTo>
                  <a:lnTo>
                    <a:pt x="5707" y="5973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58"/>
            <p:cNvSpPr/>
            <p:nvPr/>
          </p:nvSpPr>
          <p:spPr>
            <a:xfrm>
              <a:off x="6603061" y="4146740"/>
              <a:ext cx="13214" cy="156250"/>
            </a:xfrm>
            <a:custGeom>
              <a:rect b="b" l="l" r="r" t="t"/>
              <a:pathLst>
                <a:path extrusionOk="0" h="9424" w="797">
                  <a:moveTo>
                    <a:pt x="0" y="1"/>
                  </a:moveTo>
                  <a:lnTo>
                    <a:pt x="0" y="5973"/>
                  </a:lnTo>
                  <a:lnTo>
                    <a:pt x="133" y="6238"/>
                  </a:lnTo>
                  <a:lnTo>
                    <a:pt x="664" y="9291"/>
                  </a:lnTo>
                  <a:lnTo>
                    <a:pt x="796" y="9423"/>
                  </a:lnTo>
                  <a:lnTo>
                    <a:pt x="796" y="3584"/>
                  </a:lnTo>
                  <a:lnTo>
                    <a:pt x="664" y="3451"/>
                  </a:lnTo>
                  <a:lnTo>
                    <a:pt x="133" y="2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58"/>
            <p:cNvSpPr/>
            <p:nvPr/>
          </p:nvSpPr>
          <p:spPr>
            <a:xfrm>
              <a:off x="6750474" y="4148945"/>
              <a:ext cx="11026" cy="57234"/>
            </a:xfrm>
            <a:custGeom>
              <a:rect b="b" l="l" r="r" t="t"/>
              <a:pathLst>
                <a:path extrusionOk="0" h="3452" w="665">
                  <a:moveTo>
                    <a:pt x="664" y="1"/>
                  </a:moveTo>
                  <a:lnTo>
                    <a:pt x="664" y="1"/>
                  </a:lnTo>
                  <a:lnTo>
                    <a:pt x="664" y="133"/>
                  </a:lnTo>
                  <a:lnTo>
                    <a:pt x="1" y="3318"/>
                  </a:lnTo>
                  <a:lnTo>
                    <a:pt x="1" y="3318"/>
                  </a:lnTo>
                  <a:lnTo>
                    <a:pt x="1" y="3451"/>
                  </a:lnTo>
                  <a:lnTo>
                    <a:pt x="1" y="3451"/>
                  </a:lnTo>
                  <a:lnTo>
                    <a:pt x="1" y="3451"/>
                  </a:lnTo>
                  <a:lnTo>
                    <a:pt x="1" y="3318"/>
                  </a:lnTo>
                  <a:lnTo>
                    <a:pt x="664" y="133"/>
                  </a:lnTo>
                  <a:lnTo>
                    <a:pt x="664" y="13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8"/>
            <p:cNvSpPr/>
            <p:nvPr/>
          </p:nvSpPr>
          <p:spPr>
            <a:xfrm>
              <a:off x="6750474" y="4148945"/>
              <a:ext cx="11026" cy="57234"/>
            </a:xfrm>
            <a:custGeom>
              <a:rect b="b" l="l" r="r" t="t"/>
              <a:pathLst>
                <a:path extrusionOk="0" fill="none" h="3452" w="665">
                  <a:moveTo>
                    <a:pt x="664" y="1"/>
                  </a:moveTo>
                  <a:lnTo>
                    <a:pt x="664" y="1"/>
                  </a:lnTo>
                  <a:lnTo>
                    <a:pt x="664" y="133"/>
                  </a:lnTo>
                  <a:lnTo>
                    <a:pt x="1" y="3318"/>
                  </a:lnTo>
                  <a:lnTo>
                    <a:pt x="1" y="3318"/>
                  </a:lnTo>
                  <a:lnTo>
                    <a:pt x="1" y="3451"/>
                  </a:lnTo>
                  <a:lnTo>
                    <a:pt x="1" y="3451"/>
                  </a:lnTo>
                  <a:lnTo>
                    <a:pt x="1" y="3451"/>
                  </a:lnTo>
                  <a:lnTo>
                    <a:pt x="1" y="3318"/>
                  </a:lnTo>
                  <a:lnTo>
                    <a:pt x="664" y="133"/>
                  </a:lnTo>
                  <a:lnTo>
                    <a:pt x="664" y="133"/>
                  </a:lnTo>
                  <a:lnTo>
                    <a:pt x="66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58"/>
            <p:cNvSpPr/>
            <p:nvPr/>
          </p:nvSpPr>
          <p:spPr>
            <a:xfrm>
              <a:off x="6761483" y="4245756"/>
              <a:ext cx="2222" cy="2222"/>
            </a:xfrm>
            <a:custGeom>
              <a:rect b="b" l="l" r="r" t="t"/>
              <a:pathLst>
                <a:path extrusionOk="0" h="134" w="134">
                  <a:moveTo>
                    <a:pt x="133" y="1"/>
                  </a:moveTo>
                  <a:lnTo>
                    <a:pt x="133" y="1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133" y="1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58"/>
            <p:cNvSpPr/>
            <p:nvPr/>
          </p:nvSpPr>
          <p:spPr>
            <a:xfrm>
              <a:off x="6761483" y="4245756"/>
              <a:ext cx="2222" cy="2222"/>
            </a:xfrm>
            <a:custGeom>
              <a:rect b="b" l="l" r="r" t="t"/>
              <a:pathLst>
                <a:path extrusionOk="0" fill="none" h="134" w="134">
                  <a:moveTo>
                    <a:pt x="133" y="1"/>
                  </a:moveTo>
                  <a:lnTo>
                    <a:pt x="133" y="1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133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58"/>
            <p:cNvSpPr/>
            <p:nvPr/>
          </p:nvSpPr>
          <p:spPr>
            <a:xfrm>
              <a:off x="6750474" y="4146740"/>
              <a:ext cx="13231" cy="154045"/>
            </a:xfrm>
            <a:custGeom>
              <a:rect b="b" l="l" r="r" t="t"/>
              <a:pathLst>
                <a:path extrusionOk="0" h="9291" w="798">
                  <a:moveTo>
                    <a:pt x="797" y="1"/>
                  </a:moveTo>
                  <a:lnTo>
                    <a:pt x="664" y="134"/>
                  </a:lnTo>
                  <a:lnTo>
                    <a:pt x="664" y="266"/>
                  </a:lnTo>
                  <a:lnTo>
                    <a:pt x="1" y="3451"/>
                  </a:lnTo>
                  <a:lnTo>
                    <a:pt x="1" y="3584"/>
                  </a:lnTo>
                  <a:lnTo>
                    <a:pt x="1" y="9291"/>
                  </a:lnTo>
                  <a:lnTo>
                    <a:pt x="664" y="6238"/>
                  </a:lnTo>
                  <a:lnTo>
                    <a:pt x="664" y="6106"/>
                  </a:lnTo>
                  <a:lnTo>
                    <a:pt x="797" y="5973"/>
                  </a:lnTo>
                  <a:lnTo>
                    <a:pt x="797" y="1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58"/>
            <p:cNvSpPr/>
            <p:nvPr/>
          </p:nvSpPr>
          <p:spPr>
            <a:xfrm>
              <a:off x="6750474" y="4146740"/>
              <a:ext cx="13231" cy="158455"/>
            </a:xfrm>
            <a:custGeom>
              <a:rect b="b" l="l" r="r" t="t"/>
              <a:pathLst>
                <a:path extrusionOk="0" fill="none" h="9557" w="798">
                  <a:moveTo>
                    <a:pt x="797" y="1"/>
                  </a:moveTo>
                  <a:lnTo>
                    <a:pt x="797" y="1"/>
                  </a:lnTo>
                  <a:lnTo>
                    <a:pt x="664" y="134"/>
                  </a:lnTo>
                  <a:lnTo>
                    <a:pt x="664" y="134"/>
                  </a:lnTo>
                  <a:lnTo>
                    <a:pt x="664" y="266"/>
                  </a:lnTo>
                  <a:lnTo>
                    <a:pt x="1" y="3451"/>
                  </a:lnTo>
                  <a:lnTo>
                    <a:pt x="1" y="3451"/>
                  </a:lnTo>
                  <a:lnTo>
                    <a:pt x="1" y="3584"/>
                  </a:lnTo>
                  <a:lnTo>
                    <a:pt x="1" y="9556"/>
                  </a:lnTo>
                  <a:lnTo>
                    <a:pt x="1" y="9556"/>
                  </a:lnTo>
                  <a:lnTo>
                    <a:pt x="1" y="9291"/>
                  </a:lnTo>
                  <a:lnTo>
                    <a:pt x="1" y="9291"/>
                  </a:lnTo>
                  <a:lnTo>
                    <a:pt x="1" y="9291"/>
                  </a:lnTo>
                  <a:lnTo>
                    <a:pt x="1" y="9291"/>
                  </a:lnTo>
                  <a:lnTo>
                    <a:pt x="664" y="6238"/>
                  </a:lnTo>
                  <a:lnTo>
                    <a:pt x="664" y="6238"/>
                  </a:lnTo>
                  <a:lnTo>
                    <a:pt x="664" y="6106"/>
                  </a:lnTo>
                  <a:lnTo>
                    <a:pt x="664" y="6106"/>
                  </a:lnTo>
                  <a:lnTo>
                    <a:pt x="797" y="5973"/>
                  </a:lnTo>
                  <a:lnTo>
                    <a:pt x="79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58"/>
            <p:cNvSpPr/>
            <p:nvPr/>
          </p:nvSpPr>
          <p:spPr>
            <a:xfrm>
              <a:off x="6935308" y="4164348"/>
              <a:ext cx="4410" cy="17"/>
            </a:xfrm>
            <a:custGeom>
              <a:rect b="b" l="l" r="r" t="t"/>
              <a:pathLst>
                <a:path extrusionOk="0" h="1" w="266">
                  <a:moveTo>
                    <a:pt x="0" y="1"/>
                  </a:moveTo>
                  <a:lnTo>
                    <a:pt x="0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58"/>
            <p:cNvSpPr/>
            <p:nvPr/>
          </p:nvSpPr>
          <p:spPr>
            <a:xfrm>
              <a:off x="6935308" y="4164348"/>
              <a:ext cx="4410" cy="17"/>
            </a:xfrm>
            <a:custGeom>
              <a:rect b="b" l="l" r="r" t="t"/>
              <a:pathLst>
                <a:path extrusionOk="0" fill="none" h="1" w="266">
                  <a:moveTo>
                    <a:pt x="0" y="1"/>
                  </a:moveTo>
                  <a:lnTo>
                    <a:pt x="0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58"/>
            <p:cNvSpPr/>
            <p:nvPr/>
          </p:nvSpPr>
          <p:spPr>
            <a:xfrm>
              <a:off x="6845096" y="4223754"/>
              <a:ext cx="94622" cy="37421"/>
            </a:xfrm>
            <a:custGeom>
              <a:rect b="b" l="l" r="r" t="t"/>
              <a:pathLst>
                <a:path extrusionOk="0" h="2257" w="5707">
                  <a:moveTo>
                    <a:pt x="5707" y="2257"/>
                  </a:move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close/>
                  <a:moveTo>
                    <a:pt x="5707" y="2257"/>
                  </a:move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close/>
                  <a:moveTo>
                    <a:pt x="5707" y="2257"/>
                  </a:move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lnTo>
                    <a:pt x="5707" y="2257"/>
                  </a:lnTo>
                  <a:close/>
                  <a:moveTo>
                    <a:pt x="398" y="1"/>
                  </a:moveTo>
                  <a:lnTo>
                    <a:pt x="398" y="1"/>
                  </a:lnTo>
                  <a:lnTo>
                    <a:pt x="398" y="1"/>
                  </a:lnTo>
                  <a:lnTo>
                    <a:pt x="398" y="1"/>
                  </a:lnTo>
                  <a:lnTo>
                    <a:pt x="398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398" y="1"/>
                  </a:lnTo>
                  <a:lnTo>
                    <a:pt x="39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58"/>
            <p:cNvSpPr/>
            <p:nvPr/>
          </p:nvSpPr>
          <p:spPr>
            <a:xfrm>
              <a:off x="6939701" y="4261158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58"/>
            <p:cNvSpPr/>
            <p:nvPr/>
          </p:nvSpPr>
          <p:spPr>
            <a:xfrm>
              <a:off x="6939701" y="4261158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58"/>
            <p:cNvSpPr/>
            <p:nvPr/>
          </p:nvSpPr>
          <p:spPr>
            <a:xfrm>
              <a:off x="6939701" y="4261158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58"/>
            <p:cNvSpPr/>
            <p:nvPr/>
          </p:nvSpPr>
          <p:spPr>
            <a:xfrm>
              <a:off x="6851695" y="4223754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58"/>
            <p:cNvSpPr/>
            <p:nvPr/>
          </p:nvSpPr>
          <p:spPr>
            <a:xfrm>
              <a:off x="6845096" y="4223754"/>
              <a:ext cx="6615" cy="17"/>
            </a:xfrm>
            <a:custGeom>
              <a:rect b="b" l="l" r="r" t="t"/>
              <a:pathLst>
                <a:path extrusionOk="0" fill="none" h="1" w="399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398" y="1"/>
                  </a:lnTo>
                  <a:lnTo>
                    <a:pt x="39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58"/>
            <p:cNvSpPr/>
            <p:nvPr/>
          </p:nvSpPr>
          <p:spPr>
            <a:xfrm>
              <a:off x="6845096" y="4124738"/>
              <a:ext cx="94622" cy="138642"/>
            </a:xfrm>
            <a:custGeom>
              <a:rect b="b" l="l" r="r" t="t"/>
              <a:pathLst>
                <a:path extrusionOk="0" h="8362" w="5707">
                  <a:moveTo>
                    <a:pt x="0" y="1"/>
                  </a:moveTo>
                  <a:lnTo>
                    <a:pt x="0" y="5973"/>
                  </a:lnTo>
                  <a:lnTo>
                    <a:pt x="398" y="5973"/>
                  </a:lnTo>
                  <a:lnTo>
                    <a:pt x="5043" y="8229"/>
                  </a:lnTo>
                  <a:lnTo>
                    <a:pt x="5574" y="8362"/>
                  </a:lnTo>
                  <a:lnTo>
                    <a:pt x="5707" y="8229"/>
                  </a:lnTo>
                  <a:lnTo>
                    <a:pt x="5707" y="2390"/>
                  </a:lnTo>
                  <a:lnTo>
                    <a:pt x="5043" y="2390"/>
                  </a:lnTo>
                  <a:lnTo>
                    <a:pt x="398" y="134"/>
                  </a:lnTo>
                  <a:lnTo>
                    <a:pt x="266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58"/>
            <p:cNvSpPr/>
            <p:nvPr/>
          </p:nvSpPr>
          <p:spPr>
            <a:xfrm>
              <a:off x="6845096" y="4124738"/>
              <a:ext cx="94622" cy="138642"/>
            </a:xfrm>
            <a:custGeom>
              <a:rect b="b" l="l" r="r" t="t"/>
              <a:pathLst>
                <a:path extrusionOk="0" fill="none" h="8362" w="5707">
                  <a:moveTo>
                    <a:pt x="0" y="1"/>
                  </a:moveTo>
                  <a:lnTo>
                    <a:pt x="0" y="5973"/>
                  </a:lnTo>
                  <a:lnTo>
                    <a:pt x="0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398" y="5973"/>
                  </a:lnTo>
                  <a:lnTo>
                    <a:pt x="5043" y="8229"/>
                  </a:lnTo>
                  <a:lnTo>
                    <a:pt x="5043" y="8229"/>
                  </a:lnTo>
                  <a:lnTo>
                    <a:pt x="5574" y="8362"/>
                  </a:lnTo>
                  <a:lnTo>
                    <a:pt x="5574" y="8362"/>
                  </a:lnTo>
                  <a:lnTo>
                    <a:pt x="5574" y="8362"/>
                  </a:lnTo>
                  <a:lnTo>
                    <a:pt x="5574" y="8362"/>
                  </a:lnTo>
                  <a:lnTo>
                    <a:pt x="5574" y="8362"/>
                  </a:lnTo>
                  <a:lnTo>
                    <a:pt x="5574" y="8362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8229"/>
                  </a:lnTo>
                  <a:lnTo>
                    <a:pt x="5707" y="2390"/>
                  </a:lnTo>
                  <a:lnTo>
                    <a:pt x="5707" y="2390"/>
                  </a:lnTo>
                  <a:lnTo>
                    <a:pt x="5574" y="2390"/>
                  </a:lnTo>
                  <a:lnTo>
                    <a:pt x="5574" y="2390"/>
                  </a:lnTo>
                  <a:lnTo>
                    <a:pt x="5441" y="2390"/>
                  </a:lnTo>
                  <a:lnTo>
                    <a:pt x="5441" y="2390"/>
                  </a:lnTo>
                  <a:lnTo>
                    <a:pt x="5043" y="2390"/>
                  </a:lnTo>
                  <a:lnTo>
                    <a:pt x="398" y="134"/>
                  </a:lnTo>
                  <a:lnTo>
                    <a:pt x="398" y="134"/>
                  </a:lnTo>
                  <a:lnTo>
                    <a:pt x="266" y="134"/>
                  </a:lnTo>
                  <a:lnTo>
                    <a:pt x="266" y="13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58"/>
            <p:cNvSpPr/>
            <p:nvPr/>
          </p:nvSpPr>
          <p:spPr>
            <a:xfrm>
              <a:off x="6849490" y="4126943"/>
              <a:ext cx="90228" cy="37421"/>
            </a:xfrm>
            <a:custGeom>
              <a:rect b="b" l="l" r="r" t="t"/>
              <a:pathLst>
                <a:path extrusionOk="0" h="2257" w="5442">
                  <a:moveTo>
                    <a:pt x="1" y="1"/>
                  </a:moveTo>
                  <a:lnTo>
                    <a:pt x="1" y="1"/>
                  </a:lnTo>
                  <a:lnTo>
                    <a:pt x="133" y="1"/>
                  </a:lnTo>
                  <a:lnTo>
                    <a:pt x="4778" y="2257"/>
                  </a:lnTo>
                  <a:lnTo>
                    <a:pt x="4778" y="2257"/>
                  </a:lnTo>
                  <a:lnTo>
                    <a:pt x="5176" y="2257"/>
                  </a:lnTo>
                  <a:lnTo>
                    <a:pt x="5176" y="2257"/>
                  </a:lnTo>
                  <a:lnTo>
                    <a:pt x="5309" y="2257"/>
                  </a:lnTo>
                  <a:lnTo>
                    <a:pt x="5309" y="2257"/>
                  </a:lnTo>
                  <a:lnTo>
                    <a:pt x="5442" y="2257"/>
                  </a:lnTo>
                  <a:lnTo>
                    <a:pt x="5442" y="2257"/>
                  </a:lnTo>
                  <a:lnTo>
                    <a:pt x="5442" y="2257"/>
                  </a:lnTo>
                  <a:lnTo>
                    <a:pt x="5309" y="2257"/>
                  </a:lnTo>
                  <a:lnTo>
                    <a:pt x="5309" y="2257"/>
                  </a:lnTo>
                  <a:lnTo>
                    <a:pt x="4778" y="2257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4D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58"/>
            <p:cNvSpPr/>
            <p:nvPr/>
          </p:nvSpPr>
          <p:spPr>
            <a:xfrm>
              <a:off x="6849490" y="4126943"/>
              <a:ext cx="90228" cy="37421"/>
            </a:xfrm>
            <a:custGeom>
              <a:rect b="b" l="l" r="r" t="t"/>
              <a:pathLst>
                <a:path extrusionOk="0" fill="none" h="2257" w="5442">
                  <a:moveTo>
                    <a:pt x="1" y="1"/>
                  </a:moveTo>
                  <a:lnTo>
                    <a:pt x="1" y="1"/>
                  </a:lnTo>
                  <a:lnTo>
                    <a:pt x="133" y="1"/>
                  </a:lnTo>
                  <a:lnTo>
                    <a:pt x="4778" y="2257"/>
                  </a:lnTo>
                  <a:lnTo>
                    <a:pt x="4778" y="2257"/>
                  </a:lnTo>
                  <a:lnTo>
                    <a:pt x="5176" y="2257"/>
                  </a:lnTo>
                  <a:lnTo>
                    <a:pt x="5176" y="2257"/>
                  </a:lnTo>
                  <a:lnTo>
                    <a:pt x="5309" y="2257"/>
                  </a:lnTo>
                  <a:lnTo>
                    <a:pt x="5309" y="2257"/>
                  </a:lnTo>
                  <a:lnTo>
                    <a:pt x="5442" y="2257"/>
                  </a:lnTo>
                  <a:lnTo>
                    <a:pt x="5442" y="2257"/>
                  </a:lnTo>
                  <a:lnTo>
                    <a:pt x="5442" y="2257"/>
                  </a:lnTo>
                  <a:lnTo>
                    <a:pt x="5309" y="2257"/>
                  </a:lnTo>
                  <a:lnTo>
                    <a:pt x="5309" y="2257"/>
                  </a:lnTo>
                  <a:lnTo>
                    <a:pt x="4778" y="2257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58"/>
            <p:cNvSpPr/>
            <p:nvPr/>
          </p:nvSpPr>
          <p:spPr>
            <a:xfrm>
              <a:off x="6992509" y="3999327"/>
              <a:ext cx="116640" cy="112230"/>
            </a:xfrm>
            <a:custGeom>
              <a:rect b="b" l="l" r="r" t="t"/>
              <a:pathLst>
                <a:path extrusionOk="0" h="6769" w="7035">
                  <a:moveTo>
                    <a:pt x="7035" y="0"/>
                  </a:moveTo>
                  <a:lnTo>
                    <a:pt x="6769" y="266"/>
                  </a:lnTo>
                  <a:lnTo>
                    <a:pt x="6504" y="399"/>
                  </a:lnTo>
                  <a:lnTo>
                    <a:pt x="2921" y="531"/>
                  </a:lnTo>
                  <a:lnTo>
                    <a:pt x="266" y="797"/>
                  </a:lnTo>
                  <a:lnTo>
                    <a:pt x="1" y="797"/>
                  </a:lnTo>
                  <a:lnTo>
                    <a:pt x="1" y="5176"/>
                  </a:lnTo>
                  <a:lnTo>
                    <a:pt x="1859" y="6503"/>
                  </a:lnTo>
                  <a:lnTo>
                    <a:pt x="1992" y="6636"/>
                  </a:lnTo>
                  <a:lnTo>
                    <a:pt x="2124" y="6769"/>
                  </a:lnTo>
                  <a:lnTo>
                    <a:pt x="2124" y="6503"/>
                  </a:lnTo>
                  <a:lnTo>
                    <a:pt x="6504" y="6238"/>
                  </a:lnTo>
                  <a:lnTo>
                    <a:pt x="6769" y="6238"/>
                  </a:lnTo>
                  <a:lnTo>
                    <a:pt x="6902" y="6105"/>
                  </a:lnTo>
                  <a:lnTo>
                    <a:pt x="7035" y="5840"/>
                  </a:lnTo>
                  <a:lnTo>
                    <a:pt x="7035" y="5574"/>
                  </a:lnTo>
                  <a:lnTo>
                    <a:pt x="7035" y="0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58"/>
            <p:cNvSpPr/>
            <p:nvPr/>
          </p:nvSpPr>
          <p:spPr>
            <a:xfrm>
              <a:off x="6992509" y="3983924"/>
              <a:ext cx="116640" cy="127633"/>
            </a:xfrm>
            <a:custGeom>
              <a:rect b="b" l="l" r="r" t="t"/>
              <a:pathLst>
                <a:path extrusionOk="0" fill="none" h="7698" w="7035">
                  <a:moveTo>
                    <a:pt x="7035" y="0"/>
                  </a:moveTo>
                  <a:lnTo>
                    <a:pt x="7035" y="664"/>
                  </a:lnTo>
                  <a:lnTo>
                    <a:pt x="7035" y="664"/>
                  </a:lnTo>
                  <a:lnTo>
                    <a:pt x="7035" y="929"/>
                  </a:lnTo>
                  <a:lnTo>
                    <a:pt x="6769" y="1195"/>
                  </a:lnTo>
                  <a:lnTo>
                    <a:pt x="6769" y="1195"/>
                  </a:lnTo>
                  <a:lnTo>
                    <a:pt x="6504" y="1328"/>
                  </a:lnTo>
                  <a:lnTo>
                    <a:pt x="2921" y="1460"/>
                  </a:lnTo>
                  <a:lnTo>
                    <a:pt x="266" y="1726"/>
                  </a:lnTo>
                  <a:lnTo>
                    <a:pt x="266" y="1726"/>
                  </a:lnTo>
                  <a:lnTo>
                    <a:pt x="134" y="1726"/>
                  </a:lnTo>
                  <a:lnTo>
                    <a:pt x="134" y="1726"/>
                  </a:lnTo>
                  <a:lnTo>
                    <a:pt x="1" y="1726"/>
                  </a:lnTo>
                  <a:lnTo>
                    <a:pt x="1" y="6105"/>
                  </a:lnTo>
                  <a:lnTo>
                    <a:pt x="1859" y="7432"/>
                  </a:lnTo>
                  <a:lnTo>
                    <a:pt x="1859" y="7432"/>
                  </a:lnTo>
                  <a:lnTo>
                    <a:pt x="1992" y="7565"/>
                  </a:lnTo>
                  <a:lnTo>
                    <a:pt x="2124" y="7698"/>
                  </a:lnTo>
                  <a:lnTo>
                    <a:pt x="2124" y="7698"/>
                  </a:lnTo>
                  <a:lnTo>
                    <a:pt x="2124" y="7432"/>
                  </a:lnTo>
                  <a:lnTo>
                    <a:pt x="6504" y="7167"/>
                  </a:lnTo>
                  <a:lnTo>
                    <a:pt x="6504" y="7167"/>
                  </a:lnTo>
                  <a:lnTo>
                    <a:pt x="6769" y="7167"/>
                  </a:lnTo>
                  <a:lnTo>
                    <a:pt x="6902" y="7034"/>
                  </a:lnTo>
                  <a:lnTo>
                    <a:pt x="7035" y="6769"/>
                  </a:lnTo>
                  <a:lnTo>
                    <a:pt x="7035" y="6503"/>
                  </a:lnTo>
                  <a:lnTo>
                    <a:pt x="7035" y="133"/>
                  </a:lnTo>
                  <a:lnTo>
                    <a:pt x="70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58"/>
            <p:cNvSpPr/>
            <p:nvPr/>
          </p:nvSpPr>
          <p:spPr>
            <a:xfrm>
              <a:off x="7025519" y="4109335"/>
              <a:ext cx="2222" cy="4427"/>
            </a:xfrm>
            <a:custGeom>
              <a:rect b="b" l="l" r="r" t="t"/>
              <a:pathLst>
                <a:path extrusionOk="0" h="267" w="134">
                  <a:moveTo>
                    <a:pt x="1" y="1"/>
                  </a:moveTo>
                  <a:lnTo>
                    <a:pt x="133" y="266"/>
                  </a:lnTo>
                  <a:lnTo>
                    <a:pt x="133" y="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4D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58"/>
            <p:cNvSpPr/>
            <p:nvPr/>
          </p:nvSpPr>
          <p:spPr>
            <a:xfrm>
              <a:off x="6992509" y="4085145"/>
              <a:ext cx="35232" cy="28617"/>
            </a:xfrm>
            <a:custGeom>
              <a:rect b="b" l="l" r="r" t="t"/>
              <a:pathLst>
                <a:path extrusionOk="0" fill="none" h="1726" w="2125">
                  <a:moveTo>
                    <a:pt x="1" y="0"/>
                  </a:moveTo>
                  <a:lnTo>
                    <a:pt x="1" y="0"/>
                  </a:lnTo>
                  <a:lnTo>
                    <a:pt x="1859" y="1327"/>
                  </a:lnTo>
                  <a:lnTo>
                    <a:pt x="1859" y="1327"/>
                  </a:lnTo>
                  <a:lnTo>
                    <a:pt x="1992" y="1460"/>
                  </a:lnTo>
                  <a:lnTo>
                    <a:pt x="2124" y="1725"/>
                  </a:lnTo>
                  <a:lnTo>
                    <a:pt x="2124" y="1725"/>
                  </a:lnTo>
                  <a:lnTo>
                    <a:pt x="2124" y="1593"/>
                  </a:lnTo>
                  <a:lnTo>
                    <a:pt x="2124" y="1593"/>
                  </a:lnTo>
                  <a:lnTo>
                    <a:pt x="1992" y="1460"/>
                  </a:lnTo>
                  <a:lnTo>
                    <a:pt x="1859" y="132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58"/>
            <p:cNvSpPr/>
            <p:nvPr/>
          </p:nvSpPr>
          <p:spPr>
            <a:xfrm>
              <a:off x="6994714" y="4008131"/>
              <a:ext cx="46225" cy="4410"/>
            </a:xfrm>
            <a:custGeom>
              <a:rect b="b" l="l" r="r" t="t"/>
              <a:pathLst>
                <a:path extrusionOk="0" fill="none" h="266" w="2788">
                  <a:moveTo>
                    <a:pt x="2788" y="0"/>
                  </a:moveTo>
                  <a:lnTo>
                    <a:pt x="133" y="266"/>
                  </a:lnTo>
                  <a:lnTo>
                    <a:pt x="133" y="266"/>
                  </a:lnTo>
                  <a:lnTo>
                    <a:pt x="1" y="266"/>
                  </a:lnTo>
                  <a:lnTo>
                    <a:pt x="1" y="266"/>
                  </a:lnTo>
                  <a:lnTo>
                    <a:pt x="133" y="266"/>
                  </a:lnTo>
                  <a:lnTo>
                    <a:pt x="278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58"/>
            <p:cNvSpPr/>
            <p:nvPr/>
          </p:nvSpPr>
          <p:spPr>
            <a:xfrm>
              <a:off x="7104739" y="3983924"/>
              <a:ext cx="4410" cy="19813"/>
            </a:xfrm>
            <a:custGeom>
              <a:rect b="b" l="l" r="r" t="t"/>
              <a:pathLst>
                <a:path extrusionOk="0" fill="none" h="1195" w="266">
                  <a:moveTo>
                    <a:pt x="266" y="0"/>
                  </a:moveTo>
                  <a:lnTo>
                    <a:pt x="266" y="664"/>
                  </a:lnTo>
                  <a:lnTo>
                    <a:pt x="266" y="664"/>
                  </a:lnTo>
                  <a:lnTo>
                    <a:pt x="266" y="929"/>
                  </a:lnTo>
                  <a:lnTo>
                    <a:pt x="0" y="1195"/>
                  </a:lnTo>
                  <a:lnTo>
                    <a:pt x="0" y="1195"/>
                  </a:lnTo>
                  <a:lnTo>
                    <a:pt x="0" y="1195"/>
                  </a:lnTo>
                  <a:lnTo>
                    <a:pt x="266" y="929"/>
                  </a:lnTo>
                  <a:lnTo>
                    <a:pt x="266" y="664"/>
                  </a:lnTo>
                  <a:lnTo>
                    <a:pt x="266" y="0"/>
                  </a:lnTo>
                  <a:lnTo>
                    <a:pt x="26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58"/>
            <p:cNvSpPr/>
            <p:nvPr/>
          </p:nvSpPr>
          <p:spPr>
            <a:xfrm>
              <a:off x="7027725" y="4113746"/>
              <a:ext cx="17" cy="1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58"/>
            <p:cNvSpPr/>
            <p:nvPr/>
          </p:nvSpPr>
          <p:spPr>
            <a:xfrm>
              <a:off x="7027725" y="4113746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58"/>
            <p:cNvSpPr/>
            <p:nvPr/>
          </p:nvSpPr>
          <p:spPr>
            <a:xfrm>
              <a:off x="7027725" y="4113746"/>
              <a:ext cx="17" cy="17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4D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58"/>
            <p:cNvSpPr/>
            <p:nvPr/>
          </p:nvSpPr>
          <p:spPr>
            <a:xfrm>
              <a:off x="7027725" y="4113746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58"/>
            <p:cNvSpPr/>
            <p:nvPr/>
          </p:nvSpPr>
          <p:spPr>
            <a:xfrm>
              <a:off x="5648103" y="3352425"/>
              <a:ext cx="684323" cy="481898"/>
            </a:xfrm>
            <a:custGeom>
              <a:rect b="b" l="l" r="r" t="t"/>
              <a:pathLst>
                <a:path extrusionOk="0" h="29065" w="41274">
                  <a:moveTo>
                    <a:pt x="20571" y="13139"/>
                  </a:moveTo>
                  <a:lnTo>
                    <a:pt x="22296" y="13272"/>
                  </a:lnTo>
                  <a:lnTo>
                    <a:pt x="24021" y="13537"/>
                  </a:lnTo>
                  <a:lnTo>
                    <a:pt x="25614" y="13935"/>
                  </a:lnTo>
                  <a:lnTo>
                    <a:pt x="27074" y="14731"/>
                  </a:lnTo>
                  <a:lnTo>
                    <a:pt x="27737" y="15129"/>
                  </a:lnTo>
                  <a:lnTo>
                    <a:pt x="27074" y="15660"/>
                  </a:lnTo>
                  <a:lnTo>
                    <a:pt x="25747" y="16324"/>
                  </a:lnTo>
                  <a:lnTo>
                    <a:pt x="24154" y="16722"/>
                  </a:lnTo>
                  <a:lnTo>
                    <a:pt x="22827" y="16987"/>
                  </a:lnTo>
                  <a:lnTo>
                    <a:pt x="21500" y="17120"/>
                  </a:lnTo>
                  <a:lnTo>
                    <a:pt x="18846" y="17120"/>
                  </a:lnTo>
                  <a:lnTo>
                    <a:pt x="17519" y="16855"/>
                  </a:lnTo>
                  <a:lnTo>
                    <a:pt x="16324" y="16589"/>
                  </a:lnTo>
                  <a:lnTo>
                    <a:pt x="15130" y="16191"/>
                  </a:lnTo>
                  <a:lnTo>
                    <a:pt x="14201" y="15660"/>
                  </a:lnTo>
                  <a:lnTo>
                    <a:pt x="13405" y="15129"/>
                  </a:lnTo>
                  <a:lnTo>
                    <a:pt x="14068" y="14731"/>
                  </a:lnTo>
                  <a:lnTo>
                    <a:pt x="15528" y="13935"/>
                  </a:lnTo>
                  <a:lnTo>
                    <a:pt x="17120" y="13537"/>
                  </a:lnTo>
                  <a:lnTo>
                    <a:pt x="18846" y="13272"/>
                  </a:lnTo>
                  <a:lnTo>
                    <a:pt x="20571" y="13139"/>
                  </a:lnTo>
                  <a:close/>
                  <a:moveTo>
                    <a:pt x="14997" y="0"/>
                  </a:moveTo>
                  <a:lnTo>
                    <a:pt x="9954" y="1195"/>
                  </a:lnTo>
                  <a:lnTo>
                    <a:pt x="9689" y="1328"/>
                  </a:lnTo>
                  <a:lnTo>
                    <a:pt x="9556" y="1593"/>
                  </a:lnTo>
                  <a:lnTo>
                    <a:pt x="9556" y="5442"/>
                  </a:lnTo>
                  <a:lnTo>
                    <a:pt x="8627" y="6105"/>
                  </a:lnTo>
                  <a:lnTo>
                    <a:pt x="8096" y="6371"/>
                  </a:lnTo>
                  <a:lnTo>
                    <a:pt x="7698" y="6371"/>
                  </a:lnTo>
                  <a:lnTo>
                    <a:pt x="2788" y="5574"/>
                  </a:lnTo>
                  <a:lnTo>
                    <a:pt x="2390" y="5574"/>
                  </a:lnTo>
                  <a:lnTo>
                    <a:pt x="1991" y="5840"/>
                  </a:lnTo>
                  <a:lnTo>
                    <a:pt x="134" y="8494"/>
                  </a:lnTo>
                  <a:lnTo>
                    <a:pt x="1" y="8759"/>
                  </a:lnTo>
                  <a:lnTo>
                    <a:pt x="1" y="8892"/>
                  </a:lnTo>
                  <a:lnTo>
                    <a:pt x="1" y="14864"/>
                  </a:lnTo>
                  <a:lnTo>
                    <a:pt x="1" y="14997"/>
                  </a:lnTo>
                  <a:lnTo>
                    <a:pt x="1" y="20305"/>
                  </a:lnTo>
                  <a:lnTo>
                    <a:pt x="1" y="20438"/>
                  </a:lnTo>
                  <a:lnTo>
                    <a:pt x="2124" y="23225"/>
                  </a:lnTo>
                  <a:lnTo>
                    <a:pt x="2390" y="23490"/>
                  </a:lnTo>
                  <a:lnTo>
                    <a:pt x="2920" y="23490"/>
                  </a:lnTo>
                  <a:lnTo>
                    <a:pt x="7565" y="22694"/>
                  </a:lnTo>
                  <a:lnTo>
                    <a:pt x="8096" y="22694"/>
                  </a:lnTo>
                  <a:lnTo>
                    <a:pt x="8494" y="22827"/>
                  </a:lnTo>
                  <a:lnTo>
                    <a:pt x="9689" y="23623"/>
                  </a:lnTo>
                  <a:lnTo>
                    <a:pt x="9689" y="27604"/>
                  </a:lnTo>
                  <a:lnTo>
                    <a:pt x="9689" y="27737"/>
                  </a:lnTo>
                  <a:lnTo>
                    <a:pt x="9954" y="27870"/>
                  </a:lnTo>
                  <a:lnTo>
                    <a:pt x="15130" y="29064"/>
                  </a:lnTo>
                  <a:lnTo>
                    <a:pt x="15528" y="29064"/>
                  </a:lnTo>
                  <a:lnTo>
                    <a:pt x="15926" y="28799"/>
                  </a:lnTo>
                  <a:lnTo>
                    <a:pt x="18049" y="26543"/>
                  </a:lnTo>
                  <a:lnTo>
                    <a:pt x="18448" y="26277"/>
                  </a:lnTo>
                  <a:lnTo>
                    <a:pt x="18978" y="26144"/>
                  </a:lnTo>
                  <a:lnTo>
                    <a:pt x="22694" y="26144"/>
                  </a:lnTo>
                  <a:lnTo>
                    <a:pt x="22960" y="26410"/>
                  </a:lnTo>
                  <a:lnTo>
                    <a:pt x="25349" y="28931"/>
                  </a:lnTo>
                  <a:lnTo>
                    <a:pt x="25747" y="29064"/>
                  </a:lnTo>
                  <a:lnTo>
                    <a:pt x="26277" y="29064"/>
                  </a:lnTo>
                  <a:lnTo>
                    <a:pt x="31188" y="27870"/>
                  </a:lnTo>
                  <a:lnTo>
                    <a:pt x="31453" y="27737"/>
                  </a:lnTo>
                  <a:lnTo>
                    <a:pt x="31586" y="27472"/>
                  </a:lnTo>
                  <a:lnTo>
                    <a:pt x="31586" y="23623"/>
                  </a:lnTo>
                  <a:lnTo>
                    <a:pt x="32648" y="22959"/>
                  </a:lnTo>
                  <a:lnTo>
                    <a:pt x="33046" y="22694"/>
                  </a:lnTo>
                  <a:lnTo>
                    <a:pt x="33577" y="22694"/>
                  </a:lnTo>
                  <a:lnTo>
                    <a:pt x="38487" y="23490"/>
                  </a:lnTo>
                  <a:lnTo>
                    <a:pt x="38885" y="23490"/>
                  </a:lnTo>
                  <a:lnTo>
                    <a:pt x="39283" y="23092"/>
                  </a:lnTo>
                  <a:lnTo>
                    <a:pt x="41141" y="20571"/>
                  </a:lnTo>
                  <a:lnTo>
                    <a:pt x="41274" y="20172"/>
                  </a:lnTo>
                  <a:lnTo>
                    <a:pt x="41274" y="16457"/>
                  </a:lnTo>
                  <a:lnTo>
                    <a:pt x="41274" y="16324"/>
                  </a:lnTo>
                  <a:lnTo>
                    <a:pt x="41274" y="8759"/>
                  </a:lnTo>
                  <a:lnTo>
                    <a:pt x="41141" y="8627"/>
                  </a:lnTo>
                  <a:lnTo>
                    <a:pt x="39150" y="5707"/>
                  </a:lnTo>
                  <a:lnTo>
                    <a:pt x="38752" y="5574"/>
                  </a:lnTo>
                  <a:lnTo>
                    <a:pt x="38354" y="5574"/>
                  </a:lnTo>
                  <a:lnTo>
                    <a:pt x="33577" y="6371"/>
                  </a:lnTo>
                  <a:lnTo>
                    <a:pt x="33178" y="6371"/>
                  </a:lnTo>
                  <a:lnTo>
                    <a:pt x="32780" y="6238"/>
                  </a:lnTo>
                  <a:lnTo>
                    <a:pt x="31586" y="5442"/>
                  </a:lnTo>
                  <a:lnTo>
                    <a:pt x="31586" y="1593"/>
                  </a:lnTo>
                  <a:lnTo>
                    <a:pt x="31453" y="1328"/>
                  </a:lnTo>
                  <a:lnTo>
                    <a:pt x="31320" y="1195"/>
                  </a:lnTo>
                  <a:lnTo>
                    <a:pt x="26145" y="0"/>
                  </a:lnTo>
                  <a:lnTo>
                    <a:pt x="25614" y="0"/>
                  </a:lnTo>
                  <a:lnTo>
                    <a:pt x="25216" y="266"/>
                  </a:lnTo>
                  <a:lnTo>
                    <a:pt x="23092" y="2522"/>
                  </a:lnTo>
                  <a:lnTo>
                    <a:pt x="22694" y="2787"/>
                  </a:lnTo>
                  <a:lnTo>
                    <a:pt x="22296" y="2920"/>
                  </a:lnTo>
                  <a:lnTo>
                    <a:pt x="18580" y="2920"/>
                  </a:lnTo>
                  <a:lnTo>
                    <a:pt x="18182" y="2655"/>
                  </a:lnTo>
                  <a:lnTo>
                    <a:pt x="15793" y="133"/>
                  </a:lnTo>
                  <a:lnTo>
                    <a:pt x="1552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58"/>
            <p:cNvSpPr/>
            <p:nvPr/>
          </p:nvSpPr>
          <p:spPr>
            <a:xfrm>
              <a:off x="5648103" y="3352425"/>
              <a:ext cx="684323" cy="481898"/>
            </a:xfrm>
            <a:custGeom>
              <a:rect b="b" l="l" r="r" t="t"/>
              <a:pathLst>
                <a:path extrusionOk="0" fill="none" h="29065" w="41274">
                  <a:moveTo>
                    <a:pt x="1" y="14997"/>
                  </a:moveTo>
                  <a:lnTo>
                    <a:pt x="1" y="14997"/>
                  </a:lnTo>
                  <a:lnTo>
                    <a:pt x="1" y="20305"/>
                  </a:lnTo>
                  <a:lnTo>
                    <a:pt x="1" y="20438"/>
                  </a:lnTo>
                  <a:lnTo>
                    <a:pt x="2124" y="23225"/>
                  </a:lnTo>
                  <a:lnTo>
                    <a:pt x="2124" y="23225"/>
                  </a:lnTo>
                  <a:lnTo>
                    <a:pt x="2390" y="23490"/>
                  </a:lnTo>
                  <a:lnTo>
                    <a:pt x="2920" y="23490"/>
                  </a:lnTo>
                  <a:lnTo>
                    <a:pt x="7565" y="22694"/>
                  </a:lnTo>
                  <a:lnTo>
                    <a:pt x="7565" y="22694"/>
                  </a:lnTo>
                  <a:lnTo>
                    <a:pt x="8096" y="22694"/>
                  </a:lnTo>
                  <a:lnTo>
                    <a:pt x="8494" y="22827"/>
                  </a:lnTo>
                  <a:lnTo>
                    <a:pt x="8494" y="22827"/>
                  </a:lnTo>
                  <a:lnTo>
                    <a:pt x="9689" y="23623"/>
                  </a:lnTo>
                  <a:lnTo>
                    <a:pt x="9689" y="23623"/>
                  </a:lnTo>
                  <a:lnTo>
                    <a:pt x="9689" y="27604"/>
                  </a:lnTo>
                  <a:lnTo>
                    <a:pt x="9689" y="27604"/>
                  </a:lnTo>
                  <a:lnTo>
                    <a:pt x="9689" y="27737"/>
                  </a:lnTo>
                  <a:lnTo>
                    <a:pt x="9954" y="27870"/>
                  </a:lnTo>
                  <a:lnTo>
                    <a:pt x="15130" y="29064"/>
                  </a:lnTo>
                  <a:lnTo>
                    <a:pt x="15130" y="29064"/>
                  </a:lnTo>
                  <a:lnTo>
                    <a:pt x="15528" y="29064"/>
                  </a:lnTo>
                  <a:lnTo>
                    <a:pt x="15926" y="28799"/>
                  </a:lnTo>
                  <a:lnTo>
                    <a:pt x="18049" y="26543"/>
                  </a:lnTo>
                  <a:lnTo>
                    <a:pt x="18049" y="26543"/>
                  </a:lnTo>
                  <a:lnTo>
                    <a:pt x="18448" y="26277"/>
                  </a:lnTo>
                  <a:lnTo>
                    <a:pt x="18978" y="26144"/>
                  </a:lnTo>
                  <a:lnTo>
                    <a:pt x="18978" y="26144"/>
                  </a:lnTo>
                  <a:lnTo>
                    <a:pt x="20571" y="26144"/>
                  </a:lnTo>
                  <a:lnTo>
                    <a:pt x="22163" y="26144"/>
                  </a:lnTo>
                  <a:lnTo>
                    <a:pt x="22163" y="26144"/>
                  </a:lnTo>
                  <a:lnTo>
                    <a:pt x="22694" y="26144"/>
                  </a:lnTo>
                  <a:lnTo>
                    <a:pt x="22960" y="26410"/>
                  </a:lnTo>
                  <a:lnTo>
                    <a:pt x="25349" y="28931"/>
                  </a:lnTo>
                  <a:lnTo>
                    <a:pt x="25349" y="28931"/>
                  </a:lnTo>
                  <a:lnTo>
                    <a:pt x="25747" y="29064"/>
                  </a:lnTo>
                  <a:lnTo>
                    <a:pt x="26277" y="29064"/>
                  </a:lnTo>
                  <a:lnTo>
                    <a:pt x="31188" y="27870"/>
                  </a:lnTo>
                  <a:lnTo>
                    <a:pt x="31188" y="27870"/>
                  </a:lnTo>
                  <a:lnTo>
                    <a:pt x="31453" y="27737"/>
                  </a:lnTo>
                  <a:lnTo>
                    <a:pt x="31586" y="27472"/>
                  </a:lnTo>
                  <a:lnTo>
                    <a:pt x="31586" y="23623"/>
                  </a:lnTo>
                  <a:lnTo>
                    <a:pt x="31586" y="23623"/>
                  </a:lnTo>
                  <a:lnTo>
                    <a:pt x="32648" y="22959"/>
                  </a:lnTo>
                  <a:lnTo>
                    <a:pt x="32648" y="22959"/>
                  </a:lnTo>
                  <a:lnTo>
                    <a:pt x="33046" y="22694"/>
                  </a:lnTo>
                  <a:lnTo>
                    <a:pt x="33577" y="22694"/>
                  </a:lnTo>
                  <a:lnTo>
                    <a:pt x="38487" y="23490"/>
                  </a:lnTo>
                  <a:lnTo>
                    <a:pt x="38487" y="23490"/>
                  </a:lnTo>
                  <a:lnTo>
                    <a:pt x="38885" y="23490"/>
                  </a:lnTo>
                  <a:lnTo>
                    <a:pt x="39283" y="23092"/>
                  </a:lnTo>
                  <a:lnTo>
                    <a:pt x="41141" y="20571"/>
                  </a:lnTo>
                  <a:lnTo>
                    <a:pt x="41141" y="20571"/>
                  </a:lnTo>
                  <a:lnTo>
                    <a:pt x="41274" y="20172"/>
                  </a:lnTo>
                  <a:lnTo>
                    <a:pt x="41274" y="20172"/>
                  </a:lnTo>
                  <a:lnTo>
                    <a:pt x="41274" y="16457"/>
                  </a:lnTo>
                  <a:lnTo>
                    <a:pt x="41274" y="16324"/>
                  </a:lnTo>
                  <a:lnTo>
                    <a:pt x="41274" y="16324"/>
                  </a:lnTo>
                  <a:lnTo>
                    <a:pt x="41274" y="8759"/>
                  </a:lnTo>
                  <a:lnTo>
                    <a:pt x="41274" y="8759"/>
                  </a:lnTo>
                  <a:lnTo>
                    <a:pt x="41141" y="8627"/>
                  </a:lnTo>
                  <a:lnTo>
                    <a:pt x="39150" y="5707"/>
                  </a:lnTo>
                  <a:lnTo>
                    <a:pt x="39150" y="5707"/>
                  </a:lnTo>
                  <a:lnTo>
                    <a:pt x="38752" y="5574"/>
                  </a:lnTo>
                  <a:lnTo>
                    <a:pt x="38354" y="5574"/>
                  </a:lnTo>
                  <a:lnTo>
                    <a:pt x="33577" y="6371"/>
                  </a:lnTo>
                  <a:lnTo>
                    <a:pt x="33577" y="6371"/>
                  </a:lnTo>
                  <a:lnTo>
                    <a:pt x="33178" y="6371"/>
                  </a:lnTo>
                  <a:lnTo>
                    <a:pt x="32780" y="6238"/>
                  </a:lnTo>
                  <a:lnTo>
                    <a:pt x="32780" y="6238"/>
                  </a:lnTo>
                  <a:lnTo>
                    <a:pt x="31586" y="5442"/>
                  </a:lnTo>
                  <a:lnTo>
                    <a:pt x="31586" y="5442"/>
                  </a:lnTo>
                  <a:lnTo>
                    <a:pt x="31586" y="1593"/>
                  </a:lnTo>
                  <a:lnTo>
                    <a:pt x="31586" y="1593"/>
                  </a:lnTo>
                  <a:lnTo>
                    <a:pt x="31586" y="1593"/>
                  </a:lnTo>
                  <a:lnTo>
                    <a:pt x="31453" y="1328"/>
                  </a:lnTo>
                  <a:lnTo>
                    <a:pt x="31320" y="1195"/>
                  </a:lnTo>
                  <a:lnTo>
                    <a:pt x="26145" y="0"/>
                  </a:lnTo>
                  <a:lnTo>
                    <a:pt x="26145" y="0"/>
                  </a:lnTo>
                  <a:lnTo>
                    <a:pt x="25614" y="0"/>
                  </a:lnTo>
                  <a:lnTo>
                    <a:pt x="25216" y="266"/>
                  </a:lnTo>
                  <a:lnTo>
                    <a:pt x="23092" y="2522"/>
                  </a:lnTo>
                  <a:lnTo>
                    <a:pt x="23092" y="2522"/>
                  </a:lnTo>
                  <a:lnTo>
                    <a:pt x="22694" y="2787"/>
                  </a:lnTo>
                  <a:lnTo>
                    <a:pt x="22296" y="2920"/>
                  </a:lnTo>
                  <a:lnTo>
                    <a:pt x="22296" y="2920"/>
                  </a:lnTo>
                  <a:lnTo>
                    <a:pt x="20571" y="2920"/>
                  </a:lnTo>
                  <a:lnTo>
                    <a:pt x="18978" y="2920"/>
                  </a:lnTo>
                  <a:lnTo>
                    <a:pt x="18978" y="2920"/>
                  </a:lnTo>
                  <a:lnTo>
                    <a:pt x="18580" y="2920"/>
                  </a:lnTo>
                  <a:lnTo>
                    <a:pt x="18182" y="2655"/>
                  </a:lnTo>
                  <a:lnTo>
                    <a:pt x="15793" y="133"/>
                  </a:lnTo>
                  <a:lnTo>
                    <a:pt x="15793" y="133"/>
                  </a:lnTo>
                  <a:lnTo>
                    <a:pt x="15528" y="0"/>
                  </a:lnTo>
                  <a:lnTo>
                    <a:pt x="14997" y="0"/>
                  </a:lnTo>
                  <a:lnTo>
                    <a:pt x="9954" y="1195"/>
                  </a:lnTo>
                  <a:lnTo>
                    <a:pt x="9954" y="1195"/>
                  </a:lnTo>
                  <a:lnTo>
                    <a:pt x="9689" y="1328"/>
                  </a:lnTo>
                  <a:lnTo>
                    <a:pt x="9556" y="1593"/>
                  </a:lnTo>
                  <a:lnTo>
                    <a:pt x="9556" y="1593"/>
                  </a:lnTo>
                  <a:lnTo>
                    <a:pt x="9556" y="5442"/>
                  </a:lnTo>
                  <a:lnTo>
                    <a:pt x="9556" y="5442"/>
                  </a:lnTo>
                  <a:lnTo>
                    <a:pt x="8627" y="6105"/>
                  </a:lnTo>
                  <a:lnTo>
                    <a:pt x="8627" y="6105"/>
                  </a:lnTo>
                  <a:lnTo>
                    <a:pt x="8096" y="6371"/>
                  </a:lnTo>
                  <a:lnTo>
                    <a:pt x="7698" y="6371"/>
                  </a:lnTo>
                  <a:lnTo>
                    <a:pt x="2788" y="5574"/>
                  </a:lnTo>
                  <a:lnTo>
                    <a:pt x="2788" y="5574"/>
                  </a:lnTo>
                  <a:lnTo>
                    <a:pt x="2390" y="5574"/>
                  </a:lnTo>
                  <a:lnTo>
                    <a:pt x="1991" y="5840"/>
                  </a:lnTo>
                  <a:lnTo>
                    <a:pt x="134" y="8494"/>
                  </a:lnTo>
                  <a:lnTo>
                    <a:pt x="134" y="8494"/>
                  </a:lnTo>
                  <a:lnTo>
                    <a:pt x="1" y="8759"/>
                  </a:lnTo>
                  <a:lnTo>
                    <a:pt x="1" y="8892"/>
                  </a:lnTo>
                  <a:lnTo>
                    <a:pt x="1" y="8892"/>
                  </a:lnTo>
                  <a:lnTo>
                    <a:pt x="1" y="14864"/>
                  </a:lnTo>
                  <a:lnTo>
                    <a:pt x="1" y="14864"/>
                  </a:lnTo>
                  <a:lnTo>
                    <a:pt x="1" y="14997"/>
                  </a:lnTo>
                  <a:lnTo>
                    <a:pt x="1" y="14997"/>
                  </a:lnTo>
                  <a:lnTo>
                    <a:pt x="1" y="14997"/>
                  </a:lnTo>
                  <a:lnTo>
                    <a:pt x="1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58"/>
            <p:cNvSpPr/>
            <p:nvPr/>
          </p:nvSpPr>
          <p:spPr>
            <a:xfrm>
              <a:off x="5870341" y="3570253"/>
              <a:ext cx="237658" cy="66038"/>
            </a:xfrm>
            <a:custGeom>
              <a:rect b="b" l="l" r="r" t="t"/>
              <a:pathLst>
                <a:path extrusionOk="0" fill="none" h="3983" w="14334">
                  <a:moveTo>
                    <a:pt x="13670" y="2522"/>
                  </a:moveTo>
                  <a:lnTo>
                    <a:pt x="13670" y="2522"/>
                  </a:lnTo>
                  <a:lnTo>
                    <a:pt x="12343" y="3186"/>
                  </a:lnTo>
                  <a:lnTo>
                    <a:pt x="10750" y="3584"/>
                  </a:lnTo>
                  <a:lnTo>
                    <a:pt x="10750" y="3584"/>
                  </a:lnTo>
                  <a:lnTo>
                    <a:pt x="9423" y="3849"/>
                  </a:lnTo>
                  <a:lnTo>
                    <a:pt x="8096" y="3982"/>
                  </a:lnTo>
                  <a:lnTo>
                    <a:pt x="6636" y="3982"/>
                  </a:lnTo>
                  <a:lnTo>
                    <a:pt x="5442" y="3982"/>
                  </a:lnTo>
                  <a:lnTo>
                    <a:pt x="4115" y="3717"/>
                  </a:lnTo>
                  <a:lnTo>
                    <a:pt x="2920" y="3451"/>
                  </a:lnTo>
                  <a:lnTo>
                    <a:pt x="1726" y="3053"/>
                  </a:lnTo>
                  <a:lnTo>
                    <a:pt x="797" y="2522"/>
                  </a:lnTo>
                  <a:lnTo>
                    <a:pt x="797" y="2522"/>
                  </a:lnTo>
                  <a:lnTo>
                    <a:pt x="1" y="1991"/>
                  </a:lnTo>
                  <a:lnTo>
                    <a:pt x="1" y="1991"/>
                  </a:lnTo>
                  <a:lnTo>
                    <a:pt x="664" y="1593"/>
                  </a:lnTo>
                  <a:lnTo>
                    <a:pt x="664" y="1593"/>
                  </a:lnTo>
                  <a:lnTo>
                    <a:pt x="2124" y="797"/>
                  </a:lnTo>
                  <a:lnTo>
                    <a:pt x="3716" y="399"/>
                  </a:lnTo>
                  <a:lnTo>
                    <a:pt x="5442" y="134"/>
                  </a:lnTo>
                  <a:lnTo>
                    <a:pt x="7167" y="1"/>
                  </a:lnTo>
                  <a:lnTo>
                    <a:pt x="8892" y="134"/>
                  </a:lnTo>
                  <a:lnTo>
                    <a:pt x="10617" y="399"/>
                  </a:lnTo>
                  <a:lnTo>
                    <a:pt x="12210" y="797"/>
                  </a:lnTo>
                  <a:lnTo>
                    <a:pt x="13670" y="1593"/>
                  </a:lnTo>
                  <a:lnTo>
                    <a:pt x="13670" y="1593"/>
                  </a:lnTo>
                  <a:lnTo>
                    <a:pt x="14333" y="1991"/>
                  </a:lnTo>
                  <a:lnTo>
                    <a:pt x="14333" y="1991"/>
                  </a:lnTo>
                  <a:lnTo>
                    <a:pt x="13670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58"/>
            <p:cNvSpPr/>
            <p:nvPr/>
          </p:nvSpPr>
          <p:spPr>
            <a:xfrm>
              <a:off x="6149780" y="3378837"/>
              <a:ext cx="22018" cy="63816"/>
            </a:xfrm>
            <a:custGeom>
              <a:rect b="b" l="l" r="r" t="t"/>
              <a:pathLst>
                <a:path extrusionOk="0" h="3849" w="1328">
                  <a:moveTo>
                    <a:pt x="1328" y="0"/>
                  </a:moveTo>
                  <a:lnTo>
                    <a:pt x="1195" y="133"/>
                  </a:lnTo>
                  <a:lnTo>
                    <a:pt x="1" y="2654"/>
                  </a:lnTo>
                  <a:lnTo>
                    <a:pt x="1" y="3052"/>
                  </a:lnTo>
                  <a:lnTo>
                    <a:pt x="134" y="3318"/>
                  </a:lnTo>
                  <a:lnTo>
                    <a:pt x="1328" y="3849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58"/>
            <p:cNvSpPr/>
            <p:nvPr/>
          </p:nvSpPr>
          <p:spPr>
            <a:xfrm>
              <a:off x="6332409" y="3623060"/>
              <a:ext cx="17" cy="2222"/>
            </a:xfrm>
            <a:custGeom>
              <a:rect b="b" l="l" r="r" t="t"/>
              <a:pathLst>
                <a:path extrusionOk="0" h="134" w="1">
                  <a:moveTo>
                    <a:pt x="1" y="1"/>
                  </a:moveTo>
                  <a:lnTo>
                    <a:pt x="1" y="13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58"/>
            <p:cNvSpPr/>
            <p:nvPr/>
          </p:nvSpPr>
          <p:spPr>
            <a:xfrm>
              <a:off x="6332409" y="3623060"/>
              <a:ext cx="17" cy="2222"/>
            </a:xfrm>
            <a:custGeom>
              <a:rect b="b" l="l" r="r" t="t"/>
              <a:pathLst>
                <a:path extrusionOk="0" fill="none" h="134" w="1">
                  <a:moveTo>
                    <a:pt x="1" y="1"/>
                  </a:moveTo>
                  <a:lnTo>
                    <a:pt x="1" y="13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58"/>
            <p:cNvSpPr/>
            <p:nvPr/>
          </p:nvSpPr>
          <p:spPr>
            <a:xfrm>
              <a:off x="6246608" y="3497649"/>
              <a:ext cx="85818" cy="103426"/>
            </a:xfrm>
            <a:custGeom>
              <a:rect b="b" l="l" r="r" t="t"/>
              <a:pathLst>
                <a:path extrusionOk="0" h="6238" w="5176">
                  <a:moveTo>
                    <a:pt x="5176" y="0"/>
                  </a:moveTo>
                  <a:lnTo>
                    <a:pt x="5043" y="266"/>
                  </a:lnTo>
                  <a:lnTo>
                    <a:pt x="4778" y="399"/>
                  </a:lnTo>
                  <a:lnTo>
                    <a:pt x="531" y="1726"/>
                  </a:lnTo>
                  <a:lnTo>
                    <a:pt x="133" y="1991"/>
                  </a:lnTo>
                  <a:lnTo>
                    <a:pt x="0" y="2256"/>
                  </a:lnTo>
                  <a:lnTo>
                    <a:pt x="133" y="3053"/>
                  </a:lnTo>
                  <a:lnTo>
                    <a:pt x="133" y="3982"/>
                  </a:lnTo>
                  <a:lnTo>
                    <a:pt x="133" y="4247"/>
                  </a:lnTo>
                  <a:lnTo>
                    <a:pt x="398" y="4513"/>
                  </a:lnTo>
                  <a:lnTo>
                    <a:pt x="4910" y="5972"/>
                  </a:lnTo>
                  <a:lnTo>
                    <a:pt x="5043" y="5972"/>
                  </a:lnTo>
                  <a:lnTo>
                    <a:pt x="5176" y="6238"/>
                  </a:lnTo>
                  <a:lnTo>
                    <a:pt x="5176" y="399"/>
                  </a:lnTo>
                  <a:lnTo>
                    <a:pt x="5176" y="0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58"/>
            <p:cNvSpPr/>
            <p:nvPr/>
          </p:nvSpPr>
          <p:spPr>
            <a:xfrm>
              <a:off x="6246608" y="3497649"/>
              <a:ext cx="85818" cy="127633"/>
            </a:xfrm>
            <a:custGeom>
              <a:rect b="b" l="l" r="r" t="t"/>
              <a:pathLst>
                <a:path extrusionOk="0" fill="none" h="7698" w="5176">
                  <a:moveTo>
                    <a:pt x="5176" y="0"/>
                  </a:moveTo>
                  <a:lnTo>
                    <a:pt x="5176" y="0"/>
                  </a:lnTo>
                  <a:lnTo>
                    <a:pt x="5043" y="266"/>
                  </a:lnTo>
                  <a:lnTo>
                    <a:pt x="4778" y="399"/>
                  </a:lnTo>
                  <a:lnTo>
                    <a:pt x="531" y="1726"/>
                  </a:lnTo>
                  <a:lnTo>
                    <a:pt x="531" y="1726"/>
                  </a:lnTo>
                  <a:lnTo>
                    <a:pt x="133" y="1991"/>
                  </a:lnTo>
                  <a:lnTo>
                    <a:pt x="0" y="2256"/>
                  </a:lnTo>
                  <a:lnTo>
                    <a:pt x="0" y="2256"/>
                  </a:lnTo>
                  <a:lnTo>
                    <a:pt x="133" y="3053"/>
                  </a:lnTo>
                  <a:lnTo>
                    <a:pt x="133" y="3982"/>
                  </a:lnTo>
                  <a:lnTo>
                    <a:pt x="133" y="3982"/>
                  </a:lnTo>
                  <a:lnTo>
                    <a:pt x="133" y="4247"/>
                  </a:lnTo>
                  <a:lnTo>
                    <a:pt x="398" y="4513"/>
                  </a:lnTo>
                  <a:lnTo>
                    <a:pt x="4910" y="5972"/>
                  </a:lnTo>
                  <a:lnTo>
                    <a:pt x="4910" y="5972"/>
                  </a:lnTo>
                  <a:lnTo>
                    <a:pt x="5043" y="5972"/>
                  </a:lnTo>
                  <a:lnTo>
                    <a:pt x="5176" y="6238"/>
                  </a:lnTo>
                  <a:lnTo>
                    <a:pt x="5176" y="6238"/>
                  </a:lnTo>
                  <a:lnTo>
                    <a:pt x="5176" y="7698"/>
                  </a:lnTo>
                  <a:lnTo>
                    <a:pt x="5176" y="7698"/>
                  </a:lnTo>
                  <a:lnTo>
                    <a:pt x="5176" y="7565"/>
                  </a:lnTo>
                  <a:lnTo>
                    <a:pt x="5176" y="7565"/>
                  </a:lnTo>
                  <a:lnTo>
                    <a:pt x="5176" y="399"/>
                  </a:lnTo>
                  <a:lnTo>
                    <a:pt x="517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58"/>
            <p:cNvSpPr/>
            <p:nvPr/>
          </p:nvSpPr>
          <p:spPr>
            <a:xfrm>
              <a:off x="6200399" y="3728675"/>
              <a:ext cx="50619" cy="8821"/>
            </a:xfrm>
            <a:custGeom>
              <a:rect b="b" l="l" r="r" t="t"/>
              <a:pathLst>
                <a:path extrusionOk="0" h="532" w="3053">
                  <a:moveTo>
                    <a:pt x="133" y="1"/>
                  </a:moveTo>
                  <a:lnTo>
                    <a:pt x="13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266" y="1"/>
                  </a:lnTo>
                  <a:lnTo>
                    <a:pt x="3052" y="532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58"/>
            <p:cNvSpPr/>
            <p:nvPr/>
          </p:nvSpPr>
          <p:spPr>
            <a:xfrm>
              <a:off x="6200399" y="3728675"/>
              <a:ext cx="50619" cy="8821"/>
            </a:xfrm>
            <a:custGeom>
              <a:rect b="b" l="l" r="r" t="t"/>
              <a:pathLst>
                <a:path extrusionOk="0" fill="none" h="532" w="3053">
                  <a:moveTo>
                    <a:pt x="133" y="1"/>
                  </a:moveTo>
                  <a:lnTo>
                    <a:pt x="13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266" y="1"/>
                  </a:lnTo>
                  <a:lnTo>
                    <a:pt x="3052" y="532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58"/>
            <p:cNvSpPr/>
            <p:nvPr/>
          </p:nvSpPr>
          <p:spPr>
            <a:xfrm>
              <a:off x="6200399" y="3640668"/>
              <a:ext cx="90228" cy="101237"/>
            </a:xfrm>
            <a:custGeom>
              <a:rect b="b" l="l" r="r" t="t"/>
              <a:pathLst>
                <a:path extrusionOk="0" h="6106" w="5442">
                  <a:moveTo>
                    <a:pt x="0" y="1"/>
                  </a:moveTo>
                  <a:lnTo>
                    <a:pt x="0" y="5309"/>
                  </a:lnTo>
                  <a:lnTo>
                    <a:pt x="266" y="5309"/>
                  </a:lnTo>
                  <a:lnTo>
                    <a:pt x="3052" y="5840"/>
                  </a:lnTo>
                  <a:lnTo>
                    <a:pt x="5176" y="6105"/>
                  </a:lnTo>
                  <a:lnTo>
                    <a:pt x="5441" y="6105"/>
                  </a:lnTo>
                  <a:lnTo>
                    <a:pt x="5441" y="797"/>
                  </a:lnTo>
                  <a:lnTo>
                    <a:pt x="5176" y="930"/>
                  </a:lnTo>
                  <a:lnTo>
                    <a:pt x="5176" y="797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58"/>
            <p:cNvSpPr/>
            <p:nvPr/>
          </p:nvSpPr>
          <p:spPr>
            <a:xfrm>
              <a:off x="6200399" y="3640668"/>
              <a:ext cx="90228" cy="101237"/>
            </a:xfrm>
            <a:custGeom>
              <a:rect b="b" l="l" r="r" t="t"/>
              <a:pathLst>
                <a:path extrusionOk="0" fill="none" h="6106" w="5442">
                  <a:moveTo>
                    <a:pt x="133" y="1"/>
                  </a:moveTo>
                  <a:lnTo>
                    <a:pt x="133" y="1"/>
                  </a:lnTo>
                  <a:lnTo>
                    <a:pt x="0" y="1"/>
                  </a:lnTo>
                  <a:lnTo>
                    <a:pt x="0" y="5309"/>
                  </a:lnTo>
                  <a:lnTo>
                    <a:pt x="0" y="5309"/>
                  </a:lnTo>
                  <a:lnTo>
                    <a:pt x="133" y="5309"/>
                  </a:lnTo>
                  <a:lnTo>
                    <a:pt x="133" y="5309"/>
                  </a:lnTo>
                  <a:lnTo>
                    <a:pt x="266" y="5309"/>
                  </a:lnTo>
                  <a:lnTo>
                    <a:pt x="3052" y="5840"/>
                  </a:lnTo>
                  <a:lnTo>
                    <a:pt x="5176" y="6105"/>
                  </a:lnTo>
                  <a:lnTo>
                    <a:pt x="5176" y="6105"/>
                  </a:lnTo>
                  <a:lnTo>
                    <a:pt x="5176" y="6105"/>
                  </a:lnTo>
                  <a:lnTo>
                    <a:pt x="5176" y="6105"/>
                  </a:lnTo>
                  <a:lnTo>
                    <a:pt x="5441" y="6105"/>
                  </a:lnTo>
                  <a:lnTo>
                    <a:pt x="5441" y="797"/>
                  </a:lnTo>
                  <a:lnTo>
                    <a:pt x="5441" y="797"/>
                  </a:lnTo>
                  <a:lnTo>
                    <a:pt x="5176" y="930"/>
                  </a:lnTo>
                  <a:lnTo>
                    <a:pt x="5176" y="930"/>
                  </a:lnTo>
                  <a:lnTo>
                    <a:pt x="5176" y="797"/>
                  </a:lnTo>
                  <a:lnTo>
                    <a:pt x="266" y="1"/>
                  </a:lnTo>
                  <a:lnTo>
                    <a:pt x="266" y="1"/>
                  </a:lnTo>
                  <a:lnTo>
                    <a:pt x="13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58"/>
            <p:cNvSpPr/>
            <p:nvPr/>
          </p:nvSpPr>
          <p:spPr>
            <a:xfrm>
              <a:off x="6147592" y="3640668"/>
              <a:ext cx="52824" cy="103426"/>
            </a:xfrm>
            <a:custGeom>
              <a:rect b="b" l="l" r="r" t="t"/>
              <a:pathLst>
                <a:path extrusionOk="0" h="6238" w="3186">
                  <a:moveTo>
                    <a:pt x="3185" y="1"/>
                  </a:moveTo>
                  <a:lnTo>
                    <a:pt x="2787" y="133"/>
                  </a:lnTo>
                  <a:lnTo>
                    <a:pt x="2389" y="266"/>
                  </a:lnTo>
                  <a:lnTo>
                    <a:pt x="1460" y="930"/>
                  </a:lnTo>
                  <a:lnTo>
                    <a:pt x="398" y="1460"/>
                  </a:lnTo>
                  <a:lnTo>
                    <a:pt x="133" y="1726"/>
                  </a:lnTo>
                  <a:lnTo>
                    <a:pt x="0" y="1859"/>
                  </a:lnTo>
                  <a:lnTo>
                    <a:pt x="133" y="1991"/>
                  </a:lnTo>
                  <a:lnTo>
                    <a:pt x="1460" y="4778"/>
                  </a:lnTo>
                  <a:lnTo>
                    <a:pt x="1460" y="6238"/>
                  </a:lnTo>
                  <a:lnTo>
                    <a:pt x="2522" y="5574"/>
                  </a:lnTo>
                  <a:lnTo>
                    <a:pt x="2787" y="5442"/>
                  </a:lnTo>
                  <a:lnTo>
                    <a:pt x="3185" y="5309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58"/>
            <p:cNvSpPr/>
            <p:nvPr/>
          </p:nvSpPr>
          <p:spPr>
            <a:xfrm>
              <a:off x="6024369" y="3785893"/>
              <a:ext cx="4410" cy="2222"/>
            </a:xfrm>
            <a:custGeom>
              <a:rect b="b" l="l" r="r" t="t"/>
              <a:pathLst>
                <a:path extrusionOk="0" h="134" w="266">
                  <a:moveTo>
                    <a:pt x="0" y="0"/>
                  </a:moveTo>
                  <a:lnTo>
                    <a:pt x="0" y="133"/>
                  </a:lnTo>
                  <a:lnTo>
                    <a:pt x="266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58"/>
            <p:cNvSpPr/>
            <p:nvPr/>
          </p:nvSpPr>
          <p:spPr>
            <a:xfrm>
              <a:off x="6024369" y="3785893"/>
              <a:ext cx="4410" cy="2222"/>
            </a:xfrm>
            <a:custGeom>
              <a:rect b="b" l="l" r="r" t="t"/>
              <a:pathLst>
                <a:path extrusionOk="0" fill="none" h="134" w="266">
                  <a:moveTo>
                    <a:pt x="0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58"/>
            <p:cNvSpPr/>
            <p:nvPr/>
          </p:nvSpPr>
          <p:spPr>
            <a:xfrm>
              <a:off x="6024369" y="3700075"/>
              <a:ext cx="52824" cy="134248"/>
            </a:xfrm>
            <a:custGeom>
              <a:rect b="b" l="l" r="r" t="t"/>
              <a:pathLst>
                <a:path extrusionOk="0" h="8097" w="3186">
                  <a:moveTo>
                    <a:pt x="0" y="1"/>
                  </a:moveTo>
                  <a:lnTo>
                    <a:pt x="0" y="5176"/>
                  </a:lnTo>
                  <a:lnTo>
                    <a:pt x="266" y="5309"/>
                  </a:lnTo>
                  <a:lnTo>
                    <a:pt x="266" y="5442"/>
                  </a:lnTo>
                  <a:lnTo>
                    <a:pt x="2655" y="7963"/>
                  </a:lnTo>
                  <a:lnTo>
                    <a:pt x="3185" y="8096"/>
                  </a:lnTo>
                  <a:lnTo>
                    <a:pt x="3185" y="2788"/>
                  </a:lnTo>
                  <a:lnTo>
                    <a:pt x="2920" y="2788"/>
                  </a:lnTo>
                  <a:lnTo>
                    <a:pt x="2655" y="2655"/>
                  </a:lnTo>
                  <a:lnTo>
                    <a:pt x="266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58"/>
            <p:cNvSpPr/>
            <p:nvPr/>
          </p:nvSpPr>
          <p:spPr>
            <a:xfrm>
              <a:off x="6024369" y="3700075"/>
              <a:ext cx="52824" cy="134248"/>
            </a:xfrm>
            <a:custGeom>
              <a:rect b="b" l="l" r="r" t="t"/>
              <a:pathLst>
                <a:path extrusionOk="0" fill="none" h="8097" w="3186">
                  <a:moveTo>
                    <a:pt x="0" y="1"/>
                  </a:moveTo>
                  <a:lnTo>
                    <a:pt x="0" y="5176"/>
                  </a:lnTo>
                  <a:lnTo>
                    <a:pt x="0" y="5176"/>
                  </a:lnTo>
                  <a:lnTo>
                    <a:pt x="266" y="5309"/>
                  </a:lnTo>
                  <a:lnTo>
                    <a:pt x="266" y="5309"/>
                  </a:lnTo>
                  <a:lnTo>
                    <a:pt x="266" y="5442"/>
                  </a:lnTo>
                  <a:lnTo>
                    <a:pt x="2655" y="7963"/>
                  </a:lnTo>
                  <a:lnTo>
                    <a:pt x="2655" y="7963"/>
                  </a:lnTo>
                  <a:lnTo>
                    <a:pt x="3185" y="8096"/>
                  </a:lnTo>
                  <a:lnTo>
                    <a:pt x="3185" y="2788"/>
                  </a:lnTo>
                  <a:lnTo>
                    <a:pt x="3185" y="2788"/>
                  </a:lnTo>
                  <a:lnTo>
                    <a:pt x="2920" y="2788"/>
                  </a:lnTo>
                  <a:lnTo>
                    <a:pt x="2655" y="2655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58"/>
            <p:cNvSpPr/>
            <p:nvPr/>
          </p:nvSpPr>
          <p:spPr>
            <a:xfrm>
              <a:off x="5958348" y="3697886"/>
              <a:ext cx="66038" cy="90228"/>
            </a:xfrm>
            <a:custGeom>
              <a:rect b="b" l="l" r="r" t="t"/>
              <a:pathLst>
                <a:path extrusionOk="0" h="5442" w="3983">
                  <a:moveTo>
                    <a:pt x="266" y="0"/>
                  </a:moveTo>
                  <a:lnTo>
                    <a:pt x="1" y="133"/>
                  </a:lnTo>
                  <a:lnTo>
                    <a:pt x="1" y="5308"/>
                  </a:lnTo>
                  <a:lnTo>
                    <a:pt x="3451" y="5308"/>
                  </a:lnTo>
                  <a:lnTo>
                    <a:pt x="3982" y="5441"/>
                  </a:lnTo>
                  <a:lnTo>
                    <a:pt x="3982" y="133"/>
                  </a:lnTo>
                  <a:lnTo>
                    <a:pt x="3451" y="0"/>
                  </a:lnTo>
                  <a:lnTo>
                    <a:pt x="1859" y="133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58"/>
            <p:cNvSpPr/>
            <p:nvPr/>
          </p:nvSpPr>
          <p:spPr>
            <a:xfrm>
              <a:off x="5958348" y="3697886"/>
              <a:ext cx="66038" cy="90228"/>
            </a:xfrm>
            <a:custGeom>
              <a:rect b="b" l="l" r="r" t="t"/>
              <a:pathLst>
                <a:path extrusionOk="0" fill="none" h="5442" w="3983">
                  <a:moveTo>
                    <a:pt x="1" y="133"/>
                  </a:moveTo>
                  <a:lnTo>
                    <a:pt x="1" y="5308"/>
                  </a:lnTo>
                  <a:lnTo>
                    <a:pt x="1" y="5308"/>
                  </a:lnTo>
                  <a:lnTo>
                    <a:pt x="266" y="5308"/>
                  </a:lnTo>
                  <a:lnTo>
                    <a:pt x="266" y="5308"/>
                  </a:lnTo>
                  <a:lnTo>
                    <a:pt x="1859" y="5308"/>
                  </a:lnTo>
                  <a:lnTo>
                    <a:pt x="3451" y="5308"/>
                  </a:lnTo>
                  <a:lnTo>
                    <a:pt x="3451" y="5308"/>
                  </a:lnTo>
                  <a:lnTo>
                    <a:pt x="3982" y="5441"/>
                  </a:lnTo>
                  <a:lnTo>
                    <a:pt x="3982" y="133"/>
                  </a:lnTo>
                  <a:lnTo>
                    <a:pt x="3982" y="133"/>
                  </a:lnTo>
                  <a:lnTo>
                    <a:pt x="3451" y="0"/>
                  </a:lnTo>
                  <a:lnTo>
                    <a:pt x="3451" y="0"/>
                  </a:lnTo>
                  <a:lnTo>
                    <a:pt x="1859" y="133"/>
                  </a:lnTo>
                  <a:lnTo>
                    <a:pt x="266" y="0"/>
                  </a:lnTo>
                  <a:lnTo>
                    <a:pt x="266" y="0"/>
                  </a:lnTo>
                  <a:lnTo>
                    <a:pt x="1" y="13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58"/>
            <p:cNvSpPr/>
            <p:nvPr/>
          </p:nvSpPr>
          <p:spPr>
            <a:xfrm>
              <a:off x="5912156" y="3785893"/>
              <a:ext cx="46208" cy="44020"/>
            </a:xfrm>
            <a:custGeom>
              <a:rect b="b" l="l" r="r" t="t"/>
              <a:pathLst>
                <a:path extrusionOk="0" h="2655" w="2787">
                  <a:moveTo>
                    <a:pt x="0" y="2655"/>
                  </a:moveTo>
                  <a:lnTo>
                    <a:pt x="0" y="2655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0" y="2655"/>
                  </a:lnTo>
                  <a:close/>
                  <a:moveTo>
                    <a:pt x="2787" y="0"/>
                  </a:moveTo>
                  <a:lnTo>
                    <a:pt x="2787" y="0"/>
                  </a:lnTo>
                  <a:lnTo>
                    <a:pt x="2256" y="266"/>
                  </a:lnTo>
                  <a:lnTo>
                    <a:pt x="2256" y="266"/>
                  </a:lnTo>
                  <a:lnTo>
                    <a:pt x="2787" y="0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58"/>
            <p:cNvSpPr/>
            <p:nvPr/>
          </p:nvSpPr>
          <p:spPr>
            <a:xfrm>
              <a:off x="5912156" y="3829896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58"/>
            <p:cNvSpPr/>
            <p:nvPr/>
          </p:nvSpPr>
          <p:spPr>
            <a:xfrm>
              <a:off x="5949560" y="3785893"/>
              <a:ext cx="8804" cy="4410"/>
            </a:xfrm>
            <a:custGeom>
              <a:rect b="b" l="l" r="r" t="t"/>
              <a:pathLst>
                <a:path extrusionOk="0" fill="none" h="266" w="531">
                  <a:moveTo>
                    <a:pt x="531" y="0"/>
                  </a:moveTo>
                  <a:lnTo>
                    <a:pt x="531" y="0"/>
                  </a:lnTo>
                  <a:lnTo>
                    <a:pt x="0" y="266"/>
                  </a:lnTo>
                  <a:lnTo>
                    <a:pt x="0" y="266"/>
                  </a:lnTo>
                  <a:lnTo>
                    <a:pt x="531" y="0"/>
                  </a:lnTo>
                  <a:lnTo>
                    <a:pt x="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58"/>
            <p:cNvSpPr/>
            <p:nvPr/>
          </p:nvSpPr>
          <p:spPr>
            <a:xfrm>
              <a:off x="5905540" y="3700075"/>
              <a:ext cx="52824" cy="134248"/>
            </a:xfrm>
            <a:custGeom>
              <a:rect b="b" l="l" r="r" t="t"/>
              <a:pathLst>
                <a:path extrusionOk="0" h="8097" w="3186">
                  <a:moveTo>
                    <a:pt x="3186" y="1"/>
                  </a:moveTo>
                  <a:lnTo>
                    <a:pt x="2788" y="133"/>
                  </a:lnTo>
                  <a:lnTo>
                    <a:pt x="2522" y="266"/>
                  </a:lnTo>
                  <a:lnTo>
                    <a:pt x="399" y="2522"/>
                  </a:lnTo>
                  <a:lnTo>
                    <a:pt x="1" y="2788"/>
                  </a:lnTo>
                  <a:lnTo>
                    <a:pt x="1" y="8096"/>
                  </a:lnTo>
                  <a:lnTo>
                    <a:pt x="399" y="7831"/>
                  </a:lnTo>
                  <a:lnTo>
                    <a:pt x="2522" y="5575"/>
                  </a:lnTo>
                  <a:lnTo>
                    <a:pt x="2655" y="5442"/>
                  </a:lnTo>
                  <a:lnTo>
                    <a:pt x="3186" y="5176"/>
                  </a:lnTo>
                  <a:lnTo>
                    <a:pt x="3186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58"/>
            <p:cNvSpPr/>
            <p:nvPr/>
          </p:nvSpPr>
          <p:spPr>
            <a:xfrm>
              <a:off x="5905540" y="3700075"/>
              <a:ext cx="52824" cy="134248"/>
            </a:xfrm>
            <a:custGeom>
              <a:rect b="b" l="l" r="r" t="t"/>
              <a:pathLst>
                <a:path extrusionOk="0" fill="none" h="8097" w="3186">
                  <a:moveTo>
                    <a:pt x="3186" y="1"/>
                  </a:moveTo>
                  <a:lnTo>
                    <a:pt x="3186" y="1"/>
                  </a:lnTo>
                  <a:lnTo>
                    <a:pt x="2788" y="133"/>
                  </a:lnTo>
                  <a:lnTo>
                    <a:pt x="2522" y="266"/>
                  </a:lnTo>
                  <a:lnTo>
                    <a:pt x="399" y="2522"/>
                  </a:lnTo>
                  <a:lnTo>
                    <a:pt x="399" y="2522"/>
                  </a:lnTo>
                  <a:lnTo>
                    <a:pt x="1" y="2788"/>
                  </a:lnTo>
                  <a:lnTo>
                    <a:pt x="1" y="8096"/>
                  </a:lnTo>
                  <a:lnTo>
                    <a:pt x="1" y="8096"/>
                  </a:lnTo>
                  <a:lnTo>
                    <a:pt x="1" y="8096"/>
                  </a:lnTo>
                  <a:lnTo>
                    <a:pt x="399" y="7831"/>
                  </a:lnTo>
                  <a:lnTo>
                    <a:pt x="399" y="7831"/>
                  </a:lnTo>
                  <a:lnTo>
                    <a:pt x="399" y="7831"/>
                  </a:lnTo>
                  <a:lnTo>
                    <a:pt x="399" y="7831"/>
                  </a:lnTo>
                  <a:lnTo>
                    <a:pt x="399" y="7831"/>
                  </a:lnTo>
                  <a:lnTo>
                    <a:pt x="2522" y="5575"/>
                  </a:lnTo>
                  <a:lnTo>
                    <a:pt x="2522" y="5575"/>
                  </a:lnTo>
                  <a:lnTo>
                    <a:pt x="2655" y="5442"/>
                  </a:lnTo>
                  <a:lnTo>
                    <a:pt x="2655" y="5442"/>
                  </a:lnTo>
                  <a:lnTo>
                    <a:pt x="3186" y="5176"/>
                  </a:lnTo>
                  <a:lnTo>
                    <a:pt x="3186" y="1"/>
                  </a:lnTo>
                  <a:lnTo>
                    <a:pt x="318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58"/>
            <p:cNvSpPr/>
            <p:nvPr/>
          </p:nvSpPr>
          <p:spPr>
            <a:xfrm>
              <a:off x="5958348" y="3700075"/>
              <a:ext cx="17" cy="85835"/>
            </a:xfrm>
            <a:custGeom>
              <a:rect b="b" l="l" r="r" t="t"/>
              <a:pathLst>
                <a:path extrusionOk="0" h="5177" w="1">
                  <a:moveTo>
                    <a:pt x="1" y="1"/>
                  </a:moveTo>
                  <a:lnTo>
                    <a:pt x="1" y="1"/>
                  </a:lnTo>
                  <a:lnTo>
                    <a:pt x="1" y="5176"/>
                  </a:lnTo>
                  <a:lnTo>
                    <a:pt x="1" y="5176"/>
                  </a:lnTo>
                  <a:lnTo>
                    <a:pt x="1" y="51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8"/>
            <p:cNvSpPr/>
            <p:nvPr/>
          </p:nvSpPr>
          <p:spPr>
            <a:xfrm>
              <a:off x="5958348" y="3700075"/>
              <a:ext cx="17" cy="85835"/>
            </a:xfrm>
            <a:custGeom>
              <a:rect b="b" l="l" r="r" t="t"/>
              <a:pathLst>
                <a:path extrusionOk="0" fill="none" h="5177" w="1">
                  <a:moveTo>
                    <a:pt x="1" y="1"/>
                  </a:moveTo>
                  <a:lnTo>
                    <a:pt x="1" y="1"/>
                  </a:lnTo>
                  <a:lnTo>
                    <a:pt x="1" y="5176"/>
                  </a:lnTo>
                  <a:lnTo>
                    <a:pt x="1" y="5176"/>
                  </a:lnTo>
                  <a:lnTo>
                    <a:pt x="1" y="517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58"/>
            <p:cNvSpPr/>
            <p:nvPr/>
          </p:nvSpPr>
          <p:spPr>
            <a:xfrm>
              <a:off x="5808730" y="3724281"/>
              <a:ext cx="96827" cy="110041"/>
            </a:xfrm>
            <a:custGeom>
              <a:rect b="b" l="l" r="r" t="t"/>
              <a:pathLst>
                <a:path extrusionOk="0" h="6637" w="5840">
                  <a:moveTo>
                    <a:pt x="1" y="1"/>
                  </a:moveTo>
                  <a:lnTo>
                    <a:pt x="1" y="1195"/>
                  </a:lnTo>
                  <a:lnTo>
                    <a:pt x="1" y="2522"/>
                  </a:lnTo>
                  <a:lnTo>
                    <a:pt x="1" y="3186"/>
                  </a:lnTo>
                  <a:lnTo>
                    <a:pt x="1" y="5176"/>
                  </a:lnTo>
                  <a:lnTo>
                    <a:pt x="1" y="5309"/>
                  </a:lnTo>
                  <a:lnTo>
                    <a:pt x="266" y="5442"/>
                  </a:lnTo>
                  <a:lnTo>
                    <a:pt x="5442" y="6636"/>
                  </a:lnTo>
                  <a:lnTo>
                    <a:pt x="5840" y="6636"/>
                  </a:lnTo>
                  <a:lnTo>
                    <a:pt x="5840" y="1328"/>
                  </a:lnTo>
                  <a:lnTo>
                    <a:pt x="5442" y="1328"/>
                  </a:lnTo>
                  <a:lnTo>
                    <a:pt x="266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8"/>
            <p:cNvSpPr/>
            <p:nvPr/>
          </p:nvSpPr>
          <p:spPr>
            <a:xfrm>
              <a:off x="5808730" y="3722076"/>
              <a:ext cx="96827" cy="112247"/>
            </a:xfrm>
            <a:custGeom>
              <a:rect b="b" l="l" r="r" t="t"/>
              <a:pathLst>
                <a:path extrusionOk="0" fill="none" h="6770" w="5840">
                  <a:moveTo>
                    <a:pt x="1" y="1"/>
                  </a:moveTo>
                  <a:lnTo>
                    <a:pt x="1" y="1328"/>
                  </a:lnTo>
                  <a:lnTo>
                    <a:pt x="1" y="1328"/>
                  </a:lnTo>
                  <a:lnTo>
                    <a:pt x="1" y="1328"/>
                  </a:lnTo>
                  <a:lnTo>
                    <a:pt x="1" y="2655"/>
                  </a:lnTo>
                  <a:lnTo>
                    <a:pt x="1" y="3319"/>
                  </a:lnTo>
                  <a:lnTo>
                    <a:pt x="1" y="3319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5442"/>
                  </a:lnTo>
                  <a:lnTo>
                    <a:pt x="266" y="5575"/>
                  </a:lnTo>
                  <a:lnTo>
                    <a:pt x="5442" y="6769"/>
                  </a:lnTo>
                  <a:lnTo>
                    <a:pt x="5442" y="6769"/>
                  </a:lnTo>
                  <a:lnTo>
                    <a:pt x="5840" y="6769"/>
                  </a:lnTo>
                  <a:lnTo>
                    <a:pt x="5840" y="1461"/>
                  </a:lnTo>
                  <a:lnTo>
                    <a:pt x="5840" y="1461"/>
                  </a:lnTo>
                  <a:lnTo>
                    <a:pt x="5442" y="1461"/>
                  </a:lnTo>
                  <a:lnTo>
                    <a:pt x="266" y="266"/>
                  </a:lnTo>
                  <a:lnTo>
                    <a:pt x="266" y="266"/>
                  </a:lnTo>
                  <a:lnTo>
                    <a:pt x="1" y="13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8"/>
            <p:cNvSpPr/>
            <p:nvPr/>
          </p:nvSpPr>
          <p:spPr>
            <a:xfrm>
              <a:off x="5780129" y="3728675"/>
              <a:ext cx="24223" cy="13231"/>
            </a:xfrm>
            <a:custGeom>
              <a:rect b="b" l="l" r="r" t="t"/>
              <a:pathLst>
                <a:path extrusionOk="0" h="798" w="146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1" y="134"/>
                  </a:lnTo>
                  <a:lnTo>
                    <a:pt x="531" y="134"/>
                  </a:lnTo>
                  <a:lnTo>
                    <a:pt x="1460" y="797"/>
                  </a:lnTo>
                  <a:lnTo>
                    <a:pt x="1460" y="797"/>
                  </a:lnTo>
                  <a:lnTo>
                    <a:pt x="531" y="134"/>
                  </a:lnTo>
                  <a:lnTo>
                    <a:pt x="531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8"/>
            <p:cNvSpPr/>
            <p:nvPr/>
          </p:nvSpPr>
          <p:spPr>
            <a:xfrm>
              <a:off x="5780129" y="3728675"/>
              <a:ext cx="24223" cy="13231"/>
            </a:xfrm>
            <a:custGeom>
              <a:rect b="b" l="l" r="r" t="t"/>
              <a:pathLst>
                <a:path extrusionOk="0" fill="none" h="798" w="146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531" y="134"/>
                  </a:lnTo>
                  <a:lnTo>
                    <a:pt x="531" y="134"/>
                  </a:lnTo>
                  <a:lnTo>
                    <a:pt x="1460" y="797"/>
                  </a:lnTo>
                  <a:lnTo>
                    <a:pt x="1460" y="797"/>
                  </a:lnTo>
                  <a:lnTo>
                    <a:pt x="531" y="134"/>
                  </a:lnTo>
                  <a:lnTo>
                    <a:pt x="531" y="13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8"/>
            <p:cNvSpPr/>
            <p:nvPr/>
          </p:nvSpPr>
          <p:spPr>
            <a:xfrm>
              <a:off x="5780129" y="3640668"/>
              <a:ext cx="50619" cy="103426"/>
            </a:xfrm>
            <a:custGeom>
              <a:rect b="b" l="l" r="r" t="t"/>
              <a:pathLst>
                <a:path extrusionOk="0" h="6238" w="3053">
                  <a:moveTo>
                    <a:pt x="0" y="1"/>
                  </a:moveTo>
                  <a:lnTo>
                    <a:pt x="0" y="5309"/>
                  </a:lnTo>
                  <a:lnTo>
                    <a:pt x="531" y="5442"/>
                  </a:lnTo>
                  <a:lnTo>
                    <a:pt x="1460" y="6105"/>
                  </a:lnTo>
                  <a:lnTo>
                    <a:pt x="1726" y="6238"/>
                  </a:lnTo>
                  <a:lnTo>
                    <a:pt x="1726" y="5574"/>
                  </a:lnTo>
                  <a:lnTo>
                    <a:pt x="1726" y="4778"/>
                  </a:lnTo>
                  <a:lnTo>
                    <a:pt x="1726" y="4645"/>
                  </a:lnTo>
                  <a:lnTo>
                    <a:pt x="2920" y="2124"/>
                  </a:lnTo>
                  <a:lnTo>
                    <a:pt x="3053" y="1726"/>
                  </a:lnTo>
                  <a:lnTo>
                    <a:pt x="2787" y="1460"/>
                  </a:lnTo>
                  <a:lnTo>
                    <a:pt x="1593" y="930"/>
                  </a:lnTo>
                  <a:lnTo>
                    <a:pt x="531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8"/>
            <p:cNvSpPr/>
            <p:nvPr/>
          </p:nvSpPr>
          <p:spPr>
            <a:xfrm>
              <a:off x="5780129" y="3640668"/>
              <a:ext cx="50619" cy="103426"/>
            </a:xfrm>
            <a:custGeom>
              <a:rect b="b" l="l" r="r" t="t"/>
              <a:pathLst>
                <a:path extrusionOk="0" fill="none" h="6238" w="3053">
                  <a:moveTo>
                    <a:pt x="0" y="1"/>
                  </a:moveTo>
                  <a:lnTo>
                    <a:pt x="0" y="5309"/>
                  </a:lnTo>
                  <a:lnTo>
                    <a:pt x="0" y="5309"/>
                  </a:lnTo>
                  <a:lnTo>
                    <a:pt x="531" y="5442"/>
                  </a:lnTo>
                  <a:lnTo>
                    <a:pt x="531" y="5442"/>
                  </a:lnTo>
                  <a:lnTo>
                    <a:pt x="1460" y="6105"/>
                  </a:lnTo>
                  <a:lnTo>
                    <a:pt x="1460" y="6105"/>
                  </a:lnTo>
                  <a:lnTo>
                    <a:pt x="1726" y="6238"/>
                  </a:lnTo>
                  <a:lnTo>
                    <a:pt x="1726" y="5574"/>
                  </a:lnTo>
                  <a:lnTo>
                    <a:pt x="1726" y="5574"/>
                  </a:lnTo>
                  <a:lnTo>
                    <a:pt x="1726" y="4778"/>
                  </a:lnTo>
                  <a:lnTo>
                    <a:pt x="1726" y="4778"/>
                  </a:lnTo>
                  <a:lnTo>
                    <a:pt x="1726" y="4645"/>
                  </a:lnTo>
                  <a:lnTo>
                    <a:pt x="2920" y="2124"/>
                  </a:lnTo>
                  <a:lnTo>
                    <a:pt x="2920" y="2124"/>
                  </a:lnTo>
                  <a:lnTo>
                    <a:pt x="3053" y="1726"/>
                  </a:lnTo>
                  <a:lnTo>
                    <a:pt x="2787" y="1460"/>
                  </a:lnTo>
                  <a:lnTo>
                    <a:pt x="2787" y="1460"/>
                  </a:lnTo>
                  <a:lnTo>
                    <a:pt x="1593" y="930"/>
                  </a:lnTo>
                  <a:lnTo>
                    <a:pt x="531" y="133"/>
                  </a:lnTo>
                  <a:lnTo>
                    <a:pt x="531" y="13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8"/>
            <p:cNvSpPr/>
            <p:nvPr/>
          </p:nvSpPr>
          <p:spPr>
            <a:xfrm>
              <a:off x="5808730" y="3733085"/>
              <a:ext cx="17" cy="11009"/>
            </a:xfrm>
            <a:custGeom>
              <a:rect b="b" l="l" r="r" t="t"/>
              <a:pathLst>
                <a:path extrusionOk="0" h="664" w="1">
                  <a:moveTo>
                    <a:pt x="1" y="0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8"/>
            <p:cNvSpPr/>
            <p:nvPr/>
          </p:nvSpPr>
          <p:spPr>
            <a:xfrm>
              <a:off x="5808730" y="3733085"/>
              <a:ext cx="17" cy="11009"/>
            </a:xfrm>
            <a:custGeom>
              <a:rect b="b" l="l" r="r" t="t"/>
              <a:pathLst>
                <a:path extrusionOk="0" fill="none" h="664" w="1">
                  <a:moveTo>
                    <a:pt x="1" y="0"/>
                  </a:moveTo>
                  <a:lnTo>
                    <a:pt x="1" y="664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1" y="66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8"/>
            <p:cNvSpPr/>
            <p:nvPr/>
          </p:nvSpPr>
          <p:spPr>
            <a:xfrm>
              <a:off x="5648103" y="3603264"/>
              <a:ext cx="39626" cy="138642"/>
            </a:xfrm>
            <a:custGeom>
              <a:rect b="b" l="l" r="r" t="t"/>
              <a:pathLst>
                <a:path extrusionOk="0" h="8362" w="2390">
                  <a:moveTo>
                    <a:pt x="1" y="0"/>
                  </a:moveTo>
                  <a:lnTo>
                    <a:pt x="1" y="5176"/>
                  </a:lnTo>
                  <a:lnTo>
                    <a:pt x="1" y="5309"/>
                  </a:lnTo>
                  <a:lnTo>
                    <a:pt x="2124" y="8096"/>
                  </a:lnTo>
                  <a:lnTo>
                    <a:pt x="2390" y="8361"/>
                  </a:lnTo>
                  <a:lnTo>
                    <a:pt x="2390" y="3053"/>
                  </a:lnTo>
                  <a:lnTo>
                    <a:pt x="2124" y="29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8"/>
            <p:cNvSpPr/>
            <p:nvPr/>
          </p:nvSpPr>
          <p:spPr>
            <a:xfrm>
              <a:off x="5648103" y="3352425"/>
              <a:ext cx="684323" cy="393874"/>
            </a:xfrm>
            <a:custGeom>
              <a:rect b="b" l="l" r="r" t="t"/>
              <a:pathLst>
                <a:path extrusionOk="0" h="23756" w="41274">
                  <a:moveTo>
                    <a:pt x="20704" y="6636"/>
                  </a:moveTo>
                  <a:lnTo>
                    <a:pt x="22429" y="6769"/>
                  </a:lnTo>
                  <a:lnTo>
                    <a:pt x="24154" y="7034"/>
                  </a:lnTo>
                  <a:lnTo>
                    <a:pt x="25614" y="7432"/>
                  </a:lnTo>
                  <a:lnTo>
                    <a:pt x="27074" y="8096"/>
                  </a:lnTo>
                  <a:lnTo>
                    <a:pt x="28135" y="8892"/>
                  </a:lnTo>
                  <a:lnTo>
                    <a:pt x="29064" y="9821"/>
                  </a:lnTo>
                  <a:lnTo>
                    <a:pt x="29463" y="10617"/>
                  </a:lnTo>
                  <a:lnTo>
                    <a:pt x="29728" y="11414"/>
                  </a:lnTo>
                  <a:lnTo>
                    <a:pt x="29728" y="12343"/>
                  </a:lnTo>
                  <a:lnTo>
                    <a:pt x="29463" y="13006"/>
                  </a:lnTo>
                  <a:lnTo>
                    <a:pt x="29463" y="13139"/>
                  </a:lnTo>
                  <a:lnTo>
                    <a:pt x="29463" y="13272"/>
                  </a:lnTo>
                  <a:lnTo>
                    <a:pt x="29330" y="13404"/>
                  </a:lnTo>
                  <a:lnTo>
                    <a:pt x="28666" y="14333"/>
                  </a:lnTo>
                  <a:lnTo>
                    <a:pt x="27737" y="15129"/>
                  </a:lnTo>
                  <a:lnTo>
                    <a:pt x="27074" y="15660"/>
                  </a:lnTo>
                  <a:lnTo>
                    <a:pt x="25747" y="16324"/>
                  </a:lnTo>
                  <a:lnTo>
                    <a:pt x="24154" y="16722"/>
                  </a:lnTo>
                  <a:lnTo>
                    <a:pt x="22827" y="16987"/>
                  </a:lnTo>
                  <a:lnTo>
                    <a:pt x="21500" y="17120"/>
                  </a:lnTo>
                  <a:lnTo>
                    <a:pt x="18846" y="17120"/>
                  </a:lnTo>
                  <a:lnTo>
                    <a:pt x="17519" y="16855"/>
                  </a:lnTo>
                  <a:lnTo>
                    <a:pt x="16324" y="16589"/>
                  </a:lnTo>
                  <a:lnTo>
                    <a:pt x="15130" y="16191"/>
                  </a:lnTo>
                  <a:lnTo>
                    <a:pt x="14201" y="15660"/>
                  </a:lnTo>
                  <a:lnTo>
                    <a:pt x="13405" y="15129"/>
                  </a:lnTo>
                  <a:lnTo>
                    <a:pt x="12741" y="14599"/>
                  </a:lnTo>
                  <a:lnTo>
                    <a:pt x="12210" y="13935"/>
                  </a:lnTo>
                  <a:lnTo>
                    <a:pt x="11679" y="13006"/>
                  </a:lnTo>
                  <a:lnTo>
                    <a:pt x="11414" y="12077"/>
                  </a:lnTo>
                  <a:lnTo>
                    <a:pt x="11547" y="11148"/>
                  </a:lnTo>
                  <a:lnTo>
                    <a:pt x="11945" y="10219"/>
                  </a:lnTo>
                  <a:lnTo>
                    <a:pt x="12077" y="9954"/>
                  </a:lnTo>
                  <a:lnTo>
                    <a:pt x="12210" y="9688"/>
                  </a:lnTo>
                  <a:lnTo>
                    <a:pt x="12476" y="9556"/>
                  </a:lnTo>
                  <a:lnTo>
                    <a:pt x="12476" y="9423"/>
                  </a:lnTo>
                  <a:lnTo>
                    <a:pt x="12608" y="9290"/>
                  </a:lnTo>
                  <a:lnTo>
                    <a:pt x="13537" y="8627"/>
                  </a:lnTo>
                  <a:lnTo>
                    <a:pt x="14466" y="7963"/>
                  </a:lnTo>
                  <a:lnTo>
                    <a:pt x="15661" y="7432"/>
                  </a:lnTo>
                  <a:lnTo>
                    <a:pt x="17120" y="7034"/>
                  </a:lnTo>
                  <a:lnTo>
                    <a:pt x="18846" y="6769"/>
                  </a:lnTo>
                  <a:lnTo>
                    <a:pt x="20704" y="6636"/>
                  </a:lnTo>
                  <a:close/>
                  <a:moveTo>
                    <a:pt x="14997" y="0"/>
                  </a:moveTo>
                  <a:lnTo>
                    <a:pt x="9954" y="1195"/>
                  </a:lnTo>
                  <a:lnTo>
                    <a:pt x="9689" y="1328"/>
                  </a:lnTo>
                  <a:lnTo>
                    <a:pt x="9556" y="1593"/>
                  </a:lnTo>
                  <a:lnTo>
                    <a:pt x="9689" y="1726"/>
                  </a:lnTo>
                  <a:lnTo>
                    <a:pt x="11016" y="4380"/>
                  </a:lnTo>
                  <a:lnTo>
                    <a:pt x="11016" y="4513"/>
                  </a:lnTo>
                  <a:lnTo>
                    <a:pt x="11016" y="4645"/>
                  </a:lnTo>
                  <a:lnTo>
                    <a:pt x="10618" y="4911"/>
                  </a:lnTo>
                  <a:lnTo>
                    <a:pt x="9556" y="5442"/>
                  </a:lnTo>
                  <a:lnTo>
                    <a:pt x="8627" y="6105"/>
                  </a:lnTo>
                  <a:lnTo>
                    <a:pt x="8096" y="6371"/>
                  </a:lnTo>
                  <a:lnTo>
                    <a:pt x="7698" y="6371"/>
                  </a:lnTo>
                  <a:lnTo>
                    <a:pt x="2788" y="5574"/>
                  </a:lnTo>
                  <a:lnTo>
                    <a:pt x="2390" y="5574"/>
                  </a:lnTo>
                  <a:lnTo>
                    <a:pt x="1991" y="5840"/>
                  </a:lnTo>
                  <a:lnTo>
                    <a:pt x="134" y="8494"/>
                  </a:lnTo>
                  <a:lnTo>
                    <a:pt x="1" y="8759"/>
                  </a:lnTo>
                  <a:lnTo>
                    <a:pt x="1" y="8892"/>
                  </a:lnTo>
                  <a:lnTo>
                    <a:pt x="1" y="9025"/>
                  </a:lnTo>
                  <a:lnTo>
                    <a:pt x="266" y="9158"/>
                  </a:lnTo>
                  <a:lnTo>
                    <a:pt x="4646" y="10485"/>
                  </a:lnTo>
                  <a:lnTo>
                    <a:pt x="5044" y="10750"/>
                  </a:lnTo>
                  <a:lnTo>
                    <a:pt x="5044" y="11148"/>
                  </a:lnTo>
                  <a:lnTo>
                    <a:pt x="5044" y="11944"/>
                  </a:lnTo>
                  <a:lnTo>
                    <a:pt x="5044" y="12741"/>
                  </a:lnTo>
                  <a:lnTo>
                    <a:pt x="4911" y="13006"/>
                  </a:lnTo>
                  <a:lnTo>
                    <a:pt x="4646" y="13272"/>
                  </a:lnTo>
                  <a:lnTo>
                    <a:pt x="399" y="14599"/>
                  </a:lnTo>
                  <a:lnTo>
                    <a:pt x="1" y="14864"/>
                  </a:lnTo>
                  <a:lnTo>
                    <a:pt x="1" y="14997"/>
                  </a:lnTo>
                  <a:lnTo>
                    <a:pt x="1" y="15129"/>
                  </a:lnTo>
                  <a:lnTo>
                    <a:pt x="2124" y="18049"/>
                  </a:lnTo>
                  <a:lnTo>
                    <a:pt x="2390" y="18182"/>
                  </a:lnTo>
                  <a:lnTo>
                    <a:pt x="2788" y="18182"/>
                  </a:lnTo>
                  <a:lnTo>
                    <a:pt x="7565" y="17386"/>
                  </a:lnTo>
                  <a:lnTo>
                    <a:pt x="8096" y="17386"/>
                  </a:lnTo>
                  <a:lnTo>
                    <a:pt x="8494" y="17518"/>
                  </a:lnTo>
                  <a:lnTo>
                    <a:pt x="9556" y="18315"/>
                  </a:lnTo>
                  <a:lnTo>
                    <a:pt x="10750" y="18845"/>
                  </a:lnTo>
                  <a:lnTo>
                    <a:pt x="11016" y="19111"/>
                  </a:lnTo>
                  <a:lnTo>
                    <a:pt x="10883" y="19509"/>
                  </a:lnTo>
                  <a:lnTo>
                    <a:pt x="9689" y="22030"/>
                  </a:lnTo>
                  <a:lnTo>
                    <a:pt x="9689" y="22296"/>
                  </a:lnTo>
                  <a:lnTo>
                    <a:pt x="9689" y="22429"/>
                  </a:lnTo>
                  <a:lnTo>
                    <a:pt x="9954" y="22561"/>
                  </a:lnTo>
                  <a:lnTo>
                    <a:pt x="15130" y="23756"/>
                  </a:lnTo>
                  <a:lnTo>
                    <a:pt x="15528" y="23756"/>
                  </a:lnTo>
                  <a:lnTo>
                    <a:pt x="15926" y="23490"/>
                  </a:lnTo>
                  <a:lnTo>
                    <a:pt x="18049" y="21234"/>
                  </a:lnTo>
                  <a:lnTo>
                    <a:pt x="18448" y="20969"/>
                  </a:lnTo>
                  <a:lnTo>
                    <a:pt x="18978" y="20836"/>
                  </a:lnTo>
                  <a:lnTo>
                    <a:pt x="20571" y="20969"/>
                  </a:lnTo>
                  <a:lnTo>
                    <a:pt x="22163" y="20836"/>
                  </a:lnTo>
                  <a:lnTo>
                    <a:pt x="22694" y="20969"/>
                  </a:lnTo>
                  <a:lnTo>
                    <a:pt x="22960" y="21101"/>
                  </a:lnTo>
                  <a:lnTo>
                    <a:pt x="25349" y="23623"/>
                  </a:lnTo>
                  <a:lnTo>
                    <a:pt x="25747" y="23756"/>
                  </a:lnTo>
                  <a:lnTo>
                    <a:pt x="26145" y="23756"/>
                  </a:lnTo>
                  <a:lnTo>
                    <a:pt x="31188" y="22561"/>
                  </a:lnTo>
                  <a:lnTo>
                    <a:pt x="31586" y="22429"/>
                  </a:lnTo>
                  <a:lnTo>
                    <a:pt x="31586" y="22296"/>
                  </a:lnTo>
                  <a:lnTo>
                    <a:pt x="31586" y="22163"/>
                  </a:lnTo>
                  <a:lnTo>
                    <a:pt x="30259" y="19376"/>
                  </a:lnTo>
                  <a:lnTo>
                    <a:pt x="30126" y="19244"/>
                  </a:lnTo>
                  <a:lnTo>
                    <a:pt x="30259" y="19111"/>
                  </a:lnTo>
                  <a:lnTo>
                    <a:pt x="30524" y="18845"/>
                  </a:lnTo>
                  <a:lnTo>
                    <a:pt x="31586" y="18315"/>
                  </a:lnTo>
                  <a:lnTo>
                    <a:pt x="32515" y="17651"/>
                  </a:lnTo>
                  <a:lnTo>
                    <a:pt x="33046" y="17518"/>
                  </a:lnTo>
                  <a:lnTo>
                    <a:pt x="33577" y="17386"/>
                  </a:lnTo>
                  <a:lnTo>
                    <a:pt x="38487" y="18182"/>
                  </a:lnTo>
                  <a:lnTo>
                    <a:pt x="38885" y="18182"/>
                  </a:lnTo>
                  <a:lnTo>
                    <a:pt x="39150" y="17916"/>
                  </a:lnTo>
                  <a:lnTo>
                    <a:pt x="41141" y="15262"/>
                  </a:lnTo>
                  <a:lnTo>
                    <a:pt x="41274" y="14997"/>
                  </a:lnTo>
                  <a:lnTo>
                    <a:pt x="41141" y="14731"/>
                  </a:lnTo>
                  <a:lnTo>
                    <a:pt x="41008" y="14731"/>
                  </a:lnTo>
                  <a:lnTo>
                    <a:pt x="36496" y="13272"/>
                  </a:lnTo>
                  <a:lnTo>
                    <a:pt x="36231" y="13006"/>
                  </a:lnTo>
                  <a:lnTo>
                    <a:pt x="36231" y="12741"/>
                  </a:lnTo>
                  <a:lnTo>
                    <a:pt x="36231" y="11812"/>
                  </a:lnTo>
                  <a:lnTo>
                    <a:pt x="36098" y="11015"/>
                  </a:lnTo>
                  <a:lnTo>
                    <a:pt x="36231" y="10750"/>
                  </a:lnTo>
                  <a:lnTo>
                    <a:pt x="36629" y="10485"/>
                  </a:lnTo>
                  <a:lnTo>
                    <a:pt x="40876" y="9158"/>
                  </a:lnTo>
                  <a:lnTo>
                    <a:pt x="41141" y="9025"/>
                  </a:lnTo>
                  <a:lnTo>
                    <a:pt x="41274" y="8759"/>
                  </a:lnTo>
                  <a:lnTo>
                    <a:pt x="41141" y="8627"/>
                  </a:lnTo>
                  <a:lnTo>
                    <a:pt x="39150" y="5707"/>
                  </a:lnTo>
                  <a:lnTo>
                    <a:pt x="38752" y="5574"/>
                  </a:lnTo>
                  <a:lnTo>
                    <a:pt x="38354" y="5574"/>
                  </a:lnTo>
                  <a:lnTo>
                    <a:pt x="33577" y="6371"/>
                  </a:lnTo>
                  <a:lnTo>
                    <a:pt x="33178" y="6371"/>
                  </a:lnTo>
                  <a:lnTo>
                    <a:pt x="32780" y="6238"/>
                  </a:lnTo>
                  <a:lnTo>
                    <a:pt x="31586" y="5442"/>
                  </a:lnTo>
                  <a:lnTo>
                    <a:pt x="30392" y="4911"/>
                  </a:lnTo>
                  <a:lnTo>
                    <a:pt x="30259" y="4645"/>
                  </a:lnTo>
                  <a:lnTo>
                    <a:pt x="30259" y="4247"/>
                  </a:lnTo>
                  <a:lnTo>
                    <a:pt x="31453" y="1726"/>
                  </a:lnTo>
                  <a:lnTo>
                    <a:pt x="31586" y="1593"/>
                  </a:lnTo>
                  <a:lnTo>
                    <a:pt x="31453" y="1328"/>
                  </a:lnTo>
                  <a:lnTo>
                    <a:pt x="31320" y="1195"/>
                  </a:lnTo>
                  <a:lnTo>
                    <a:pt x="26145" y="0"/>
                  </a:lnTo>
                  <a:lnTo>
                    <a:pt x="25614" y="0"/>
                  </a:lnTo>
                  <a:lnTo>
                    <a:pt x="25216" y="266"/>
                  </a:lnTo>
                  <a:lnTo>
                    <a:pt x="23092" y="2522"/>
                  </a:lnTo>
                  <a:lnTo>
                    <a:pt x="22694" y="2787"/>
                  </a:lnTo>
                  <a:lnTo>
                    <a:pt x="22296" y="2920"/>
                  </a:lnTo>
                  <a:lnTo>
                    <a:pt x="18580" y="2920"/>
                  </a:lnTo>
                  <a:lnTo>
                    <a:pt x="18182" y="2655"/>
                  </a:lnTo>
                  <a:lnTo>
                    <a:pt x="15793" y="133"/>
                  </a:lnTo>
                  <a:lnTo>
                    <a:pt x="1552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8"/>
            <p:cNvSpPr/>
            <p:nvPr/>
          </p:nvSpPr>
          <p:spPr>
            <a:xfrm>
              <a:off x="5489681" y="3882703"/>
              <a:ext cx="684323" cy="481898"/>
            </a:xfrm>
            <a:custGeom>
              <a:rect b="b" l="l" r="r" t="t"/>
              <a:pathLst>
                <a:path extrusionOk="0" h="29065" w="41274">
                  <a:moveTo>
                    <a:pt x="22429" y="13139"/>
                  </a:moveTo>
                  <a:lnTo>
                    <a:pt x="24154" y="13537"/>
                  </a:lnTo>
                  <a:lnTo>
                    <a:pt x="25746" y="13935"/>
                  </a:lnTo>
                  <a:lnTo>
                    <a:pt x="27074" y="14599"/>
                  </a:lnTo>
                  <a:lnTo>
                    <a:pt x="27870" y="15130"/>
                  </a:lnTo>
                  <a:lnTo>
                    <a:pt x="27074" y="15661"/>
                  </a:lnTo>
                  <a:lnTo>
                    <a:pt x="25746" y="16191"/>
                  </a:lnTo>
                  <a:lnTo>
                    <a:pt x="24154" y="16722"/>
                  </a:lnTo>
                  <a:lnTo>
                    <a:pt x="22827" y="16988"/>
                  </a:lnTo>
                  <a:lnTo>
                    <a:pt x="21500" y="17120"/>
                  </a:lnTo>
                  <a:lnTo>
                    <a:pt x="20173" y="17120"/>
                  </a:lnTo>
                  <a:lnTo>
                    <a:pt x="18846" y="16988"/>
                  </a:lnTo>
                  <a:lnTo>
                    <a:pt x="17518" y="16855"/>
                  </a:lnTo>
                  <a:lnTo>
                    <a:pt x="16324" y="16457"/>
                  </a:lnTo>
                  <a:lnTo>
                    <a:pt x="15262" y="16059"/>
                  </a:lnTo>
                  <a:lnTo>
                    <a:pt x="14201" y="15661"/>
                  </a:lnTo>
                  <a:lnTo>
                    <a:pt x="13404" y="15130"/>
                  </a:lnTo>
                  <a:lnTo>
                    <a:pt x="14201" y="14599"/>
                  </a:lnTo>
                  <a:lnTo>
                    <a:pt x="15660" y="13935"/>
                  </a:lnTo>
                  <a:lnTo>
                    <a:pt x="17253" y="13537"/>
                  </a:lnTo>
                  <a:lnTo>
                    <a:pt x="18846" y="13139"/>
                  </a:lnTo>
                  <a:close/>
                  <a:moveTo>
                    <a:pt x="15130" y="1"/>
                  </a:moveTo>
                  <a:lnTo>
                    <a:pt x="10087" y="1195"/>
                  </a:lnTo>
                  <a:lnTo>
                    <a:pt x="9821" y="1328"/>
                  </a:lnTo>
                  <a:lnTo>
                    <a:pt x="9689" y="1461"/>
                  </a:lnTo>
                  <a:lnTo>
                    <a:pt x="9689" y="5442"/>
                  </a:lnTo>
                  <a:lnTo>
                    <a:pt x="8760" y="6105"/>
                  </a:lnTo>
                  <a:lnTo>
                    <a:pt x="8229" y="6238"/>
                  </a:lnTo>
                  <a:lnTo>
                    <a:pt x="7698" y="6371"/>
                  </a:lnTo>
                  <a:lnTo>
                    <a:pt x="2788" y="5442"/>
                  </a:lnTo>
                  <a:lnTo>
                    <a:pt x="2389" y="5575"/>
                  </a:lnTo>
                  <a:lnTo>
                    <a:pt x="2124" y="5840"/>
                  </a:lnTo>
                  <a:lnTo>
                    <a:pt x="133" y="8494"/>
                  </a:lnTo>
                  <a:lnTo>
                    <a:pt x="133" y="8760"/>
                  </a:lnTo>
                  <a:lnTo>
                    <a:pt x="133" y="14864"/>
                  </a:lnTo>
                  <a:lnTo>
                    <a:pt x="1" y="14997"/>
                  </a:lnTo>
                  <a:lnTo>
                    <a:pt x="1" y="20173"/>
                  </a:lnTo>
                  <a:lnTo>
                    <a:pt x="133" y="20305"/>
                  </a:lnTo>
                  <a:lnTo>
                    <a:pt x="2124" y="23225"/>
                  </a:lnTo>
                  <a:lnTo>
                    <a:pt x="2522" y="23490"/>
                  </a:lnTo>
                  <a:lnTo>
                    <a:pt x="2920" y="23490"/>
                  </a:lnTo>
                  <a:lnTo>
                    <a:pt x="7698" y="22694"/>
                  </a:lnTo>
                  <a:lnTo>
                    <a:pt x="8229" y="22694"/>
                  </a:lnTo>
                  <a:lnTo>
                    <a:pt x="8494" y="22827"/>
                  </a:lnTo>
                  <a:lnTo>
                    <a:pt x="9689" y="23490"/>
                  </a:lnTo>
                  <a:lnTo>
                    <a:pt x="9689" y="27472"/>
                  </a:lnTo>
                  <a:lnTo>
                    <a:pt x="9821" y="27737"/>
                  </a:lnTo>
                  <a:lnTo>
                    <a:pt x="9954" y="27737"/>
                  </a:lnTo>
                  <a:lnTo>
                    <a:pt x="15130" y="29064"/>
                  </a:lnTo>
                  <a:lnTo>
                    <a:pt x="15660" y="28932"/>
                  </a:lnTo>
                  <a:lnTo>
                    <a:pt x="16059" y="28666"/>
                  </a:lnTo>
                  <a:lnTo>
                    <a:pt x="18182" y="26410"/>
                  </a:lnTo>
                  <a:lnTo>
                    <a:pt x="18580" y="26145"/>
                  </a:lnTo>
                  <a:lnTo>
                    <a:pt x="22694" y="26145"/>
                  </a:lnTo>
                  <a:lnTo>
                    <a:pt x="23092" y="26277"/>
                  </a:lnTo>
                  <a:lnTo>
                    <a:pt x="25481" y="28799"/>
                  </a:lnTo>
                  <a:lnTo>
                    <a:pt x="25879" y="29064"/>
                  </a:lnTo>
                  <a:lnTo>
                    <a:pt x="26277" y="29064"/>
                  </a:lnTo>
                  <a:lnTo>
                    <a:pt x="31320" y="27870"/>
                  </a:lnTo>
                  <a:lnTo>
                    <a:pt x="31586" y="27605"/>
                  </a:lnTo>
                  <a:lnTo>
                    <a:pt x="31718" y="27472"/>
                  </a:lnTo>
                  <a:lnTo>
                    <a:pt x="31718" y="23490"/>
                  </a:lnTo>
                  <a:lnTo>
                    <a:pt x="32647" y="22960"/>
                  </a:lnTo>
                  <a:lnTo>
                    <a:pt x="33178" y="22694"/>
                  </a:lnTo>
                  <a:lnTo>
                    <a:pt x="33576" y="22694"/>
                  </a:lnTo>
                  <a:lnTo>
                    <a:pt x="38487" y="23490"/>
                  </a:lnTo>
                  <a:lnTo>
                    <a:pt x="38885" y="23358"/>
                  </a:lnTo>
                  <a:lnTo>
                    <a:pt x="39283" y="23092"/>
                  </a:lnTo>
                  <a:lnTo>
                    <a:pt x="41141" y="20438"/>
                  </a:lnTo>
                  <a:lnTo>
                    <a:pt x="41274" y="20173"/>
                  </a:lnTo>
                  <a:lnTo>
                    <a:pt x="41274" y="16324"/>
                  </a:lnTo>
                  <a:lnTo>
                    <a:pt x="41274" y="8760"/>
                  </a:lnTo>
                  <a:lnTo>
                    <a:pt x="41274" y="8627"/>
                  </a:lnTo>
                  <a:lnTo>
                    <a:pt x="39150" y="5707"/>
                  </a:lnTo>
                  <a:lnTo>
                    <a:pt x="38885" y="5575"/>
                  </a:lnTo>
                  <a:lnTo>
                    <a:pt x="38487" y="5442"/>
                  </a:lnTo>
                  <a:lnTo>
                    <a:pt x="33709" y="6371"/>
                  </a:lnTo>
                  <a:lnTo>
                    <a:pt x="33178" y="6238"/>
                  </a:lnTo>
                  <a:lnTo>
                    <a:pt x="32780" y="6105"/>
                  </a:lnTo>
                  <a:lnTo>
                    <a:pt x="31586" y="5442"/>
                  </a:lnTo>
                  <a:lnTo>
                    <a:pt x="31586" y="1593"/>
                  </a:lnTo>
                  <a:lnTo>
                    <a:pt x="31586" y="1461"/>
                  </a:lnTo>
                  <a:lnTo>
                    <a:pt x="31586" y="1328"/>
                  </a:lnTo>
                  <a:lnTo>
                    <a:pt x="31320" y="1195"/>
                  </a:lnTo>
                  <a:lnTo>
                    <a:pt x="26145" y="1"/>
                  </a:lnTo>
                  <a:lnTo>
                    <a:pt x="25746" y="1"/>
                  </a:lnTo>
                  <a:lnTo>
                    <a:pt x="25348" y="266"/>
                  </a:lnTo>
                  <a:lnTo>
                    <a:pt x="23225" y="2522"/>
                  </a:lnTo>
                  <a:lnTo>
                    <a:pt x="22827" y="2788"/>
                  </a:lnTo>
                  <a:lnTo>
                    <a:pt x="22296" y="2920"/>
                  </a:lnTo>
                  <a:lnTo>
                    <a:pt x="20703" y="2788"/>
                  </a:lnTo>
                  <a:lnTo>
                    <a:pt x="19111" y="2920"/>
                  </a:lnTo>
                  <a:lnTo>
                    <a:pt x="18580" y="2788"/>
                  </a:lnTo>
                  <a:lnTo>
                    <a:pt x="18315" y="2655"/>
                  </a:lnTo>
                  <a:lnTo>
                    <a:pt x="15926" y="133"/>
                  </a:lnTo>
                  <a:lnTo>
                    <a:pt x="1552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8"/>
            <p:cNvSpPr/>
            <p:nvPr/>
          </p:nvSpPr>
          <p:spPr>
            <a:xfrm>
              <a:off x="5489681" y="3882703"/>
              <a:ext cx="684323" cy="481898"/>
            </a:xfrm>
            <a:custGeom>
              <a:rect b="b" l="l" r="r" t="t"/>
              <a:pathLst>
                <a:path extrusionOk="0" fill="none" h="29065" w="41274">
                  <a:moveTo>
                    <a:pt x="1" y="14997"/>
                  </a:moveTo>
                  <a:lnTo>
                    <a:pt x="1" y="14997"/>
                  </a:lnTo>
                  <a:lnTo>
                    <a:pt x="1" y="20173"/>
                  </a:lnTo>
                  <a:lnTo>
                    <a:pt x="133" y="20305"/>
                  </a:lnTo>
                  <a:lnTo>
                    <a:pt x="2124" y="23225"/>
                  </a:lnTo>
                  <a:lnTo>
                    <a:pt x="2124" y="23225"/>
                  </a:lnTo>
                  <a:lnTo>
                    <a:pt x="2522" y="23490"/>
                  </a:lnTo>
                  <a:lnTo>
                    <a:pt x="2920" y="23490"/>
                  </a:lnTo>
                  <a:lnTo>
                    <a:pt x="7698" y="22694"/>
                  </a:lnTo>
                  <a:lnTo>
                    <a:pt x="7698" y="22694"/>
                  </a:lnTo>
                  <a:lnTo>
                    <a:pt x="8229" y="22694"/>
                  </a:lnTo>
                  <a:lnTo>
                    <a:pt x="8494" y="22827"/>
                  </a:lnTo>
                  <a:lnTo>
                    <a:pt x="8494" y="22827"/>
                  </a:lnTo>
                  <a:lnTo>
                    <a:pt x="9689" y="23490"/>
                  </a:lnTo>
                  <a:lnTo>
                    <a:pt x="9689" y="23490"/>
                  </a:lnTo>
                  <a:lnTo>
                    <a:pt x="9689" y="27472"/>
                  </a:lnTo>
                  <a:lnTo>
                    <a:pt x="9689" y="27472"/>
                  </a:lnTo>
                  <a:lnTo>
                    <a:pt x="9821" y="27737"/>
                  </a:lnTo>
                  <a:lnTo>
                    <a:pt x="9954" y="27737"/>
                  </a:lnTo>
                  <a:lnTo>
                    <a:pt x="15130" y="29064"/>
                  </a:lnTo>
                  <a:lnTo>
                    <a:pt x="15130" y="29064"/>
                  </a:lnTo>
                  <a:lnTo>
                    <a:pt x="15660" y="28932"/>
                  </a:lnTo>
                  <a:lnTo>
                    <a:pt x="16059" y="28666"/>
                  </a:lnTo>
                  <a:lnTo>
                    <a:pt x="18182" y="26410"/>
                  </a:lnTo>
                  <a:lnTo>
                    <a:pt x="18182" y="26410"/>
                  </a:lnTo>
                  <a:lnTo>
                    <a:pt x="18580" y="26145"/>
                  </a:lnTo>
                  <a:lnTo>
                    <a:pt x="18978" y="26145"/>
                  </a:lnTo>
                  <a:lnTo>
                    <a:pt x="18978" y="26145"/>
                  </a:lnTo>
                  <a:lnTo>
                    <a:pt x="20703" y="26145"/>
                  </a:lnTo>
                  <a:lnTo>
                    <a:pt x="22296" y="26145"/>
                  </a:lnTo>
                  <a:lnTo>
                    <a:pt x="22296" y="26145"/>
                  </a:lnTo>
                  <a:lnTo>
                    <a:pt x="22694" y="26145"/>
                  </a:lnTo>
                  <a:lnTo>
                    <a:pt x="23092" y="26277"/>
                  </a:lnTo>
                  <a:lnTo>
                    <a:pt x="25481" y="28799"/>
                  </a:lnTo>
                  <a:lnTo>
                    <a:pt x="25481" y="28799"/>
                  </a:lnTo>
                  <a:lnTo>
                    <a:pt x="25879" y="29064"/>
                  </a:lnTo>
                  <a:lnTo>
                    <a:pt x="26277" y="29064"/>
                  </a:lnTo>
                  <a:lnTo>
                    <a:pt x="31320" y="27870"/>
                  </a:lnTo>
                  <a:lnTo>
                    <a:pt x="31320" y="27870"/>
                  </a:lnTo>
                  <a:lnTo>
                    <a:pt x="31586" y="27605"/>
                  </a:lnTo>
                  <a:lnTo>
                    <a:pt x="31718" y="27472"/>
                  </a:lnTo>
                  <a:lnTo>
                    <a:pt x="31718" y="23490"/>
                  </a:lnTo>
                  <a:lnTo>
                    <a:pt x="31718" y="23490"/>
                  </a:lnTo>
                  <a:lnTo>
                    <a:pt x="32647" y="22960"/>
                  </a:lnTo>
                  <a:lnTo>
                    <a:pt x="32647" y="22960"/>
                  </a:lnTo>
                  <a:lnTo>
                    <a:pt x="33178" y="22694"/>
                  </a:lnTo>
                  <a:lnTo>
                    <a:pt x="33576" y="22694"/>
                  </a:lnTo>
                  <a:lnTo>
                    <a:pt x="38487" y="23490"/>
                  </a:lnTo>
                  <a:lnTo>
                    <a:pt x="38487" y="23490"/>
                  </a:lnTo>
                  <a:lnTo>
                    <a:pt x="38885" y="23358"/>
                  </a:lnTo>
                  <a:lnTo>
                    <a:pt x="39283" y="23092"/>
                  </a:lnTo>
                  <a:lnTo>
                    <a:pt x="41141" y="20438"/>
                  </a:lnTo>
                  <a:lnTo>
                    <a:pt x="41141" y="20438"/>
                  </a:lnTo>
                  <a:lnTo>
                    <a:pt x="41274" y="20173"/>
                  </a:lnTo>
                  <a:lnTo>
                    <a:pt x="41274" y="20173"/>
                  </a:lnTo>
                  <a:lnTo>
                    <a:pt x="41274" y="16324"/>
                  </a:lnTo>
                  <a:lnTo>
                    <a:pt x="41274" y="16324"/>
                  </a:lnTo>
                  <a:lnTo>
                    <a:pt x="41274" y="16324"/>
                  </a:lnTo>
                  <a:lnTo>
                    <a:pt x="41274" y="8760"/>
                  </a:lnTo>
                  <a:lnTo>
                    <a:pt x="41274" y="8760"/>
                  </a:lnTo>
                  <a:lnTo>
                    <a:pt x="41274" y="8627"/>
                  </a:lnTo>
                  <a:lnTo>
                    <a:pt x="39150" y="5707"/>
                  </a:lnTo>
                  <a:lnTo>
                    <a:pt x="39150" y="5707"/>
                  </a:lnTo>
                  <a:lnTo>
                    <a:pt x="38885" y="5575"/>
                  </a:lnTo>
                  <a:lnTo>
                    <a:pt x="38487" y="5442"/>
                  </a:lnTo>
                  <a:lnTo>
                    <a:pt x="33709" y="6371"/>
                  </a:lnTo>
                  <a:lnTo>
                    <a:pt x="33709" y="6371"/>
                  </a:lnTo>
                  <a:lnTo>
                    <a:pt x="33178" y="6238"/>
                  </a:lnTo>
                  <a:lnTo>
                    <a:pt x="32780" y="6105"/>
                  </a:lnTo>
                  <a:lnTo>
                    <a:pt x="32780" y="6105"/>
                  </a:lnTo>
                  <a:lnTo>
                    <a:pt x="31586" y="5442"/>
                  </a:lnTo>
                  <a:lnTo>
                    <a:pt x="31586" y="5442"/>
                  </a:lnTo>
                  <a:lnTo>
                    <a:pt x="31586" y="1593"/>
                  </a:lnTo>
                  <a:lnTo>
                    <a:pt x="31586" y="1461"/>
                  </a:lnTo>
                  <a:lnTo>
                    <a:pt x="31586" y="1461"/>
                  </a:lnTo>
                  <a:lnTo>
                    <a:pt x="31586" y="1328"/>
                  </a:lnTo>
                  <a:lnTo>
                    <a:pt x="31320" y="1195"/>
                  </a:lnTo>
                  <a:lnTo>
                    <a:pt x="26145" y="1"/>
                  </a:lnTo>
                  <a:lnTo>
                    <a:pt x="26145" y="1"/>
                  </a:lnTo>
                  <a:lnTo>
                    <a:pt x="25746" y="1"/>
                  </a:lnTo>
                  <a:lnTo>
                    <a:pt x="25348" y="266"/>
                  </a:lnTo>
                  <a:lnTo>
                    <a:pt x="23225" y="2522"/>
                  </a:lnTo>
                  <a:lnTo>
                    <a:pt x="23225" y="2522"/>
                  </a:lnTo>
                  <a:lnTo>
                    <a:pt x="22827" y="2788"/>
                  </a:lnTo>
                  <a:lnTo>
                    <a:pt x="22296" y="2920"/>
                  </a:lnTo>
                  <a:lnTo>
                    <a:pt x="22296" y="2920"/>
                  </a:lnTo>
                  <a:lnTo>
                    <a:pt x="20703" y="2788"/>
                  </a:lnTo>
                  <a:lnTo>
                    <a:pt x="19111" y="2920"/>
                  </a:lnTo>
                  <a:lnTo>
                    <a:pt x="19111" y="2920"/>
                  </a:lnTo>
                  <a:lnTo>
                    <a:pt x="18580" y="2788"/>
                  </a:lnTo>
                  <a:lnTo>
                    <a:pt x="18315" y="2655"/>
                  </a:lnTo>
                  <a:lnTo>
                    <a:pt x="15926" y="133"/>
                  </a:lnTo>
                  <a:lnTo>
                    <a:pt x="15926" y="133"/>
                  </a:lnTo>
                  <a:lnTo>
                    <a:pt x="15528" y="1"/>
                  </a:lnTo>
                  <a:lnTo>
                    <a:pt x="15130" y="1"/>
                  </a:lnTo>
                  <a:lnTo>
                    <a:pt x="10087" y="1195"/>
                  </a:lnTo>
                  <a:lnTo>
                    <a:pt x="10087" y="1195"/>
                  </a:lnTo>
                  <a:lnTo>
                    <a:pt x="9821" y="1328"/>
                  </a:lnTo>
                  <a:lnTo>
                    <a:pt x="9689" y="1461"/>
                  </a:lnTo>
                  <a:lnTo>
                    <a:pt x="9689" y="1461"/>
                  </a:lnTo>
                  <a:lnTo>
                    <a:pt x="9689" y="5442"/>
                  </a:lnTo>
                  <a:lnTo>
                    <a:pt x="9689" y="5442"/>
                  </a:lnTo>
                  <a:lnTo>
                    <a:pt x="8760" y="6105"/>
                  </a:lnTo>
                  <a:lnTo>
                    <a:pt x="8760" y="6105"/>
                  </a:lnTo>
                  <a:lnTo>
                    <a:pt x="8229" y="6238"/>
                  </a:lnTo>
                  <a:lnTo>
                    <a:pt x="7698" y="6371"/>
                  </a:lnTo>
                  <a:lnTo>
                    <a:pt x="2788" y="5442"/>
                  </a:lnTo>
                  <a:lnTo>
                    <a:pt x="2788" y="5442"/>
                  </a:lnTo>
                  <a:lnTo>
                    <a:pt x="2389" y="5575"/>
                  </a:lnTo>
                  <a:lnTo>
                    <a:pt x="2124" y="5840"/>
                  </a:lnTo>
                  <a:lnTo>
                    <a:pt x="133" y="8494"/>
                  </a:lnTo>
                  <a:lnTo>
                    <a:pt x="133" y="8494"/>
                  </a:lnTo>
                  <a:lnTo>
                    <a:pt x="133" y="8760"/>
                  </a:lnTo>
                  <a:lnTo>
                    <a:pt x="133" y="8760"/>
                  </a:lnTo>
                  <a:lnTo>
                    <a:pt x="133" y="8760"/>
                  </a:lnTo>
                  <a:lnTo>
                    <a:pt x="133" y="14864"/>
                  </a:lnTo>
                  <a:lnTo>
                    <a:pt x="133" y="14864"/>
                  </a:lnTo>
                  <a:lnTo>
                    <a:pt x="1" y="14997"/>
                  </a:lnTo>
                  <a:lnTo>
                    <a:pt x="1" y="14997"/>
                  </a:lnTo>
                  <a:lnTo>
                    <a:pt x="1" y="14997"/>
                  </a:lnTo>
                  <a:lnTo>
                    <a:pt x="1" y="149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8"/>
            <p:cNvSpPr/>
            <p:nvPr/>
          </p:nvSpPr>
          <p:spPr>
            <a:xfrm>
              <a:off x="5711919" y="4100548"/>
              <a:ext cx="239846" cy="66022"/>
            </a:xfrm>
            <a:custGeom>
              <a:rect b="b" l="l" r="r" t="t"/>
              <a:pathLst>
                <a:path extrusionOk="0" fill="none" h="3982" w="14466">
                  <a:moveTo>
                    <a:pt x="13670" y="2522"/>
                  </a:moveTo>
                  <a:lnTo>
                    <a:pt x="13670" y="2522"/>
                  </a:lnTo>
                  <a:lnTo>
                    <a:pt x="12342" y="3052"/>
                  </a:lnTo>
                  <a:lnTo>
                    <a:pt x="10750" y="3583"/>
                  </a:lnTo>
                  <a:lnTo>
                    <a:pt x="10750" y="3583"/>
                  </a:lnTo>
                  <a:lnTo>
                    <a:pt x="9423" y="3849"/>
                  </a:lnTo>
                  <a:lnTo>
                    <a:pt x="8096" y="3981"/>
                  </a:lnTo>
                  <a:lnTo>
                    <a:pt x="6769" y="3981"/>
                  </a:lnTo>
                  <a:lnTo>
                    <a:pt x="5442" y="3849"/>
                  </a:lnTo>
                  <a:lnTo>
                    <a:pt x="4114" y="3716"/>
                  </a:lnTo>
                  <a:lnTo>
                    <a:pt x="2920" y="3318"/>
                  </a:lnTo>
                  <a:lnTo>
                    <a:pt x="1858" y="2920"/>
                  </a:lnTo>
                  <a:lnTo>
                    <a:pt x="797" y="2522"/>
                  </a:lnTo>
                  <a:lnTo>
                    <a:pt x="797" y="2522"/>
                  </a:lnTo>
                  <a:lnTo>
                    <a:pt x="0" y="1991"/>
                  </a:lnTo>
                  <a:lnTo>
                    <a:pt x="0" y="1991"/>
                  </a:lnTo>
                  <a:lnTo>
                    <a:pt x="797" y="1460"/>
                  </a:lnTo>
                  <a:lnTo>
                    <a:pt x="797" y="1460"/>
                  </a:lnTo>
                  <a:lnTo>
                    <a:pt x="2256" y="796"/>
                  </a:lnTo>
                  <a:lnTo>
                    <a:pt x="3849" y="398"/>
                  </a:lnTo>
                  <a:lnTo>
                    <a:pt x="5442" y="0"/>
                  </a:lnTo>
                  <a:lnTo>
                    <a:pt x="7299" y="0"/>
                  </a:lnTo>
                  <a:lnTo>
                    <a:pt x="9025" y="0"/>
                  </a:lnTo>
                  <a:lnTo>
                    <a:pt x="10750" y="398"/>
                  </a:lnTo>
                  <a:lnTo>
                    <a:pt x="12342" y="796"/>
                  </a:lnTo>
                  <a:lnTo>
                    <a:pt x="13670" y="1460"/>
                  </a:lnTo>
                  <a:lnTo>
                    <a:pt x="13670" y="1460"/>
                  </a:lnTo>
                  <a:lnTo>
                    <a:pt x="14466" y="1991"/>
                  </a:lnTo>
                  <a:lnTo>
                    <a:pt x="14466" y="1991"/>
                  </a:lnTo>
                  <a:lnTo>
                    <a:pt x="13670" y="25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8"/>
            <p:cNvSpPr/>
            <p:nvPr/>
          </p:nvSpPr>
          <p:spPr>
            <a:xfrm>
              <a:off x="5991358" y="3911304"/>
              <a:ext cx="22018" cy="61628"/>
            </a:xfrm>
            <a:custGeom>
              <a:rect b="b" l="l" r="r" t="t"/>
              <a:pathLst>
                <a:path extrusionOk="0" h="3717" w="1328">
                  <a:moveTo>
                    <a:pt x="1328" y="1"/>
                  </a:moveTo>
                  <a:lnTo>
                    <a:pt x="133" y="2522"/>
                  </a:lnTo>
                  <a:lnTo>
                    <a:pt x="1" y="2788"/>
                  </a:lnTo>
                  <a:lnTo>
                    <a:pt x="266" y="3053"/>
                  </a:lnTo>
                  <a:lnTo>
                    <a:pt x="1328" y="3717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8"/>
            <p:cNvSpPr/>
            <p:nvPr/>
          </p:nvSpPr>
          <p:spPr>
            <a:xfrm>
              <a:off x="6173987" y="4153355"/>
              <a:ext cx="17" cy="17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8"/>
            <p:cNvSpPr/>
            <p:nvPr/>
          </p:nvSpPr>
          <p:spPr>
            <a:xfrm>
              <a:off x="6173987" y="4153355"/>
              <a:ext cx="17" cy="1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8"/>
            <p:cNvSpPr/>
            <p:nvPr/>
          </p:nvSpPr>
          <p:spPr>
            <a:xfrm>
              <a:off x="6090374" y="4027928"/>
              <a:ext cx="83630" cy="99032"/>
            </a:xfrm>
            <a:custGeom>
              <a:rect b="b" l="l" r="r" t="t"/>
              <a:pathLst>
                <a:path extrusionOk="0" h="5973" w="5044">
                  <a:moveTo>
                    <a:pt x="5044" y="1"/>
                  </a:moveTo>
                  <a:lnTo>
                    <a:pt x="4911" y="133"/>
                  </a:lnTo>
                  <a:lnTo>
                    <a:pt x="4778" y="399"/>
                  </a:lnTo>
                  <a:lnTo>
                    <a:pt x="399" y="1726"/>
                  </a:lnTo>
                  <a:lnTo>
                    <a:pt x="133" y="1859"/>
                  </a:lnTo>
                  <a:lnTo>
                    <a:pt x="1" y="2257"/>
                  </a:lnTo>
                  <a:lnTo>
                    <a:pt x="1" y="3053"/>
                  </a:lnTo>
                  <a:lnTo>
                    <a:pt x="1" y="3849"/>
                  </a:lnTo>
                  <a:lnTo>
                    <a:pt x="133" y="4247"/>
                  </a:lnTo>
                  <a:lnTo>
                    <a:pt x="399" y="4513"/>
                  </a:lnTo>
                  <a:lnTo>
                    <a:pt x="4778" y="5840"/>
                  </a:lnTo>
                  <a:lnTo>
                    <a:pt x="5044" y="5973"/>
                  </a:lnTo>
                  <a:lnTo>
                    <a:pt x="5044" y="266"/>
                  </a:lnTo>
                  <a:lnTo>
                    <a:pt x="5044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8"/>
            <p:cNvSpPr/>
            <p:nvPr/>
          </p:nvSpPr>
          <p:spPr>
            <a:xfrm>
              <a:off x="6090374" y="4027928"/>
              <a:ext cx="83630" cy="125444"/>
            </a:xfrm>
            <a:custGeom>
              <a:rect b="b" l="l" r="r" t="t"/>
              <a:pathLst>
                <a:path extrusionOk="0" fill="none" h="7566" w="5044">
                  <a:moveTo>
                    <a:pt x="5044" y="1"/>
                  </a:moveTo>
                  <a:lnTo>
                    <a:pt x="5044" y="1"/>
                  </a:lnTo>
                  <a:lnTo>
                    <a:pt x="4911" y="133"/>
                  </a:lnTo>
                  <a:lnTo>
                    <a:pt x="4778" y="399"/>
                  </a:lnTo>
                  <a:lnTo>
                    <a:pt x="399" y="1726"/>
                  </a:lnTo>
                  <a:lnTo>
                    <a:pt x="399" y="1726"/>
                  </a:lnTo>
                  <a:lnTo>
                    <a:pt x="133" y="1859"/>
                  </a:lnTo>
                  <a:lnTo>
                    <a:pt x="1" y="2257"/>
                  </a:lnTo>
                  <a:lnTo>
                    <a:pt x="1" y="2257"/>
                  </a:lnTo>
                  <a:lnTo>
                    <a:pt x="1" y="3053"/>
                  </a:lnTo>
                  <a:lnTo>
                    <a:pt x="1" y="3849"/>
                  </a:lnTo>
                  <a:lnTo>
                    <a:pt x="1" y="3849"/>
                  </a:lnTo>
                  <a:lnTo>
                    <a:pt x="133" y="4247"/>
                  </a:lnTo>
                  <a:lnTo>
                    <a:pt x="399" y="4513"/>
                  </a:lnTo>
                  <a:lnTo>
                    <a:pt x="4778" y="5840"/>
                  </a:lnTo>
                  <a:lnTo>
                    <a:pt x="4778" y="5840"/>
                  </a:lnTo>
                  <a:lnTo>
                    <a:pt x="5044" y="5973"/>
                  </a:lnTo>
                  <a:lnTo>
                    <a:pt x="5044" y="6105"/>
                  </a:lnTo>
                  <a:lnTo>
                    <a:pt x="5044" y="6105"/>
                  </a:lnTo>
                  <a:lnTo>
                    <a:pt x="5044" y="7565"/>
                  </a:lnTo>
                  <a:lnTo>
                    <a:pt x="5044" y="7565"/>
                  </a:lnTo>
                  <a:lnTo>
                    <a:pt x="5044" y="7565"/>
                  </a:lnTo>
                  <a:lnTo>
                    <a:pt x="5044" y="7565"/>
                  </a:lnTo>
                  <a:lnTo>
                    <a:pt x="5044" y="266"/>
                  </a:lnTo>
                  <a:lnTo>
                    <a:pt x="504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8"/>
            <p:cNvSpPr/>
            <p:nvPr/>
          </p:nvSpPr>
          <p:spPr>
            <a:xfrm>
              <a:off x="6044166" y="4258970"/>
              <a:ext cx="57234" cy="8821"/>
            </a:xfrm>
            <a:custGeom>
              <a:rect b="b" l="l" r="r" t="t"/>
              <a:pathLst>
                <a:path extrusionOk="0" h="532" w="3452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33" y="0"/>
                  </a:lnTo>
                  <a:lnTo>
                    <a:pt x="3451" y="531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8"/>
            <p:cNvSpPr/>
            <p:nvPr/>
          </p:nvSpPr>
          <p:spPr>
            <a:xfrm>
              <a:off x="6044166" y="4258970"/>
              <a:ext cx="57234" cy="8821"/>
            </a:xfrm>
            <a:custGeom>
              <a:rect b="b" l="l" r="r" t="t"/>
              <a:pathLst>
                <a:path extrusionOk="0" fill="none" h="532" w="3452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33" y="0"/>
                  </a:lnTo>
                  <a:lnTo>
                    <a:pt x="3451" y="531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8"/>
            <p:cNvSpPr/>
            <p:nvPr/>
          </p:nvSpPr>
          <p:spPr>
            <a:xfrm>
              <a:off x="6044166" y="4170947"/>
              <a:ext cx="88040" cy="101237"/>
            </a:xfrm>
            <a:custGeom>
              <a:rect b="b" l="l" r="r" t="t"/>
              <a:pathLst>
                <a:path extrusionOk="0" h="6106" w="5310">
                  <a:moveTo>
                    <a:pt x="1" y="1"/>
                  </a:moveTo>
                  <a:lnTo>
                    <a:pt x="1" y="5309"/>
                  </a:lnTo>
                  <a:lnTo>
                    <a:pt x="133" y="5309"/>
                  </a:lnTo>
                  <a:lnTo>
                    <a:pt x="3451" y="5840"/>
                  </a:lnTo>
                  <a:lnTo>
                    <a:pt x="5044" y="6105"/>
                  </a:lnTo>
                  <a:lnTo>
                    <a:pt x="5309" y="6105"/>
                  </a:lnTo>
                  <a:lnTo>
                    <a:pt x="5309" y="797"/>
                  </a:lnTo>
                  <a:lnTo>
                    <a:pt x="5044" y="79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8"/>
            <p:cNvSpPr/>
            <p:nvPr/>
          </p:nvSpPr>
          <p:spPr>
            <a:xfrm>
              <a:off x="6044166" y="4170947"/>
              <a:ext cx="88040" cy="101237"/>
            </a:xfrm>
            <a:custGeom>
              <a:rect b="b" l="l" r="r" t="t"/>
              <a:pathLst>
                <a:path extrusionOk="0" fill="none" h="6106" w="531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33" y="5309"/>
                  </a:lnTo>
                  <a:lnTo>
                    <a:pt x="3451" y="5840"/>
                  </a:lnTo>
                  <a:lnTo>
                    <a:pt x="5044" y="6105"/>
                  </a:lnTo>
                  <a:lnTo>
                    <a:pt x="5044" y="6105"/>
                  </a:lnTo>
                  <a:lnTo>
                    <a:pt x="5176" y="6105"/>
                  </a:lnTo>
                  <a:lnTo>
                    <a:pt x="5176" y="6105"/>
                  </a:lnTo>
                  <a:lnTo>
                    <a:pt x="5309" y="6105"/>
                  </a:lnTo>
                  <a:lnTo>
                    <a:pt x="5309" y="797"/>
                  </a:lnTo>
                  <a:lnTo>
                    <a:pt x="5309" y="797"/>
                  </a:lnTo>
                  <a:lnTo>
                    <a:pt x="5176" y="797"/>
                  </a:lnTo>
                  <a:lnTo>
                    <a:pt x="5176" y="797"/>
                  </a:lnTo>
                  <a:lnTo>
                    <a:pt x="5044" y="797"/>
                  </a:lnTo>
                  <a:lnTo>
                    <a:pt x="133" y="1"/>
                  </a:lnTo>
                  <a:lnTo>
                    <a:pt x="133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8"/>
            <p:cNvSpPr/>
            <p:nvPr/>
          </p:nvSpPr>
          <p:spPr>
            <a:xfrm>
              <a:off x="5991358" y="4170947"/>
              <a:ext cx="52824" cy="101237"/>
            </a:xfrm>
            <a:custGeom>
              <a:rect b="b" l="l" r="r" t="t"/>
              <a:pathLst>
                <a:path extrusionOk="0" h="6106" w="3186">
                  <a:moveTo>
                    <a:pt x="3186" y="1"/>
                  </a:moveTo>
                  <a:lnTo>
                    <a:pt x="2788" y="134"/>
                  </a:lnTo>
                  <a:lnTo>
                    <a:pt x="2389" y="266"/>
                  </a:lnTo>
                  <a:lnTo>
                    <a:pt x="1460" y="797"/>
                  </a:lnTo>
                  <a:lnTo>
                    <a:pt x="399" y="1461"/>
                  </a:lnTo>
                  <a:lnTo>
                    <a:pt x="1" y="1726"/>
                  </a:lnTo>
                  <a:lnTo>
                    <a:pt x="1" y="1859"/>
                  </a:lnTo>
                  <a:lnTo>
                    <a:pt x="1" y="1991"/>
                  </a:lnTo>
                  <a:lnTo>
                    <a:pt x="1328" y="4646"/>
                  </a:lnTo>
                  <a:lnTo>
                    <a:pt x="1460" y="4778"/>
                  </a:lnTo>
                  <a:lnTo>
                    <a:pt x="1460" y="6105"/>
                  </a:lnTo>
                  <a:lnTo>
                    <a:pt x="2389" y="5575"/>
                  </a:lnTo>
                  <a:lnTo>
                    <a:pt x="2788" y="5309"/>
                  </a:lnTo>
                  <a:lnTo>
                    <a:pt x="3186" y="5309"/>
                  </a:lnTo>
                  <a:lnTo>
                    <a:pt x="31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8"/>
            <p:cNvSpPr/>
            <p:nvPr/>
          </p:nvSpPr>
          <p:spPr>
            <a:xfrm>
              <a:off x="5868136" y="4316171"/>
              <a:ext cx="44036" cy="46225"/>
            </a:xfrm>
            <a:custGeom>
              <a:rect b="b" l="l" r="r" t="t"/>
              <a:pathLst>
                <a:path extrusionOk="0" h="2788" w="2656">
                  <a:moveTo>
                    <a:pt x="1726" y="1726"/>
                  </a:moveTo>
                  <a:lnTo>
                    <a:pt x="2655" y="2655"/>
                  </a:lnTo>
                  <a:lnTo>
                    <a:pt x="2655" y="2655"/>
                  </a:lnTo>
                  <a:lnTo>
                    <a:pt x="2655" y="2788"/>
                  </a:lnTo>
                  <a:lnTo>
                    <a:pt x="2655" y="2788"/>
                  </a:lnTo>
                  <a:lnTo>
                    <a:pt x="2655" y="2655"/>
                  </a:lnTo>
                  <a:lnTo>
                    <a:pt x="1726" y="1726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8"/>
            <p:cNvSpPr/>
            <p:nvPr/>
          </p:nvSpPr>
          <p:spPr>
            <a:xfrm>
              <a:off x="5896753" y="4344771"/>
              <a:ext cx="15419" cy="17625"/>
            </a:xfrm>
            <a:custGeom>
              <a:rect b="b" l="l" r="r" t="t"/>
              <a:pathLst>
                <a:path extrusionOk="0" fill="none" h="1063" w="930">
                  <a:moveTo>
                    <a:pt x="0" y="1"/>
                  </a:moveTo>
                  <a:lnTo>
                    <a:pt x="929" y="930"/>
                  </a:lnTo>
                  <a:lnTo>
                    <a:pt x="929" y="930"/>
                  </a:lnTo>
                  <a:lnTo>
                    <a:pt x="929" y="1063"/>
                  </a:lnTo>
                  <a:lnTo>
                    <a:pt x="929" y="1063"/>
                  </a:lnTo>
                  <a:lnTo>
                    <a:pt x="929" y="93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8"/>
            <p:cNvSpPr/>
            <p:nvPr/>
          </p:nvSpPr>
          <p:spPr>
            <a:xfrm>
              <a:off x="5868136" y="4316171"/>
              <a:ext cx="4427" cy="2222"/>
            </a:xfrm>
            <a:custGeom>
              <a:rect b="b" l="l" r="r" t="t"/>
              <a:pathLst>
                <a:path extrusionOk="0" fill="none" h="134" w="267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66" y="133"/>
                  </a:lnTo>
                  <a:lnTo>
                    <a:pt x="266" y="13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8"/>
            <p:cNvSpPr/>
            <p:nvPr/>
          </p:nvSpPr>
          <p:spPr>
            <a:xfrm>
              <a:off x="5868136" y="4228164"/>
              <a:ext cx="50635" cy="136437"/>
            </a:xfrm>
            <a:custGeom>
              <a:rect b="b" l="l" r="r" t="t"/>
              <a:pathLst>
                <a:path extrusionOk="0" h="8229" w="3054">
                  <a:moveTo>
                    <a:pt x="1" y="0"/>
                  </a:moveTo>
                  <a:lnTo>
                    <a:pt x="1" y="5309"/>
                  </a:lnTo>
                  <a:lnTo>
                    <a:pt x="266" y="5441"/>
                  </a:lnTo>
                  <a:lnTo>
                    <a:pt x="1726" y="7034"/>
                  </a:lnTo>
                  <a:lnTo>
                    <a:pt x="2655" y="7963"/>
                  </a:lnTo>
                  <a:lnTo>
                    <a:pt x="2655" y="8096"/>
                  </a:lnTo>
                  <a:lnTo>
                    <a:pt x="3053" y="8228"/>
                  </a:lnTo>
                  <a:lnTo>
                    <a:pt x="3053" y="2920"/>
                  </a:lnTo>
                  <a:lnTo>
                    <a:pt x="2788" y="2920"/>
                  </a:lnTo>
                  <a:lnTo>
                    <a:pt x="2655" y="2787"/>
                  </a:lnTo>
                  <a:lnTo>
                    <a:pt x="266" y="2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8"/>
            <p:cNvSpPr/>
            <p:nvPr/>
          </p:nvSpPr>
          <p:spPr>
            <a:xfrm>
              <a:off x="5868136" y="4228164"/>
              <a:ext cx="50635" cy="136437"/>
            </a:xfrm>
            <a:custGeom>
              <a:rect b="b" l="l" r="r" t="t"/>
              <a:pathLst>
                <a:path extrusionOk="0" fill="none" h="8229" w="3054">
                  <a:moveTo>
                    <a:pt x="1" y="0"/>
                  </a:moveTo>
                  <a:lnTo>
                    <a:pt x="1" y="5309"/>
                  </a:lnTo>
                  <a:lnTo>
                    <a:pt x="1" y="5309"/>
                  </a:lnTo>
                  <a:lnTo>
                    <a:pt x="266" y="5441"/>
                  </a:lnTo>
                  <a:lnTo>
                    <a:pt x="266" y="5441"/>
                  </a:lnTo>
                  <a:lnTo>
                    <a:pt x="266" y="5441"/>
                  </a:lnTo>
                  <a:lnTo>
                    <a:pt x="1726" y="7034"/>
                  </a:lnTo>
                  <a:lnTo>
                    <a:pt x="2655" y="7963"/>
                  </a:lnTo>
                  <a:lnTo>
                    <a:pt x="2655" y="7963"/>
                  </a:lnTo>
                  <a:lnTo>
                    <a:pt x="2655" y="8096"/>
                  </a:lnTo>
                  <a:lnTo>
                    <a:pt x="2655" y="8096"/>
                  </a:lnTo>
                  <a:lnTo>
                    <a:pt x="3053" y="8228"/>
                  </a:lnTo>
                  <a:lnTo>
                    <a:pt x="3053" y="2920"/>
                  </a:lnTo>
                  <a:lnTo>
                    <a:pt x="3053" y="2920"/>
                  </a:lnTo>
                  <a:lnTo>
                    <a:pt x="2788" y="2920"/>
                  </a:lnTo>
                  <a:lnTo>
                    <a:pt x="2655" y="2787"/>
                  </a:lnTo>
                  <a:lnTo>
                    <a:pt x="266" y="266"/>
                  </a:lnTo>
                  <a:lnTo>
                    <a:pt x="266" y="266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8"/>
            <p:cNvSpPr/>
            <p:nvPr/>
          </p:nvSpPr>
          <p:spPr>
            <a:xfrm>
              <a:off x="5799926" y="4228164"/>
              <a:ext cx="68227" cy="88023"/>
            </a:xfrm>
            <a:custGeom>
              <a:rect b="b" l="l" r="r" t="t"/>
              <a:pathLst>
                <a:path extrusionOk="0" h="5309" w="4115">
                  <a:moveTo>
                    <a:pt x="1" y="0"/>
                  </a:moveTo>
                  <a:lnTo>
                    <a:pt x="1" y="5309"/>
                  </a:lnTo>
                  <a:lnTo>
                    <a:pt x="4115" y="5309"/>
                  </a:lnTo>
                  <a:lnTo>
                    <a:pt x="411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8"/>
            <p:cNvSpPr/>
            <p:nvPr/>
          </p:nvSpPr>
          <p:spPr>
            <a:xfrm>
              <a:off x="5799926" y="4228164"/>
              <a:ext cx="68227" cy="88023"/>
            </a:xfrm>
            <a:custGeom>
              <a:rect b="b" l="l" r="r" t="t"/>
              <a:pathLst>
                <a:path extrusionOk="0" fill="none" h="5309" w="4115">
                  <a:moveTo>
                    <a:pt x="1" y="0"/>
                  </a:moveTo>
                  <a:lnTo>
                    <a:pt x="1" y="5309"/>
                  </a:lnTo>
                  <a:lnTo>
                    <a:pt x="1" y="5309"/>
                  </a:lnTo>
                  <a:lnTo>
                    <a:pt x="266" y="5309"/>
                  </a:lnTo>
                  <a:lnTo>
                    <a:pt x="266" y="5309"/>
                  </a:lnTo>
                  <a:lnTo>
                    <a:pt x="1991" y="5309"/>
                  </a:lnTo>
                  <a:lnTo>
                    <a:pt x="3584" y="5309"/>
                  </a:lnTo>
                  <a:lnTo>
                    <a:pt x="3584" y="5309"/>
                  </a:lnTo>
                  <a:lnTo>
                    <a:pt x="4115" y="5309"/>
                  </a:lnTo>
                  <a:lnTo>
                    <a:pt x="4115" y="0"/>
                  </a:lnTo>
                  <a:lnTo>
                    <a:pt x="4115" y="0"/>
                  </a:lnTo>
                  <a:lnTo>
                    <a:pt x="3584" y="0"/>
                  </a:lnTo>
                  <a:lnTo>
                    <a:pt x="3584" y="0"/>
                  </a:lnTo>
                  <a:lnTo>
                    <a:pt x="1991" y="0"/>
                  </a:lnTo>
                  <a:lnTo>
                    <a:pt x="266" y="0"/>
                  </a:lnTo>
                  <a:lnTo>
                    <a:pt x="266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8"/>
            <p:cNvSpPr/>
            <p:nvPr/>
          </p:nvSpPr>
          <p:spPr>
            <a:xfrm>
              <a:off x="5753717" y="4316171"/>
              <a:ext cx="46225" cy="44020"/>
            </a:xfrm>
            <a:custGeom>
              <a:rect b="b" l="l" r="r" t="t"/>
              <a:pathLst>
                <a:path extrusionOk="0" h="2655" w="2788">
                  <a:moveTo>
                    <a:pt x="134" y="2655"/>
                  </a:moveTo>
                  <a:lnTo>
                    <a:pt x="134" y="2655"/>
                  </a:lnTo>
                  <a:lnTo>
                    <a:pt x="1" y="2655"/>
                  </a:lnTo>
                  <a:lnTo>
                    <a:pt x="1" y="2655"/>
                  </a:lnTo>
                  <a:lnTo>
                    <a:pt x="134" y="2655"/>
                  </a:lnTo>
                  <a:close/>
                  <a:moveTo>
                    <a:pt x="2788" y="1"/>
                  </a:moveTo>
                  <a:lnTo>
                    <a:pt x="2788" y="1"/>
                  </a:lnTo>
                  <a:lnTo>
                    <a:pt x="2390" y="266"/>
                  </a:lnTo>
                  <a:lnTo>
                    <a:pt x="2390" y="266"/>
                  </a:lnTo>
                  <a:lnTo>
                    <a:pt x="2788" y="1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8"/>
            <p:cNvSpPr/>
            <p:nvPr/>
          </p:nvSpPr>
          <p:spPr>
            <a:xfrm>
              <a:off x="5753717" y="4360174"/>
              <a:ext cx="2222" cy="17"/>
            </a:xfrm>
            <a:custGeom>
              <a:rect b="b" l="l" r="r" t="t"/>
              <a:pathLst>
                <a:path extrusionOk="0" fill="none" h="1" w="134">
                  <a:moveTo>
                    <a:pt x="134" y="1"/>
                  </a:moveTo>
                  <a:lnTo>
                    <a:pt x="134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3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58"/>
            <p:cNvSpPr/>
            <p:nvPr/>
          </p:nvSpPr>
          <p:spPr>
            <a:xfrm>
              <a:off x="5793327" y="4316171"/>
              <a:ext cx="6615" cy="4427"/>
            </a:xfrm>
            <a:custGeom>
              <a:rect b="b" l="l" r="r" t="t"/>
              <a:pathLst>
                <a:path extrusionOk="0" fill="none" h="267" w="399">
                  <a:moveTo>
                    <a:pt x="399" y="1"/>
                  </a:moveTo>
                  <a:lnTo>
                    <a:pt x="399" y="1"/>
                  </a:lnTo>
                  <a:lnTo>
                    <a:pt x="1" y="266"/>
                  </a:lnTo>
                  <a:lnTo>
                    <a:pt x="1" y="266"/>
                  </a:lnTo>
                  <a:lnTo>
                    <a:pt x="399" y="1"/>
                  </a:lnTo>
                  <a:lnTo>
                    <a:pt x="3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8"/>
            <p:cNvSpPr/>
            <p:nvPr/>
          </p:nvSpPr>
          <p:spPr>
            <a:xfrm>
              <a:off x="5747119" y="4228164"/>
              <a:ext cx="52824" cy="136437"/>
            </a:xfrm>
            <a:custGeom>
              <a:rect b="b" l="l" r="r" t="t"/>
              <a:pathLst>
                <a:path extrusionOk="0" h="8229" w="3186">
                  <a:moveTo>
                    <a:pt x="3186" y="0"/>
                  </a:moveTo>
                  <a:lnTo>
                    <a:pt x="2920" y="133"/>
                  </a:lnTo>
                  <a:lnTo>
                    <a:pt x="2655" y="398"/>
                  </a:lnTo>
                  <a:lnTo>
                    <a:pt x="532" y="2654"/>
                  </a:lnTo>
                  <a:lnTo>
                    <a:pt x="1" y="2920"/>
                  </a:lnTo>
                  <a:lnTo>
                    <a:pt x="1" y="8228"/>
                  </a:lnTo>
                  <a:lnTo>
                    <a:pt x="399" y="7963"/>
                  </a:lnTo>
                  <a:lnTo>
                    <a:pt x="532" y="7963"/>
                  </a:lnTo>
                  <a:lnTo>
                    <a:pt x="532" y="7830"/>
                  </a:lnTo>
                  <a:lnTo>
                    <a:pt x="2655" y="5574"/>
                  </a:lnTo>
                  <a:lnTo>
                    <a:pt x="2788" y="5574"/>
                  </a:lnTo>
                  <a:lnTo>
                    <a:pt x="3186" y="5309"/>
                  </a:lnTo>
                  <a:lnTo>
                    <a:pt x="3186" y="0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8"/>
            <p:cNvSpPr/>
            <p:nvPr/>
          </p:nvSpPr>
          <p:spPr>
            <a:xfrm>
              <a:off x="5747119" y="4228164"/>
              <a:ext cx="52824" cy="136437"/>
            </a:xfrm>
            <a:custGeom>
              <a:rect b="b" l="l" r="r" t="t"/>
              <a:pathLst>
                <a:path extrusionOk="0" fill="none" h="8229" w="3186">
                  <a:moveTo>
                    <a:pt x="3186" y="0"/>
                  </a:moveTo>
                  <a:lnTo>
                    <a:pt x="3186" y="0"/>
                  </a:lnTo>
                  <a:lnTo>
                    <a:pt x="2920" y="133"/>
                  </a:lnTo>
                  <a:lnTo>
                    <a:pt x="2655" y="398"/>
                  </a:lnTo>
                  <a:lnTo>
                    <a:pt x="532" y="2654"/>
                  </a:lnTo>
                  <a:lnTo>
                    <a:pt x="532" y="2654"/>
                  </a:lnTo>
                  <a:lnTo>
                    <a:pt x="1" y="2920"/>
                  </a:lnTo>
                  <a:lnTo>
                    <a:pt x="1" y="8228"/>
                  </a:lnTo>
                  <a:lnTo>
                    <a:pt x="1" y="8228"/>
                  </a:lnTo>
                  <a:lnTo>
                    <a:pt x="1" y="8228"/>
                  </a:lnTo>
                  <a:lnTo>
                    <a:pt x="399" y="7963"/>
                  </a:lnTo>
                  <a:lnTo>
                    <a:pt x="399" y="7963"/>
                  </a:lnTo>
                  <a:lnTo>
                    <a:pt x="532" y="7963"/>
                  </a:lnTo>
                  <a:lnTo>
                    <a:pt x="532" y="7963"/>
                  </a:lnTo>
                  <a:lnTo>
                    <a:pt x="532" y="7830"/>
                  </a:lnTo>
                  <a:lnTo>
                    <a:pt x="2655" y="5574"/>
                  </a:lnTo>
                  <a:lnTo>
                    <a:pt x="2655" y="5574"/>
                  </a:lnTo>
                  <a:lnTo>
                    <a:pt x="2788" y="5574"/>
                  </a:lnTo>
                  <a:lnTo>
                    <a:pt x="2788" y="5574"/>
                  </a:lnTo>
                  <a:lnTo>
                    <a:pt x="3186" y="5309"/>
                  </a:lnTo>
                  <a:lnTo>
                    <a:pt x="3186" y="0"/>
                  </a:lnTo>
                  <a:lnTo>
                    <a:pt x="31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8"/>
            <p:cNvSpPr/>
            <p:nvPr/>
          </p:nvSpPr>
          <p:spPr>
            <a:xfrm>
              <a:off x="5799926" y="4228164"/>
              <a:ext cx="17" cy="88023"/>
            </a:xfrm>
            <a:custGeom>
              <a:rect b="b" l="l" r="r" t="t"/>
              <a:pathLst>
                <a:path extrusionOk="0" h="5309" w="1">
                  <a:moveTo>
                    <a:pt x="1" y="0"/>
                  </a:moveTo>
                  <a:lnTo>
                    <a:pt x="1" y="0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B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8"/>
            <p:cNvSpPr/>
            <p:nvPr/>
          </p:nvSpPr>
          <p:spPr>
            <a:xfrm>
              <a:off x="5799926" y="4228164"/>
              <a:ext cx="17" cy="88023"/>
            </a:xfrm>
            <a:custGeom>
              <a:rect b="b" l="l" r="r" t="t"/>
              <a:pathLst>
                <a:path extrusionOk="0" fill="none" h="5309" w="1">
                  <a:moveTo>
                    <a:pt x="1" y="0"/>
                  </a:moveTo>
                  <a:lnTo>
                    <a:pt x="1" y="0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530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8"/>
            <p:cNvSpPr/>
            <p:nvPr/>
          </p:nvSpPr>
          <p:spPr>
            <a:xfrm>
              <a:off x="5650308" y="4252371"/>
              <a:ext cx="96827" cy="112230"/>
            </a:xfrm>
            <a:custGeom>
              <a:rect b="b" l="l" r="r" t="t"/>
              <a:pathLst>
                <a:path extrusionOk="0" h="6769" w="5840">
                  <a:moveTo>
                    <a:pt x="1" y="0"/>
                  </a:moveTo>
                  <a:lnTo>
                    <a:pt x="1" y="1194"/>
                  </a:lnTo>
                  <a:lnTo>
                    <a:pt x="1" y="2654"/>
                  </a:lnTo>
                  <a:lnTo>
                    <a:pt x="1" y="3318"/>
                  </a:lnTo>
                  <a:lnTo>
                    <a:pt x="1" y="5176"/>
                  </a:lnTo>
                  <a:lnTo>
                    <a:pt x="133" y="5441"/>
                  </a:lnTo>
                  <a:lnTo>
                    <a:pt x="266" y="5441"/>
                  </a:lnTo>
                  <a:lnTo>
                    <a:pt x="5442" y="6768"/>
                  </a:lnTo>
                  <a:lnTo>
                    <a:pt x="5840" y="6768"/>
                  </a:lnTo>
                  <a:lnTo>
                    <a:pt x="5840" y="1460"/>
                  </a:lnTo>
                  <a:lnTo>
                    <a:pt x="5442" y="1460"/>
                  </a:lnTo>
                  <a:lnTo>
                    <a:pt x="266" y="266"/>
                  </a:lnTo>
                  <a:lnTo>
                    <a:pt x="133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8"/>
            <p:cNvSpPr/>
            <p:nvPr/>
          </p:nvSpPr>
          <p:spPr>
            <a:xfrm>
              <a:off x="5650308" y="4252371"/>
              <a:ext cx="96827" cy="112230"/>
            </a:xfrm>
            <a:custGeom>
              <a:rect b="b" l="l" r="r" t="t"/>
              <a:pathLst>
                <a:path extrusionOk="0" fill="none" h="6769" w="5840">
                  <a:moveTo>
                    <a:pt x="1" y="0"/>
                  </a:moveTo>
                  <a:lnTo>
                    <a:pt x="1" y="1194"/>
                  </a:lnTo>
                  <a:lnTo>
                    <a:pt x="1" y="1194"/>
                  </a:lnTo>
                  <a:lnTo>
                    <a:pt x="1" y="1194"/>
                  </a:lnTo>
                  <a:lnTo>
                    <a:pt x="1" y="2654"/>
                  </a:lnTo>
                  <a:lnTo>
                    <a:pt x="1" y="3318"/>
                  </a:lnTo>
                  <a:lnTo>
                    <a:pt x="1" y="3318"/>
                  </a:lnTo>
                  <a:lnTo>
                    <a:pt x="1" y="5176"/>
                  </a:lnTo>
                  <a:lnTo>
                    <a:pt x="1" y="5176"/>
                  </a:lnTo>
                  <a:lnTo>
                    <a:pt x="133" y="5441"/>
                  </a:lnTo>
                  <a:lnTo>
                    <a:pt x="266" y="5441"/>
                  </a:lnTo>
                  <a:lnTo>
                    <a:pt x="5442" y="6768"/>
                  </a:lnTo>
                  <a:lnTo>
                    <a:pt x="5442" y="6768"/>
                  </a:lnTo>
                  <a:lnTo>
                    <a:pt x="5840" y="6768"/>
                  </a:lnTo>
                  <a:lnTo>
                    <a:pt x="5840" y="1460"/>
                  </a:lnTo>
                  <a:lnTo>
                    <a:pt x="5840" y="1460"/>
                  </a:lnTo>
                  <a:lnTo>
                    <a:pt x="5442" y="1460"/>
                  </a:lnTo>
                  <a:lnTo>
                    <a:pt x="266" y="266"/>
                  </a:lnTo>
                  <a:lnTo>
                    <a:pt x="266" y="266"/>
                  </a:lnTo>
                  <a:lnTo>
                    <a:pt x="133" y="13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8"/>
            <p:cNvSpPr/>
            <p:nvPr/>
          </p:nvSpPr>
          <p:spPr>
            <a:xfrm>
              <a:off x="5623896" y="4258970"/>
              <a:ext cx="24223" cy="13214"/>
            </a:xfrm>
            <a:custGeom>
              <a:rect b="b" l="l" r="r" t="t"/>
              <a:pathLst>
                <a:path extrusionOk="0" h="797" w="146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1461" y="796"/>
                  </a:lnTo>
                  <a:lnTo>
                    <a:pt x="1461" y="796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8"/>
            <p:cNvSpPr/>
            <p:nvPr/>
          </p:nvSpPr>
          <p:spPr>
            <a:xfrm>
              <a:off x="5623896" y="4258970"/>
              <a:ext cx="24223" cy="13214"/>
            </a:xfrm>
            <a:custGeom>
              <a:rect b="b" l="l" r="r" t="t"/>
              <a:pathLst>
                <a:path extrusionOk="0" fill="none" h="797" w="146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1461" y="796"/>
                  </a:lnTo>
                  <a:lnTo>
                    <a:pt x="1461" y="796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8"/>
            <p:cNvSpPr/>
            <p:nvPr/>
          </p:nvSpPr>
          <p:spPr>
            <a:xfrm>
              <a:off x="5623896" y="4170947"/>
              <a:ext cx="48430" cy="101237"/>
            </a:xfrm>
            <a:custGeom>
              <a:rect b="b" l="l" r="r" t="t"/>
              <a:pathLst>
                <a:path extrusionOk="0" h="6106" w="2921">
                  <a:moveTo>
                    <a:pt x="1" y="1"/>
                  </a:moveTo>
                  <a:lnTo>
                    <a:pt x="1" y="5309"/>
                  </a:lnTo>
                  <a:lnTo>
                    <a:pt x="399" y="5442"/>
                  </a:lnTo>
                  <a:lnTo>
                    <a:pt x="1461" y="6105"/>
                  </a:lnTo>
                  <a:lnTo>
                    <a:pt x="1594" y="6105"/>
                  </a:lnTo>
                  <a:lnTo>
                    <a:pt x="1594" y="5575"/>
                  </a:lnTo>
                  <a:lnTo>
                    <a:pt x="1594" y="4778"/>
                  </a:lnTo>
                  <a:lnTo>
                    <a:pt x="1726" y="4513"/>
                  </a:lnTo>
                  <a:lnTo>
                    <a:pt x="2921" y="2124"/>
                  </a:lnTo>
                  <a:lnTo>
                    <a:pt x="2921" y="1726"/>
                  </a:lnTo>
                  <a:lnTo>
                    <a:pt x="2788" y="1461"/>
                  </a:lnTo>
                  <a:lnTo>
                    <a:pt x="1594" y="797"/>
                  </a:lnTo>
                  <a:lnTo>
                    <a:pt x="399" y="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8"/>
            <p:cNvSpPr/>
            <p:nvPr/>
          </p:nvSpPr>
          <p:spPr>
            <a:xfrm>
              <a:off x="5623896" y="4170947"/>
              <a:ext cx="48430" cy="101237"/>
            </a:xfrm>
            <a:custGeom>
              <a:rect b="b" l="l" r="r" t="t"/>
              <a:pathLst>
                <a:path extrusionOk="0" fill="none" h="6106" w="2921">
                  <a:moveTo>
                    <a:pt x="1" y="1"/>
                  </a:moveTo>
                  <a:lnTo>
                    <a:pt x="1" y="5309"/>
                  </a:lnTo>
                  <a:lnTo>
                    <a:pt x="1" y="5309"/>
                  </a:lnTo>
                  <a:lnTo>
                    <a:pt x="399" y="5442"/>
                  </a:lnTo>
                  <a:lnTo>
                    <a:pt x="399" y="5442"/>
                  </a:lnTo>
                  <a:lnTo>
                    <a:pt x="1461" y="6105"/>
                  </a:lnTo>
                  <a:lnTo>
                    <a:pt x="1461" y="6105"/>
                  </a:lnTo>
                  <a:lnTo>
                    <a:pt x="1594" y="6105"/>
                  </a:lnTo>
                  <a:lnTo>
                    <a:pt x="1594" y="5575"/>
                  </a:lnTo>
                  <a:lnTo>
                    <a:pt x="1594" y="5575"/>
                  </a:lnTo>
                  <a:lnTo>
                    <a:pt x="1594" y="4778"/>
                  </a:lnTo>
                  <a:lnTo>
                    <a:pt x="1594" y="4778"/>
                  </a:lnTo>
                  <a:lnTo>
                    <a:pt x="1726" y="4513"/>
                  </a:lnTo>
                  <a:lnTo>
                    <a:pt x="2921" y="2124"/>
                  </a:lnTo>
                  <a:lnTo>
                    <a:pt x="2921" y="2124"/>
                  </a:lnTo>
                  <a:lnTo>
                    <a:pt x="2921" y="1726"/>
                  </a:lnTo>
                  <a:lnTo>
                    <a:pt x="2788" y="1461"/>
                  </a:lnTo>
                  <a:lnTo>
                    <a:pt x="2788" y="1461"/>
                  </a:lnTo>
                  <a:lnTo>
                    <a:pt x="1594" y="797"/>
                  </a:lnTo>
                  <a:lnTo>
                    <a:pt x="399" y="134"/>
                  </a:lnTo>
                  <a:lnTo>
                    <a:pt x="399" y="13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8"/>
            <p:cNvSpPr/>
            <p:nvPr/>
          </p:nvSpPr>
          <p:spPr>
            <a:xfrm>
              <a:off x="5650308" y="4263364"/>
              <a:ext cx="17" cy="8821"/>
            </a:xfrm>
            <a:custGeom>
              <a:rect b="b" l="l" r="r" t="t"/>
              <a:pathLst>
                <a:path extrusionOk="0" h="532" w="1">
                  <a:moveTo>
                    <a:pt x="1" y="1"/>
                  </a:moveTo>
                  <a:lnTo>
                    <a:pt x="1" y="531"/>
                  </a:lnTo>
                  <a:lnTo>
                    <a:pt x="1" y="531"/>
                  </a:lnTo>
                  <a:lnTo>
                    <a:pt x="1" y="531"/>
                  </a:lnTo>
                  <a:lnTo>
                    <a:pt x="1" y="5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F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8"/>
            <p:cNvSpPr/>
            <p:nvPr/>
          </p:nvSpPr>
          <p:spPr>
            <a:xfrm>
              <a:off x="5650308" y="4263364"/>
              <a:ext cx="17" cy="8821"/>
            </a:xfrm>
            <a:custGeom>
              <a:rect b="b" l="l" r="r" t="t"/>
              <a:pathLst>
                <a:path extrusionOk="0" fill="none" h="532" w="1">
                  <a:moveTo>
                    <a:pt x="1" y="1"/>
                  </a:moveTo>
                  <a:lnTo>
                    <a:pt x="1" y="531"/>
                  </a:lnTo>
                  <a:lnTo>
                    <a:pt x="1" y="531"/>
                  </a:lnTo>
                  <a:lnTo>
                    <a:pt x="1" y="531"/>
                  </a:lnTo>
                  <a:lnTo>
                    <a:pt x="1" y="53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8"/>
            <p:cNvSpPr/>
            <p:nvPr/>
          </p:nvSpPr>
          <p:spPr>
            <a:xfrm>
              <a:off x="5489681" y="4131354"/>
              <a:ext cx="41831" cy="140831"/>
            </a:xfrm>
            <a:custGeom>
              <a:rect b="b" l="l" r="r" t="t"/>
              <a:pathLst>
                <a:path extrusionOk="0" h="8494" w="2523">
                  <a:moveTo>
                    <a:pt x="1" y="0"/>
                  </a:moveTo>
                  <a:lnTo>
                    <a:pt x="1" y="5176"/>
                  </a:lnTo>
                  <a:lnTo>
                    <a:pt x="133" y="5308"/>
                  </a:lnTo>
                  <a:lnTo>
                    <a:pt x="2124" y="8228"/>
                  </a:lnTo>
                  <a:lnTo>
                    <a:pt x="2522" y="8493"/>
                  </a:lnTo>
                  <a:lnTo>
                    <a:pt x="2522" y="3185"/>
                  </a:lnTo>
                  <a:lnTo>
                    <a:pt x="2124" y="2920"/>
                  </a:lnTo>
                  <a:lnTo>
                    <a:pt x="133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8"/>
            <p:cNvSpPr/>
            <p:nvPr/>
          </p:nvSpPr>
          <p:spPr>
            <a:xfrm>
              <a:off x="5489681" y="3882703"/>
              <a:ext cx="684323" cy="393874"/>
            </a:xfrm>
            <a:custGeom>
              <a:rect b="b" l="l" r="r" t="t"/>
              <a:pathLst>
                <a:path extrusionOk="0" h="23756" w="41274">
                  <a:moveTo>
                    <a:pt x="20703" y="6504"/>
                  </a:moveTo>
                  <a:lnTo>
                    <a:pt x="22429" y="6636"/>
                  </a:lnTo>
                  <a:lnTo>
                    <a:pt x="24154" y="7034"/>
                  </a:lnTo>
                  <a:lnTo>
                    <a:pt x="25746" y="7433"/>
                  </a:lnTo>
                  <a:lnTo>
                    <a:pt x="27074" y="8096"/>
                  </a:lnTo>
                  <a:lnTo>
                    <a:pt x="28268" y="8892"/>
                  </a:lnTo>
                  <a:lnTo>
                    <a:pt x="29064" y="9821"/>
                  </a:lnTo>
                  <a:lnTo>
                    <a:pt x="29595" y="10618"/>
                  </a:lnTo>
                  <a:lnTo>
                    <a:pt x="29728" y="11414"/>
                  </a:lnTo>
                  <a:lnTo>
                    <a:pt x="29728" y="12210"/>
                  </a:lnTo>
                  <a:lnTo>
                    <a:pt x="29595" y="13006"/>
                  </a:lnTo>
                  <a:lnTo>
                    <a:pt x="29595" y="13139"/>
                  </a:lnTo>
                  <a:lnTo>
                    <a:pt x="29462" y="13272"/>
                  </a:lnTo>
                  <a:lnTo>
                    <a:pt x="29462" y="13404"/>
                  </a:lnTo>
                  <a:lnTo>
                    <a:pt x="28799" y="14333"/>
                  </a:lnTo>
                  <a:lnTo>
                    <a:pt x="27870" y="15130"/>
                  </a:lnTo>
                  <a:lnTo>
                    <a:pt x="27074" y="15661"/>
                  </a:lnTo>
                  <a:lnTo>
                    <a:pt x="25746" y="16191"/>
                  </a:lnTo>
                  <a:lnTo>
                    <a:pt x="24154" y="16722"/>
                  </a:lnTo>
                  <a:lnTo>
                    <a:pt x="22827" y="16988"/>
                  </a:lnTo>
                  <a:lnTo>
                    <a:pt x="21500" y="17120"/>
                  </a:lnTo>
                  <a:lnTo>
                    <a:pt x="20173" y="17120"/>
                  </a:lnTo>
                  <a:lnTo>
                    <a:pt x="18846" y="16988"/>
                  </a:lnTo>
                  <a:lnTo>
                    <a:pt x="17518" y="16855"/>
                  </a:lnTo>
                  <a:lnTo>
                    <a:pt x="16324" y="16457"/>
                  </a:lnTo>
                  <a:lnTo>
                    <a:pt x="15262" y="16059"/>
                  </a:lnTo>
                  <a:lnTo>
                    <a:pt x="14201" y="15661"/>
                  </a:lnTo>
                  <a:lnTo>
                    <a:pt x="13404" y="15130"/>
                  </a:lnTo>
                  <a:lnTo>
                    <a:pt x="12741" y="14466"/>
                  </a:lnTo>
                  <a:lnTo>
                    <a:pt x="12210" y="13803"/>
                  </a:lnTo>
                  <a:lnTo>
                    <a:pt x="11679" y="13006"/>
                  </a:lnTo>
                  <a:lnTo>
                    <a:pt x="11546" y="12077"/>
                  </a:lnTo>
                  <a:lnTo>
                    <a:pt x="11679" y="11148"/>
                  </a:lnTo>
                  <a:lnTo>
                    <a:pt x="11945" y="10219"/>
                  </a:lnTo>
                  <a:lnTo>
                    <a:pt x="12077" y="10087"/>
                  </a:lnTo>
                  <a:lnTo>
                    <a:pt x="12077" y="9954"/>
                  </a:lnTo>
                  <a:lnTo>
                    <a:pt x="12343" y="9689"/>
                  </a:lnTo>
                  <a:lnTo>
                    <a:pt x="12475" y="9423"/>
                  </a:lnTo>
                  <a:lnTo>
                    <a:pt x="12608" y="9423"/>
                  </a:lnTo>
                  <a:lnTo>
                    <a:pt x="12741" y="9290"/>
                  </a:lnTo>
                  <a:lnTo>
                    <a:pt x="13537" y="8494"/>
                  </a:lnTo>
                  <a:lnTo>
                    <a:pt x="14599" y="7963"/>
                  </a:lnTo>
                  <a:lnTo>
                    <a:pt x="15793" y="7433"/>
                  </a:lnTo>
                  <a:lnTo>
                    <a:pt x="17120" y="7034"/>
                  </a:lnTo>
                  <a:lnTo>
                    <a:pt x="18978" y="6636"/>
                  </a:lnTo>
                  <a:lnTo>
                    <a:pt x="20703" y="6504"/>
                  </a:lnTo>
                  <a:close/>
                  <a:moveTo>
                    <a:pt x="15130" y="1"/>
                  </a:moveTo>
                  <a:lnTo>
                    <a:pt x="10087" y="1195"/>
                  </a:lnTo>
                  <a:lnTo>
                    <a:pt x="9821" y="1328"/>
                  </a:lnTo>
                  <a:lnTo>
                    <a:pt x="9689" y="1461"/>
                  </a:lnTo>
                  <a:lnTo>
                    <a:pt x="9689" y="1593"/>
                  </a:lnTo>
                  <a:lnTo>
                    <a:pt x="11016" y="4380"/>
                  </a:lnTo>
                  <a:lnTo>
                    <a:pt x="11148" y="4513"/>
                  </a:lnTo>
                  <a:lnTo>
                    <a:pt x="11016" y="4646"/>
                  </a:lnTo>
                  <a:lnTo>
                    <a:pt x="10750" y="4911"/>
                  </a:lnTo>
                  <a:lnTo>
                    <a:pt x="9689" y="5442"/>
                  </a:lnTo>
                  <a:lnTo>
                    <a:pt x="8760" y="6105"/>
                  </a:lnTo>
                  <a:lnTo>
                    <a:pt x="8229" y="6238"/>
                  </a:lnTo>
                  <a:lnTo>
                    <a:pt x="7698" y="6371"/>
                  </a:lnTo>
                  <a:lnTo>
                    <a:pt x="2788" y="5442"/>
                  </a:lnTo>
                  <a:lnTo>
                    <a:pt x="2389" y="5575"/>
                  </a:lnTo>
                  <a:lnTo>
                    <a:pt x="2124" y="5840"/>
                  </a:lnTo>
                  <a:lnTo>
                    <a:pt x="133" y="8494"/>
                  </a:lnTo>
                  <a:lnTo>
                    <a:pt x="133" y="8760"/>
                  </a:lnTo>
                  <a:lnTo>
                    <a:pt x="133" y="8892"/>
                  </a:lnTo>
                  <a:lnTo>
                    <a:pt x="266" y="9025"/>
                  </a:lnTo>
                  <a:lnTo>
                    <a:pt x="4778" y="10485"/>
                  </a:lnTo>
                  <a:lnTo>
                    <a:pt x="5044" y="10750"/>
                  </a:lnTo>
                  <a:lnTo>
                    <a:pt x="5176" y="11016"/>
                  </a:lnTo>
                  <a:lnTo>
                    <a:pt x="5044" y="11812"/>
                  </a:lnTo>
                  <a:lnTo>
                    <a:pt x="5176" y="12741"/>
                  </a:lnTo>
                  <a:lnTo>
                    <a:pt x="5044" y="13006"/>
                  </a:lnTo>
                  <a:lnTo>
                    <a:pt x="4646" y="13272"/>
                  </a:lnTo>
                  <a:lnTo>
                    <a:pt x="399" y="14599"/>
                  </a:lnTo>
                  <a:lnTo>
                    <a:pt x="133" y="14864"/>
                  </a:lnTo>
                  <a:lnTo>
                    <a:pt x="1" y="14997"/>
                  </a:lnTo>
                  <a:lnTo>
                    <a:pt x="133" y="15130"/>
                  </a:lnTo>
                  <a:lnTo>
                    <a:pt x="2124" y="17917"/>
                  </a:lnTo>
                  <a:lnTo>
                    <a:pt x="2522" y="18182"/>
                  </a:lnTo>
                  <a:lnTo>
                    <a:pt x="2920" y="18182"/>
                  </a:lnTo>
                  <a:lnTo>
                    <a:pt x="7698" y="17386"/>
                  </a:lnTo>
                  <a:lnTo>
                    <a:pt x="8096" y="17386"/>
                  </a:lnTo>
                  <a:lnTo>
                    <a:pt x="8494" y="17519"/>
                  </a:lnTo>
                  <a:lnTo>
                    <a:pt x="9689" y="18182"/>
                  </a:lnTo>
                  <a:lnTo>
                    <a:pt x="10883" y="18846"/>
                  </a:lnTo>
                  <a:lnTo>
                    <a:pt x="11016" y="19111"/>
                  </a:lnTo>
                  <a:lnTo>
                    <a:pt x="11016" y="19509"/>
                  </a:lnTo>
                  <a:lnTo>
                    <a:pt x="9821" y="21898"/>
                  </a:lnTo>
                  <a:lnTo>
                    <a:pt x="9689" y="22296"/>
                  </a:lnTo>
                  <a:lnTo>
                    <a:pt x="9821" y="22429"/>
                  </a:lnTo>
                  <a:lnTo>
                    <a:pt x="9954" y="22562"/>
                  </a:lnTo>
                  <a:lnTo>
                    <a:pt x="15130" y="23756"/>
                  </a:lnTo>
                  <a:lnTo>
                    <a:pt x="15660" y="23756"/>
                  </a:lnTo>
                  <a:lnTo>
                    <a:pt x="16059" y="23490"/>
                  </a:lnTo>
                  <a:lnTo>
                    <a:pt x="18182" y="21234"/>
                  </a:lnTo>
                  <a:lnTo>
                    <a:pt x="18580" y="20969"/>
                  </a:lnTo>
                  <a:lnTo>
                    <a:pt x="18978" y="20836"/>
                  </a:lnTo>
                  <a:lnTo>
                    <a:pt x="22694" y="20836"/>
                  </a:lnTo>
                  <a:lnTo>
                    <a:pt x="23092" y="21102"/>
                  </a:lnTo>
                  <a:lnTo>
                    <a:pt x="25481" y="23623"/>
                  </a:lnTo>
                  <a:lnTo>
                    <a:pt x="25746" y="23756"/>
                  </a:lnTo>
                  <a:lnTo>
                    <a:pt x="26277" y="23756"/>
                  </a:lnTo>
                  <a:lnTo>
                    <a:pt x="31320" y="22562"/>
                  </a:lnTo>
                  <a:lnTo>
                    <a:pt x="31586" y="22296"/>
                  </a:lnTo>
                  <a:lnTo>
                    <a:pt x="31718" y="22163"/>
                  </a:lnTo>
                  <a:lnTo>
                    <a:pt x="31586" y="22031"/>
                  </a:lnTo>
                  <a:lnTo>
                    <a:pt x="30259" y="19376"/>
                  </a:lnTo>
                  <a:lnTo>
                    <a:pt x="30259" y="19244"/>
                  </a:lnTo>
                  <a:lnTo>
                    <a:pt x="30259" y="19111"/>
                  </a:lnTo>
                  <a:lnTo>
                    <a:pt x="30657" y="18846"/>
                  </a:lnTo>
                  <a:lnTo>
                    <a:pt x="31718" y="18182"/>
                  </a:lnTo>
                  <a:lnTo>
                    <a:pt x="32647" y="17651"/>
                  </a:lnTo>
                  <a:lnTo>
                    <a:pt x="33178" y="17386"/>
                  </a:lnTo>
                  <a:lnTo>
                    <a:pt x="33576" y="17386"/>
                  </a:lnTo>
                  <a:lnTo>
                    <a:pt x="38487" y="18182"/>
                  </a:lnTo>
                  <a:lnTo>
                    <a:pt x="38885" y="18182"/>
                  </a:lnTo>
                  <a:lnTo>
                    <a:pt x="39283" y="17784"/>
                  </a:lnTo>
                  <a:lnTo>
                    <a:pt x="41141" y="15262"/>
                  </a:lnTo>
                  <a:lnTo>
                    <a:pt x="41274" y="14864"/>
                  </a:lnTo>
                  <a:lnTo>
                    <a:pt x="41274" y="14732"/>
                  </a:lnTo>
                  <a:lnTo>
                    <a:pt x="41008" y="14599"/>
                  </a:lnTo>
                  <a:lnTo>
                    <a:pt x="36629" y="13272"/>
                  </a:lnTo>
                  <a:lnTo>
                    <a:pt x="36363" y="13006"/>
                  </a:lnTo>
                  <a:lnTo>
                    <a:pt x="36231" y="12608"/>
                  </a:lnTo>
                  <a:lnTo>
                    <a:pt x="36231" y="11812"/>
                  </a:lnTo>
                  <a:lnTo>
                    <a:pt x="36231" y="11016"/>
                  </a:lnTo>
                  <a:lnTo>
                    <a:pt x="36363" y="10618"/>
                  </a:lnTo>
                  <a:lnTo>
                    <a:pt x="36629" y="10485"/>
                  </a:lnTo>
                  <a:lnTo>
                    <a:pt x="40875" y="9158"/>
                  </a:lnTo>
                  <a:lnTo>
                    <a:pt x="41141" y="8892"/>
                  </a:lnTo>
                  <a:lnTo>
                    <a:pt x="41274" y="8760"/>
                  </a:lnTo>
                  <a:lnTo>
                    <a:pt x="41274" y="8627"/>
                  </a:lnTo>
                  <a:lnTo>
                    <a:pt x="39150" y="5707"/>
                  </a:lnTo>
                  <a:lnTo>
                    <a:pt x="38885" y="5575"/>
                  </a:lnTo>
                  <a:lnTo>
                    <a:pt x="38487" y="5442"/>
                  </a:lnTo>
                  <a:lnTo>
                    <a:pt x="33709" y="6371"/>
                  </a:lnTo>
                  <a:lnTo>
                    <a:pt x="33178" y="6238"/>
                  </a:lnTo>
                  <a:lnTo>
                    <a:pt x="32780" y="6105"/>
                  </a:lnTo>
                  <a:lnTo>
                    <a:pt x="31586" y="5442"/>
                  </a:lnTo>
                  <a:lnTo>
                    <a:pt x="30524" y="4778"/>
                  </a:lnTo>
                  <a:lnTo>
                    <a:pt x="30259" y="4513"/>
                  </a:lnTo>
                  <a:lnTo>
                    <a:pt x="30391" y="4247"/>
                  </a:lnTo>
                  <a:lnTo>
                    <a:pt x="31586" y="1726"/>
                  </a:lnTo>
                  <a:lnTo>
                    <a:pt x="31586" y="1593"/>
                  </a:lnTo>
                  <a:lnTo>
                    <a:pt x="31586" y="1461"/>
                  </a:lnTo>
                  <a:lnTo>
                    <a:pt x="31586" y="1328"/>
                  </a:lnTo>
                  <a:lnTo>
                    <a:pt x="31320" y="1195"/>
                  </a:lnTo>
                  <a:lnTo>
                    <a:pt x="26145" y="1"/>
                  </a:lnTo>
                  <a:lnTo>
                    <a:pt x="25746" y="1"/>
                  </a:lnTo>
                  <a:lnTo>
                    <a:pt x="25348" y="266"/>
                  </a:lnTo>
                  <a:lnTo>
                    <a:pt x="23225" y="2522"/>
                  </a:lnTo>
                  <a:lnTo>
                    <a:pt x="22827" y="2788"/>
                  </a:lnTo>
                  <a:lnTo>
                    <a:pt x="22296" y="2920"/>
                  </a:lnTo>
                  <a:lnTo>
                    <a:pt x="20703" y="2788"/>
                  </a:lnTo>
                  <a:lnTo>
                    <a:pt x="19111" y="2920"/>
                  </a:lnTo>
                  <a:lnTo>
                    <a:pt x="18580" y="2788"/>
                  </a:lnTo>
                  <a:lnTo>
                    <a:pt x="18315" y="2655"/>
                  </a:lnTo>
                  <a:lnTo>
                    <a:pt x="15926" y="133"/>
                  </a:lnTo>
                  <a:lnTo>
                    <a:pt x="1552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8"/>
            <p:cNvSpPr/>
            <p:nvPr/>
          </p:nvSpPr>
          <p:spPr>
            <a:xfrm>
              <a:off x="5043016" y="2386474"/>
              <a:ext cx="1445643" cy="915365"/>
            </a:xfrm>
            <a:custGeom>
              <a:rect b="b" l="l" r="r" t="t"/>
              <a:pathLst>
                <a:path extrusionOk="0" fill="none" h="55209" w="87192">
                  <a:moveTo>
                    <a:pt x="85201" y="1"/>
                  </a:moveTo>
                  <a:lnTo>
                    <a:pt x="85201" y="1"/>
                  </a:lnTo>
                  <a:lnTo>
                    <a:pt x="84404" y="133"/>
                  </a:lnTo>
                  <a:lnTo>
                    <a:pt x="83475" y="531"/>
                  </a:lnTo>
                  <a:lnTo>
                    <a:pt x="75247" y="5176"/>
                  </a:lnTo>
                  <a:lnTo>
                    <a:pt x="75247" y="6636"/>
                  </a:lnTo>
                  <a:lnTo>
                    <a:pt x="74053" y="7300"/>
                  </a:lnTo>
                  <a:lnTo>
                    <a:pt x="74053" y="5973"/>
                  </a:lnTo>
                  <a:lnTo>
                    <a:pt x="64498" y="11414"/>
                  </a:lnTo>
                  <a:lnTo>
                    <a:pt x="64498" y="12741"/>
                  </a:lnTo>
                  <a:lnTo>
                    <a:pt x="63436" y="13404"/>
                  </a:lnTo>
                  <a:lnTo>
                    <a:pt x="63436" y="12077"/>
                  </a:lnTo>
                  <a:lnTo>
                    <a:pt x="53881" y="17518"/>
                  </a:lnTo>
                  <a:lnTo>
                    <a:pt x="53881" y="18978"/>
                  </a:lnTo>
                  <a:lnTo>
                    <a:pt x="52686" y="19642"/>
                  </a:lnTo>
                  <a:lnTo>
                    <a:pt x="52686" y="18315"/>
                  </a:lnTo>
                  <a:lnTo>
                    <a:pt x="43131" y="23756"/>
                  </a:lnTo>
                  <a:lnTo>
                    <a:pt x="43131" y="25083"/>
                  </a:lnTo>
                  <a:lnTo>
                    <a:pt x="41937" y="25746"/>
                  </a:lnTo>
                  <a:lnTo>
                    <a:pt x="41937" y="24419"/>
                  </a:lnTo>
                  <a:lnTo>
                    <a:pt x="32514" y="29993"/>
                  </a:lnTo>
                  <a:lnTo>
                    <a:pt x="32514" y="31320"/>
                  </a:lnTo>
                  <a:lnTo>
                    <a:pt x="31320" y="31984"/>
                  </a:lnTo>
                  <a:lnTo>
                    <a:pt x="31320" y="30657"/>
                  </a:lnTo>
                  <a:lnTo>
                    <a:pt x="21765" y="36098"/>
                  </a:lnTo>
                  <a:lnTo>
                    <a:pt x="21765" y="37425"/>
                  </a:lnTo>
                  <a:lnTo>
                    <a:pt x="20571" y="38088"/>
                  </a:lnTo>
                  <a:lnTo>
                    <a:pt x="20571" y="36761"/>
                  </a:lnTo>
                  <a:lnTo>
                    <a:pt x="11148" y="42202"/>
                  </a:lnTo>
                  <a:lnTo>
                    <a:pt x="11148" y="42202"/>
                  </a:lnTo>
                  <a:lnTo>
                    <a:pt x="11148" y="42335"/>
                  </a:lnTo>
                  <a:lnTo>
                    <a:pt x="11148" y="42202"/>
                  </a:lnTo>
                  <a:lnTo>
                    <a:pt x="11148" y="43530"/>
                  </a:lnTo>
                  <a:lnTo>
                    <a:pt x="84006" y="1460"/>
                  </a:lnTo>
                  <a:lnTo>
                    <a:pt x="84006" y="1460"/>
                  </a:lnTo>
                  <a:lnTo>
                    <a:pt x="84670" y="1195"/>
                  </a:lnTo>
                  <a:lnTo>
                    <a:pt x="85201" y="1195"/>
                  </a:lnTo>
                  <a:lnTo>
                    <a:pt x="85201" y="1195"/>
                  </a:lnTo>
                  <a:lnTo>
                    <a:pt x="85599" y="1195"/>
                  </a:lnTo>
                  <a:lnTo>
                    <a:pt x="85599" y="1195"/>
                  </a:lnTo>
                  <a:lnTo>
                    <a:pt x="85731" y="1460"/>
                  </a:lnTo>
                  <a:lnTo>
                    <a:pt x="85864" y="1726"/>
                  </a:lnTo>
                  <a:lnTo>
                    <a:pt x="85997" y="2389"/>
                  </a:lnTo>
                  <a:lnTo>
                    <a:pt x="85997" y="2389"/>
                  </a:lnTo>
                  <a:lnTo>
                    <a:pt x="85997" y="3186"/>
                  </a:lnTo>
                  <a:lnTo>
                    <a:pt x="85731" y="3849"/>
                  </a:lnTo>
                  <a:lnTo>
                    <a:pt x="85466" y="4645"/>
                  </a:lnTo>
                  <a:lnTo>
                    <a:pt x="85068" y="5442"/>
                  </a:lnTo>
                  <a:lnTo>
                    <a:pt x="84670" y="6105"/>
                  </a:lnTo>
                  <a:lnTo>
                    <a:pt x="84006" y="6769"/>
                  </a:lnTo>
                  <a:lnTo>
                    <a:pt x="83475" y="7300"/>
                  </a:lnTo>
                  <a:lnTo>
                    <a:pt x="82812" y="7698"/>
                  </a:lnTo>
                  <a:lnTo>
                    <a:pt x="3318" y="53616"/>
                  </a:lnTo>
                  <a:lnTo>
                    <a:pt x="3318" y="53616"/>
                  </a:lnTo>
                  <a:lnTo>
                    <a:pt x="2655" y="53881"/>
                  </a:lnTo>
                  <a:lnTo>
                    <a:pt x="2124" y="54014"/>
                  </a:lnTo>
                  <a:lnTo>
                    <a:pt x="2124" y="54014"/>
                  </a:lnTo>
                  <a:lnTo>
                    <a:pt x="1593" y="53881"/>
                  </a:lnTo>
                  <a:lnTo>
                    <a:pt x="1593" y="53881"/>
                  </a:lnTo>
                  <a:lnTo>
                    <a:pt x="1460" y="53616"/>
                  </a:lnTo>
                  <a:lnTo>
                    <a:pt x="1328" y="53350"/>
                  </a:lnTo>
                  <a:lnTo>
                    <a:pt x="1195" y="52687"/>
                  </a:lnTo>
                  <a:lnTo>
                    <a:pt x="1195" y="52687"/>
                  </a:lnTo>
                  <a:lnTo>
                    <a:pt x="1195" y="52023"/>
                  </a:lnTo>
                  <a:lnTo>
                    <a:pt x="1328" y="51360"/>
                  </a:lnTo>
                  <a:lnTo>
                    <a:pt x="1593" y="50563"/>
                  </a:lnTo>
                  <a:lnTo>
                    <a:pt x="1991" y="49900"/>
                  </a:lnTo>
                  <a:lnTo>
                    <a:pt x="2522" y="49236"/>
                  </a:lnTo>
                  <a:lnTo>
                    <a:pt x="3053" y="48573"/>
                  </a:lnTo>
                  <a:lnTo>
                    <a:pt x="3584" y="48042"/>
                  </a:lnTo>
                  <a:lnTo>
                    <a:pt x="4247" y="47644"/>
                  </a:lnTo>
                  <a:lnTo>
                    <a:pt x="10086" y="44193"/>
                  </a:lnTo>
                  <a:lnTo>
                    <a:pt x="10086" y="44193"/>
                  </a:lnTo>
                  <a:lnTo>
                    <a:pt x="9954" y="44326"/>
                  </a:lnTo>
                  <a:lnTo>
                    <a:pt x="9954" y="42999"/>
                  </a:lnTo>
                  <a:lnTo>
                    <a:pt x="3584" y="46582"/>
                  </a:lnTo>
                  <a:lnTo>
                    <a:pt x="3584" y="46582"/>
                  </a:lnTo>
                  <a:lnTo>
                    <a:pt x="2920" y="47113"/>
                  </a:lnTo>
                  <a:lnTo>
                    <a:pt x="2256" y="47776"/>
                  </a:lnTo>
                  <a:lnTo>
                    <a:pt x="1593" y="48440"/>
                  </a:lnTo>
                  <a:lnTo>
                    <a:pt x="1062" y="49236"/>
                  </a:lnTo>
                  <a:lnTo>
                    <a:pt x="664" y="50032"/>
                  </a:lnTo>
                  <a:lnTo>
                    <a:pt x="266" y="50961"/>
                  </a:lnTo>
                  <a:lnTo>
                    <a:pt x="133" y="51758"/>
                  </a:lnTo>
                  <a:lnTo>
                    <a:pt x="0" y="52554"/>
                  </a:lnTo>
                  <a:lnTo>
                    <a:pt x="0" y="52554"/>
                  </a:lnTo>
                  <a:lnTo>
                    <a:pt x="0" y="52819"/>
                  </a:lnTo>
                  <a:lnTo>
                    <a:pt x="0" y="52819"/>
                  </a:lnTo>
                  <a:lnTo>
                    <a:pt x="133" y="53483"/>
                  </a:lnTo>
                  <a:lnTo>
                    <a:pt x="266" y="54014"/>
                  </a:lnTo>
                  <a:lnTo>
                    <a:pt x="664" y="54545"/>
                  </a:lnTo>
                  <a:lnTo>
                    <a:pt x="1062" y="54943"/>
                  </a:lnTo>
                  <a:lnTo>
                    <a:pt x="1062" y="54943"/>
                  </a:lnTo>
                  <a:lnTo>
                    <a:pt x="1593" y="55075"/>
                  </a:lnTo>
                  <a:lnTo>
                    <a:pt x="2124" y="55208"/>
                  </a:lnTo>
                  <a:lnTo>
                    <a:pt x="2124" y="55208"/>
                  </a:lnTo>
                  <a:lnTo>
                    <a:pt x="2920" y="55075"/>
                  </a:lnTo>
                  <a:lnTo>
                    <a:pt x="3982" y="54545"/>
                  </a:lnTo>
                  <a:lnTo>
                    <a:pt x="83210" y="8759"/>
                  </a:lnTo>
                  <a:lnTo>
                    <a:pt x="84006" y="7698"/>
                  </a:lnTo>
                  <a:lnTo>
                    <a:pt x="84404" y="7963"/>
                  </a:lnTo>
                  <a:lnTo>
                    <a:pt x="84404" y="7963"/>
                  </a:lnTo>
                  <a:lnTo>
                    <a:pt x="84935" y="7432"/>
                  </a:lnTo>
                  <a:lnTo>
                    <a:pt x="85466" y="6769"/>
                  </a:lnTo>
                  <a:lnTo>
                    <a:pt x="86395" y="5442"/>
                  </a:lnTo>
                  <a:lnTo>
                    <a:pt x="86793" y="4645"/>
                  </a:lnTo>
                  <a:lnTo>
                    <a:pt x="86926" y="3849"/>
                  </a:lnTo>
                  <a:lnTo>
                    <a:pt x="87191" y="3186"/>
                  </a:lnTo>
                  <a:lnTo>
                    <a:pt x="87191" y="2389"/>
                  </a:lnTo>
                  <a:lnTo>
                    <a:pt x="87191" y="2389"/>
                  </a:lnTo>
                  <a:lnTo>
                    <a:pt x="87059" y="1726"/>
                  </a:lnTo>
                  <a:lnTo>
                    <a:pt x="86926" y="1062"/>
                  </a:lnTo>
                  <a:lnTo>
                    <a:pt x="86528" y="531"/>
                  </a:lnTo>
                  <a:lnTo>
                    <a:pt x="86130" y="266"/>
                  </a:lnTo>
                  <a:lnTo>
                    <a:pt x="86130" y="266"/>
                  </a:lnTo>
                  <a:lnTo>
                    <a:pt x="85731" y="1"/>
                  </a:lnTo>
                  <a:lnTo>
                    <a:pt x="8520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8"/>
            <p:cNvSpPr/>
            <p:nvPr/>
          </p:nvSpPr>
          <p:spPr>
            <a:xfrm>
              <a:off x="4816384" y="2861757"/>
              <a:ext cx="411482" cy="237641"/>
            </a:xfrm>
            <a:custGeom>
              <a:rect b="b" l="l" r="r" t="t"/>
              <a:pathLst>
                <a:path extrusionOk="0" fill="none" h="14333" w="24818">
                  <a:moveTo>
                    <a:pt x="1195" y="0"/>
                  </a:moveTo>
                  <a:lnTo>
                    <a:pt x="0" y="664"/>
                  </a:lnTo>
                  <a:lnTo>
                    <a:pt x="23623" y="14333"/>
                  </a:lnTo>
                  <a:lnTo>
                    <a:pt x="23755" y="14200"/>
                  </a:lnTo>
                  <a:lnTo>
                    <a:pt x="24817" y="13669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8"/>
            <p:cNvSpPr/>
            <p:nvPr/>
          </p:nvSpPr>
          <p:spPr>
            <a:xfrm>
              <a:off x="5296060" y="2934360"/>
              <a:ext cx="107820" cy="61628"/>
            </a:xfrm>
            <a:custGeom>
              <a:rect b="b" l="l" r="r" t="t"/>
              <a:pathLst>
                <a:path extrusionOk="0" fill="none" h="3717" w="6503">
                  <a:moveTo>
                    <a:pt x="1195" y="0"/>
                  </a:moveTo>
                  <a:lnTo>
                    <a:pt x="0" y="664"/>
                  </a:lnTo>
                  <a:lnTo>
                    <a:pt x="5309" y="3716"/>
                  </a:lnTo>
                  <a:lnTo>
                    <a:pt x="6503" y="3053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58"/>
            <p:cNvSpPr/>
            <p:nvPr/>
          </p:nvSpPr>
          <p:spPr>
            <a:xfrm>
              <a:off x="5432480" y="2797940"/>
              <a:ext cx="149635" cy="96827"/>
            </a:xfrm>
            <a:custGeom>
              <a:rect b="b" l="l" r="r" t="t"/>
              <a:pathLst>
                <a:path extrusionOk="0" fill="none" h="5840" w="9025">
                  <a:moveTo>
                    <a:pt x="0" y="0"/>
                  </a:moveTo>
                  <a:lnTo>
                    <a:pt x="0" y="1328"/>
                  </a:lnTo>
                  <a:lnTo>
                    <a:pt x="7830" y="5840"/>
                  </a:lnTo>
                  <a:lnTo>
                    <a:pt x="9024" y="517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58"/>
            <p:cNvSpPr/>
            <p:nvPr/>
          </p:nvSpPr>
          <p:spPr>
            <a:xfrm>
              <a:off x="5348867" y="2553700"/>
              <a:ext cx="409277" cy="237658"/>
            </a:xfrm>
            <a:custGeom>
              <a:rect b="b" l="l" r="r" t="t"/>
              <a:pathLst>
                <a:path extrusionOk="0" fill="none" h="14334" w="24685">
                  <a:moveTo>
                    <a:pt x="1062" y="1"/>
                  </a:moveTo>
                  <a:lnTo>
                    <a:pt x="0" y="664"/>
                  </a:lnTo>
                  <a:lnTo>
                    <a:pt x="0" y="664"/>
                  </a:lnTo>
                  <a:lnTo>
                    <a:pt x="23490" y="14333"/>
                  </a:lnTo>
                  <a:lnTo>
                    <a:pt x="24684" y="13670"/>
                  </a:lnTo>
                  <a:lnTo>
                    <a:pt x="106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8"/>
            <p:cNvSpPr/>
            <p:nvPr/>
          </p:nvSpPr>
          <p:spPr>
            <a:xfrm>
              <a:off x="5828543" y="2628509"/>
              <a:ext cx="107820" cy="61628"/>
            </a:xfrm>
            <a:custGeom>
              <a:rect b="b" l="l" r="r" t="t"/>
              <a:pathLst>
                <a:path extrusionOk="0" fill="none" h="3717" w="6503">
                  <a:moveTo>
                    <a:pt x="1194" y="1"/>
                  </a:moveTo>
                  <a:lnTo>
                    <a:pt x="0" y="664"/>
                  </a:lnTo>
                  <a:lnTo>
                    <a:pt x="5308" y="3717"/>
                  </a:lnTo>
                  <a:lnTo>
                    <a:pt x="6503" y="2920"/>
                  </a:lnTo>
                  <a:lnTo>
                    <a:pt x="119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8"/>
            <p:cNvSpPr/>
            <p:nvPr/>
          </p:nvSpPr>
          <p:spPr>
            <a:xfrm>
              <a:off x="5969357" y="2492089"/>
              <a:ext cx="143036" cy="94639"/>
            </a:xfrm>
            <a:custGeom>
              <a:rect b="b" l="l" r="r" t="t"/>
              <a:pathLst>
                <a:path extrusionOk="0" fill="none" h="5708" w="8627">
                  <a:moveTo>
                    <a:pt x="1" y="1"/>
                  </a:moveTo>
                  <a:lnTo>
                    <a:pt x="1" y="1460"/>
                  </a:lnTo>
                  <a:lnTo>
                    <a:pt x="7565" y="5707"/>
                  </a:lnTo>
                  <a:lnTo>
                    <a:pt x="8627" y="504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8"/>
            <p:cNvSpPr/>
            <p:nvPr/>
          </p:nvSpPr>
          <p:spPr>
            <a:xfrm>
              <a:off x="5879145" y="2247849"/>
              <a:ext cx="411482" cy="237658"/>
            </a:xfrm>
            <a:custGeom>
              <a:rect b="b" l="l" r="r" t="t"/>
              <a:pathLst>
                <a:path extrusionOk="0" fill="none" h="14334" w="24818">
                  <a:moveTo>
                    <a:pt x="1195" y="1"/>
                  </a:moveTo>
                  <a:lnTo>
                    <a:pt x="399" y="532"/>
                  </a:lnTo>
                  <a:lnTo>
                    <a:pt x="0" y="664"/>
                  </a:lnTo>
                  <a:lnTo>
                    <a:pt x="23623" y="14334"/>
                  </a:lnTo>
                  <a:lnTo>
                    <a:pt x="24817" y="13537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8"/>
            <p:cNvSpPr/>
            <p:nvPr/>
          </p:nvSpPr>
          <p:spPr>
            <a:xfrm>
              <a:off x="6319211" y="1986018"/>
              <a:ext cx="35216" cy="213451"/>
            </a:xfrm>
            <a:custGeom>
              <a:rect b="b" l="l" r="r" t="t"/>
              <a:pathLst>
                <a:path extrusionOk="0" h="12874" w="2124">
                  <a:moveTo>
                    <a:pt x="929" y="0"/>
                  </a:moveTo>
                  <a:lnTo>
                    <a:pt x="1195" y="2256"/>
                  </a:lnTo>
                  <a:lnTo>
                    <a:pt x="1" y="12873"/>
                  </a:lnTo>
                  <a:lnTo>
                    <a:pt x="2124" y="1991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rgbClr val="1C4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2" name="Google Shape;2282;p58"/>
          <p:cNvSpPr txBox="1"/>
          <p:nvPr/>
        </p:nvSpPr>
        <p:spPr>
          <a:xfrm>
            <a:off x="339525" y="918025"/>
            <a:ext cx="539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Más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allá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del presente proyecto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podríamos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continuar implementando mejoras a nuestro modelo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59"/>
          <p:cNvSpPr txBox="1"/>
          <p:nvPr>
            <p:ph type="title"/>
          </p:nvPr>
        </p:nvSpPr>
        <p:spPr>
          <a:xfrm>
            <a:off x="457200" y="1706550"/>
            <a:ext cx="8229600" cy="17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</a:rPr>
              <a:t>Conclusiones</a:t>
            </a:r>
            <a:endParaRPr sz="5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60"/>
          <p:cNvSpPr/>
          <p:nvPr/>
        </p:nvSpPr>
        <p:spPr>
          <a:xfrm>
            <a:off x="2389775" y="2336750"/>
            <a:ext cx="6297000" cy="659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60"/>
          <p:cNvSpPr/>
          <p:nvPr/>
        </p:nvSpPr>
        <p:spPr>
          <a:xfrm>
            <a:off x="1140300" y="3481225"/>
            <a:ext cx="7546500" cy="659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60"/>
          <p:cNvSpPr/>
          <p:nvPr/>
        </p:nvSpPr>
        <p:spPr>
          <a:xfrm>
            <a:off x="3687800" y="1179975"/>
            <a:ext cx="4998900" cy="659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60"/>
          <p:cNvGrpSpPr/>
          <p:nvPr/>
        </p:nvGrpSpPr>
        <p:grpSpPr>
          <a:xfrm>
            <a:off x="646275" y="1180075"/>
            <a:ext cx="889870" cy="3552015"/>
            <a:chOff x="679600" y="1180075"/>
            <a:chExt cx="889870" cy="3552015"/>
          </a:xfrm>
        </p:grpSpPr>
        <p:sp>
          <p:nvSpPr>
            <p:cNvPr id="2296" name="Google Shape;2296;p60"/>
            <p:cNvSpPr/>
            <p:nvPr/>
          </p:nvSpPr>
          <p:spPr>
            <a:xfrm>
              <a:off x="902050" y="1264922"/>
              <a:ext cx="500552" cy="3467168"/>
            </a:xfrm>
            <a:custGeom>
              <a:rect b="b" l="l" r="r" t="t"/>
              <a:pathLst>
                <a:path extrusionOk="0" h="26689" w="3492">
                  <a:moveTo>
                    <a:pt x="466" y="0"/>
                  </a:moveTo>
                  <a:lnTo>
                    <a:pt x="1" y="26689"/>
                  </a:lnTo>
                  <a:lnTo>
                    <a:pt x="3492" y="2668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0"/>
            <p:cNvSpPr/>
            <p:nvPr/>
          </p:nvSpPr>
          <p:spPr>
            <a:xfrm>
              <a:off x="902057" y="1180075"/>
              <a:ext cx="489515" cy="178175"/>
            </a:xfrm>
            <a:custGeom>
              <a:rect b="b" l="l" r="r" t="t"/>
              <a:pathLst>
                <a:path extrusionOk="0" h="1243" w="3415">
                  <a:moveTo>
                    <a:pt x="621" y="1"/>
                  </a:moveTo>
                  <a:lnTo>
                    <a:pt x="388" y="78"/>
                  </a:lnTo>
                  <a:lnTo>
                    <a:pt x="233" y="156"/>
                  </a:lnTo>
                  <a:lnTo>
                    <a:pt x="78" y="389"/>
                  </a:lnTo>
                  <a:lnTo>
                    <a:pt x="1" y="621"/>
                  </a:lnTo>
                  <a:lnTo>
                    <a:pt x="78" y="854"/>
                  </a:lnTo>
                  <a:lnTo>
                    <a:pt x="233" y="1009"/>
                  </a:lnTo>
                  <a:lnTo>
                    <a:pt x="388" y="1164"/>
                  </a:lnTo>
                  <a:lnTo>
                    <a:pt x="621" y="1242"/>
                  </a:lnTo>
                  <a:lnTo>
                    <a:pt x="2793" y="1242"/>
                  </a:lnTo>
                  <a:lnTo>
                    <a:pt x="3026" y="1164"/>
                  </a:lnTo>
                  <a:lnTo>
                    <a:pt x="3259" y="1009"/>
                  </a:lnTo>
                  <a:lnTo>
                    <a:pt x="3337" y="854"/>
                  </a:lnTo>
                  <a:lnTo>
                    <a:pt x="3414" y="621"/>
                  </a:lnTo>
                  <a:lnTo>
                    <a:pt x="3337" y="389"/>
                  </a:lnTo>
                  <a:lnTo>
                    <a:pt x="3259" y="156"/>
                  </a:lnTo>
                  <a:lnTo>
                    <a:pt x="3026" y="78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0"/>
            <p:cNvSpPr/>
            <p:nvPr/>
          </p:nvSpPr>
          <p:spPr>
            <a:xfrm>
              <a:off x="679600" y="3949125"/>
              <a:ext cx="889870" cy="481491"/>
            </a:xfrm>
            <a:custGeom>
              <a:rect b="b" l="l" r="r" t="t"/>
              <a:pathLst>
                <a:path extrusionOk="0" h="8690" w="6208">
                  <a:moveTo>
                    <a:pt x="932" y="1"/>
                  </a:moveTo>
                  <a:lnTo>
                    <a:pt x="1" y="8690"/>
                  </a:lnTo>
                  <a:lnTo>
                    <a:pt x="6207" y="8690"/>
                  </a:lnTo>
                  <a:lnTo>
                    <a:pt x="55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9" name="Google Shape;2299;p60"/>
          <p:cNvGrpSpPr/>
          <p:nvPr/>
        </p:nvGrpSpPr>
        <p:grpSpPr>
          <a:xfrm>
            <a:off x="1925153" y="1180075"/>
            <a:ext cx="878690" cy="3511743"/>
            <a:chOff x="1958478" y="1180075"/>
            <a:chExt cx="878690" cy="3511743"/>
          </a:xfrm>
        </p:grpSpPr>
        <p:sp>
          <p:nvSpPr>
            <p:cNvPr id="2300" name="Google Shape;2300;p60"/>
            <p:cNvSpPr/>
            <p:nvPr/>
          </p:nvSpPr>
          <p:spPr>
            <a:xfrm>
              <a:off x="2147547" y="1224650"/>
              <a:ext cx="500552" cy="3467168"/>
            </a:xfrm>
            <a:custGeom>
              <a:rect b="b" l="l" r="r" t="t"/>
              <a:pathLst>
                <a:path extrusionOk="0" h="26689" w="3492">
                  <a:moveTo>
                    <a:pt x="466" y="0"/>
                  </a:moveTo>
                  <a:lnTo>
                    <a:pt x="1" y="26688"/>
                  </a:lnTo>
                  <a:lnTo>
                    <a:pt x="3492" y="266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0"/>
            <p:cNvSpPr/>
            <p:nvPr/>
          </p:nvSpPr>
          <p:spPr>
            <a:xfrm>
              <a:off x="2153138" y="1180075"/>
              <a:ext cx="489371" cy="178175"/>
            </a:xfrm>
            <a:custGeom>
              <a:rect b="b" l="l" r="r" t="t"/>
              <a:pathLst>
                <a:path extrusionOk="0" h="1243" w="3414">
                  <a:moveTo>
                    <a:pt x="621" y="1"/>
                  </a:moveTo>
                  <a:lnTo>
                    <a:pt x="388" y="78"/>
                  </a:lnTo>
                  <a:lnTo>
                    <a:pt x="233" y="156"/>
                  </a:lnTo>
                  <a:lnTo>
                    <a:pt x="78" y="389"/>
                  </a:lnTo>
                  <a:lnTo>
                    <a:pt x="0" y="621"/>
                  </a:lnTo>
                  <a:lnTo>
                    <a:pt x="78" y="854"/>
                  </a:lnTo>
                  <a:lnTo>
                    <a:pt x="233" y="1009"/>
                  </a:lnTo>
                  <a:lnTo>
                    <a:pt x="388" y="1164"/>
                  </a:lnTo>
                  <a:lnTo>
                    <a:pt x="621" y="1242"/>
                  </a:lnTo>
                  <a:lnTo>
                    <a:pt x="2793" y="1242"/>
                  </a:lnTo>
                  <a:lnTo>
                    <a:pt x="3026" y="1164"/>
                  </a:lnTo>
                  <a:lnTo>
                    <a:pt x="3259" y="1009"/>
                  </a:lnTo>
                  <a:lnTo>
                    <a:pt x="3336" y="854"/>
                  </a:lnTo>
                  <a:lnTo>
                    <a:pt x="3414" y="621"/>
                  </a:lnTo>
                  <a:lnTo>
                    <a:pt x="3336" y="389"/>
                  </a:lnTo>
                  <a:lnTo>
                    <a:pt x="3259" y="156"/>
                  </a:lnTo>
                  <a:lnTo>
                    <a:pt x="3026" y="78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0"/>
            <p:cNvSpPr/>
            <p:nvPr/>
          </p:nvSpPr>
          <p:spPr>
            <a:xfrm>
              <a:off x="1958478" y="3949125"/>
              <a:ext cx="878690" cy="481491"/>
            </a:xfrm>
            <a:custGeom>
              <a:rect b="b" l="l" r="r" t="t"/>
              <a:pathLst>
                <a:path extrusionOk="0" h="8690" w="6130">
                  <a:moveTo>
                    <a:pt x="854" y="1"/>
                  </a:moveTo>
                  <a:lnTo>
                    <a:pt x="1" y="8690"/>
                  </a:lnTo>
                  <a:lnTo>
                    <a:pt x="6130" y="8690"/>
                  </a:lnTo>
                  <a:lnTo>
                    <a:pt x="5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3" name="Google Shape;2303;p60"/>
          <p:cNvGrpSpPr/>
          <p:nvPr/>
        </p:nvGrpSpPr>
        <p:grpSpPr>
          <a:xfrm>
            <a:off x="3248611" y="1180075"/>
            <a:ext cx="878690" cy="3542012"/>
            <a:chOff x="3281936" y="1180075"/>
            <a:chExt cx="878690" cy="3542012"/>
          </a:xfrm>
        </p:grpSpPr>
        <p:sp>
          <p:nvSpPr>
            <p:cNvPr id="2304" name="Google Shape;2304;p60"/>
            <p:cNvSpPr/>
            <p:nvPr/>
          </p:nvSpPr>
          <p:spPr>
            <a:xfrm>
              <a:off x="3476595" y="1254789"/>
              <a:ext cx="489371" cy="3467298"/>
            </a:xfrm>
            <a:custGeom>
              <a:rect b="b" l="l" r="r" t="t"/>
              <a:pathLst>
                <a:path extrusionOk="0" h="26690" w="3414">
                  <a:moveTo>
                    <a:pt x="466" y="1"/>
                  </a:moveTo>
                  <a:lnTo>
                    <a:pt x="0" y="26689"/>
                  </a:lnTo>
                  <a:lnTo>
                    <a:pt x="3414" y="26689"/>
                  </a:lnTo>
                  <a:lnTo>
                    <a:pt x="3026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0"/>
            <p:cNvSpPr/>
            <p:nvPr/>
          </p:nvSpPr>
          <p:spPr>
            <a:xfrm>
              <a:off x="3476595" y="1180075"/>
              <a:ext cx="489371" cy="178175"/>
            </a:xfrm>
            <a:custGeom>
              <a:rect b="b" l="l" r="r" t="t"/>
              <a:pathLst>
                <a:path extrusionOk="0" h="1243" w="3414">
                  <a:moveTo>
                    <a:pt x="621" y="1"/>
                  </a:moveTo>
                  <a:lnTo>
                    <a:pt x="388" y="78"/>
                  </a:lnTo>
                  <a:lnTo>
                    <a:pt x="233" y="156"/>
                  </a:lnTo>
                  <a:lnTo>
                    <a:pt x="78" y="389"/>
                  </a:lnTo>
                  <a:lnTo>
                    <a:pt x="0" y="621"/>
                  </a:lnTo>
                  <a:lnTo>
                    <a:pt x="78" y="854"/>
                  </a:lnTo>
                  <a:lnTo>
                    <a:pt x="233" y="1009"/>
                  </a:lnTo>
                  <a:lnTo>
                    <a:pt x="388" y="1164"/>
                  </a:lnTo>
                  <a:lnTo>
                    <a:pt x="621" y="1242"/>
                  </a:lnTo>
                  <a:lnTo>
                    <a:pt x="2793" y="1242"/>
                  </a:lnTo>
                  <a:lnTo>
                    <a:pt x="3026" y="1164"/>
                  </a:lnTo>
                  <a:lnTo>
                    <a:pt x="3258" y="1009"/>
                  </a:lnTo>
                  <a:lnTo>
                    <a:pt x="3336" y="854"/>
                  </a:lnTo>
                  <a:lnTo>
                    <a:pt x="3414" y="621"/>
                  </a:lnTo>
                  <a:lnTo>
                    <a:pt x="3336" y="389"/>
                  </a:lnTo>
                  <a:lnTo>
                    <a:pt x="3258" y="156"/>
                  </a:lnTo>
                  <a:lnTo>
                    <a:pt x="3026" y="78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rgbClr val="F29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0"/>
            <p:cNvSpPr/>
            <p:nvPr/>
          </p:nvSpPr>
          <p:spPr>
            <a:xfrm>
              <a:off x="3281936" y="3949125"/>
              <a:ext cx="878690" cy="481491"/>
            </a:xfrm>
            <a:custGeom>
              <a:rect b="b" l="l" r="r" t="t"/>
              <a:pathLst>
                <a:path extrusionOk="0" h="8690" w="6130">
                  <a:moveTo>
                    <a:pt x="854" y="1"/>
                  </a:moveTo>
                  <a:lnTo>
                    <a:pt x="0" y="8690"/>
                  </a:lnTo>
                  <a:lnTo>
                    <a:pt x="6129" y="8690"/>
                  </a:lnTo>
                  <a:lnTo>
                    <a:pt x="5431" y="1"/>
                  </a:lnTo>
                  <a:close/>
                </a:path>
              </a:pathLst>
            </a:custGeom>
            <a:solidFill>
              <a:srgbClr val="F2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7" name="Google Shape;2307;p60"/>
          <p:cNvSpPr/>
          <p:nvPr/>
        </p:nvSpPr>
        <p:spPr>
          <a:xfrm>
            <a:off x="457200" y="4430625"/>
            <a:ext cx="8229563" cy="301454"/>
          </a:xfrm>
          <a:custGeom>
            <a:rect b="b" l="l" r="r" t="t"/>
            <a:pathLst>
              <a:path extrusionOk="0" h="6596" w="32508">
                <a:moveTo>
                  <a:pt x="0" y="1"/>
                </a:moveTo>
                <a:lnTo>
                  <a:pt x="0" y="6595"/>
                </a:lnTo>
                <a:lnTo>
                  <a:pt x="32507" y="6595"/>
                </a:lnTo>
                <a:lnTo>
                  <a:pt x="32507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60"/>
          <p:cNvSpPr txBox="1"/>
          <p:nvPr/>
        </p:nvSpPr>
        <p:spPr>
          <a:xfrm>
            <a:off x="6592500" y="2049738"/>
            <a:ext cx="209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Negocio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09" name="Google Shape;2309;p60"/>
          <p:cNvSpPr txBox="1"/>
          <p:nvPr/>
        </p:nvSpPr>
        <p:spPr>
          <a:xfrm>
            <a:off x="5902000" y="2397063"/>
            <a:ext cx="278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hecho de adaptar la métrica al negocio permite una conexión real con lo que se espera del modelo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0" name="Google Shape;2310;p60"/>
          <p:cNvSpPr txBox="1"/>
          <p:nvPr/>
        </p:nvSpPr>
        <p:spPr>
          <a:xfrm>
            <a:off x="5257800" y="2380688"/>
            <a:ext cx="750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33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1" name="Google Shape;2311;p60"/>
          <p:cNvSpPr txBox="1"/>
          <p:nvPr/>
        </p:nvSpPr>
        <p:spPr>
          <a:xfrm>
            <a:off x="6592500" y="3194213"/>
            <a:ext cx="209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Mejoras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2" name="Google Shape;2312;p60"/>
          <p:cNvSpPr txBox="1"/>
          <p:nvPr/>
        </p:nvSpPr>
        <p:spPr>
          <a:xfrm>
            <a:off x="5902000" y="3541538"/>
            <a:ext cx="278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algoritmo se puede seguir mejorando a través de análisis más profundos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3" name="Google Shape;2313;p60"/>
          <p:cNvSpPr txBox="1"/>
          <p:nvPr/>
        </p:nvSpPr>
        <p:spPr>
          <a:xfrm>
            <a:off x="5257800" y="3525163"/>
            <a:ext cx="750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33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4" name="Google Shape;2314;p60"/>
          <p:cNvSpPr txBox="1"/>
          <p:nvPr/>
        </p:nvSpPr>
        <p:spPr>
          <a:xfrm>
            <a:off x="6592500" y="892963"/>
            <a:ext cx="209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Respuesta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5" name="Google Shape;2315;p60"/>
          <p:cNvSpPr txBox="1"/>
          <p:nvPr/>
        </p:nvSpPr>
        <p:spPr>
          <a:xfrm>
            <a:off x="5902000" y="1240288"/>
            <a:ext cx="278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modelo funciona como se esperaba (dentro del rango de lo que se considera un buen resultado)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6" name="Google Shape;2316;p60"/>
          <p:cNvSpPr txBox="1"/>
          <p:nvPr/>
        </p:nvSpPr>
        <p:spPr>
          <a:xfrm>
            <a:off x="5257800" y="1223913"/>
            <a:ext cx="750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33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7" name="Google Shape;2317;p6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dustrial Production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749096"/>
      </a:accent1>
      <a:accent2>
        <a:srgbClr val="FDC47D"/>
      </a:accent2>
      <a:accent3>
        <a:srgbClr val="FA8838"/>
      </a:accent3>
      <a:accent4>
        <a:srgbClr val="F25050"/>
      </a:accent4>
      <a:accent5>
        <a:srgbClr val="4AA2D9"/>
      </a:accent5>
      <a:accent6>
        <a:srgbClr val="2741C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